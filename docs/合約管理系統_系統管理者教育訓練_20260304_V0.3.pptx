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58" r:id="rId2"/>
    <p:sldId id="1864" r:id="rId3"/>
    <p:sldId id="1904" r:id="rId4"/>
    <p:sldId id="462" r:id="rId5"/>
    <p:sldId id="1933" r:id="rId6"/>
    <p:sldId id="1906" r:id="rId7"/>
    <p:sldId id="1908" r:id="rId8"/>
    <p:sldId id="619" r:id="rId9"/>
    <p:sldId id="1513" r:id="rId10"/>
    <p:sldId id="1909" r:id="rId11"/>
    <p:sldId id="1512" r:id="rId12"/>
    <p:sldId id="1910" r:id="rId13"/>
    <p:sldId id="1438" r:id="rId14"/>
    <p:sldId id="1911" r:id="rId15"/>
    <p:sldId id="1491" r:id="rId16"/>
    <p:sldId id="1473" r:id="rId17"/>
    <p:sldId id="1912" r:id="rId18"/>
    <p:sldId id="1439" r:id="rId19"/>
    <p:sldId id="1913" r:id="rId20"/>
    <p:sldId id="1492" r:id="rId21"/>
    <p:sldId id="1914" r:id="rId22"/>
    <p:sldId id="1440" r:id="rId23"/>
    <p:sldId id="1915" r:id="rId24"/>
    <p:sldId id="1441" r:id="rId25"/>
    <p:sldId id="1478" r:id="rId26"/>
    <p:sldId id="1916" r:id="rId27"/>
    <p:sldId id="1947" r:id="rId28"/>
    <p:sldId id="1493" r:id="rId29"/>
    <p:sldId id="1510" r:id="rId30"/>
    <p:sldId id="1917" r:id="rId31"/>
    <p:sldId id="1494" r:id="rId32"/>
    <p:sldId id="1503" r:id="rId33"/>
    <p:sldId id="1918" r:id="rId34"/>
    <p:sldId id="1496" r:id="rId35"/>
    <p:sldId id="1919" r:id="rId36"/>
    <p:sldId id="1497" r:id="rId37"/>
    <p:sldId id="1920" r:id="rId38"/>
    <p:sldId id="1498" r:id="rId39"/>
    <p:sldId id="1921" r:id="rId40"/>
    <p:sldId id="1499" r:id="rId41"/>
    <p:sldId id="1922" r:id="rId42"/>
    <p:sldId id="1474" r:id="rId43"/>
    <p:sldId id="1485" r:id="rId44"/>
    <p:sldId id="1486" r:id="rId45"/>
    <p:sldId id="1487" r:id="rId46"/>
    <p:sldId id="1791" r:id="rId47"/>
    <p:sldId id="1792" r:id="rId48"/>
    <p:sldId id="1923" r:id="rId49"/>
    <p:sldId id="1511" r:id="rId50"/>
    <p:sldId id="1934" r:id="rId51"/>
    <p:sldId id="1937" r:id="rId52"/>
    <p:sldId id="1936" r:id="rId53"/>
    <p:sldId id="1938" r:id="rId54"/>
    <p:sldId id="1939" r:id="rId55"/>
    <p:sldId id="1793" r:id="rId56"/>
    <p:sldId id="1794" r:id="rId57"/>
    <p:sldId id="1940" r:id="rId58"/>
    <p:sldId id="1774" r:id="rId59"/>
    <p:sldId id="1775" r:id="rId60"/>
    <p:sldId id="1779" r:id="rId61"/>
    <p:sldId id="1776" r:id="rId62"/>
    <p:sldId id="1777" r:id="rId63"/>
    <p:sldId id="1778" r:id="rId64"/>
    <p:sldId id="1941" r:id="rId65"/>
    <p:sldId id="1780" r:id="rId66"/>
    <p:sldId id="1785" r:id="rId67"/>
    <p:sldId id="1942" r:id="rId68"/>
    <p:sldId id="1781" r:id="rId69"/>
    <p:sldId id="1924" r:id="rId70"/>
    <p:sldId id="1475" r:id="rId71"/>
    <p:sldId id="1925" r:id="rId72"/>
    <p:sldId id="1948" r:id="rId73"/>
    <p:sldId id="1506" r:id="rId74"/>
    <p:sldId id="1514" r:id="rId75"/>
    <p:sldId id="1943" r:id="rId76"/>
    <p:sldId id="1795" r:id="rId77"/>
    <p:sldId id="1796" r:id="rId78"/>
    <p:sldId id="1797" r:id="rId79"/>
    <p:sldId id="1798" r:id="rId80"/>
    <p:sldId id="1799" r:id="rId81"/>
    <p:sldId id="1902" r:id="rId82"/>
    <p:sldId id="1944" r:id="rId83"/>
    <p:sldId id="1945" r:id="rId84"/>
    <p:sldId id="1468" r:id="rId85"/>
  </p:sldIdLst>
  <p:sldSz cx="12192000" cy="6858000"/>
  <p:notesSz cx="7348538" cy="10410825"/>
  <p:custDataLst>
    <p:tags r:id="rId88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" userDrawn="1">
          <p15:clr>
            <a:srgbClr val="A4A3A4"/>
          </p15:clr>
        </p15:guide>
        <p15:guide id="11" orient="horz" pos="2069" userDrawn="1">
          <p15:clr>
            <a:srgbClr val="A4A3A4"/>
          </p15:clr>
        </p15:guide>
        <p15:guide id="12" orient="horz" pos="1570" userDrawn="1">
          <p15:clr>
            <a:srgbClr val="A4A3A4"/>
          </p15:clr>
        </p15:guide>
        <p15:guide id="13" orient="horz" pos="2591" userDrawn="1">
          <p15:clr>
            <a:srgbClr val="A4A3A4"/>
          </p15:clr>
        </p15:guide>
        <p15:guide id="14" orient="horz" pos="3135" userDrawn="1">
          <p15:clr>
            <a:srgbClr val="A4A3A4"/>
          </p15:clr>
        </p15:guide>
        <p15:guide id="15" orient="horz" pos="3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79" userDrawn="1">
          <p15:clr>
            <a:srgbClr val="A4A3A4"/>
          </p15:clr>
        </p15:guide>
        <p15:guide id="2" pos="231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B00"/>
    <a:srgbClr val="191919"/>
    <a:srgbClr val="ABFF3B"/>
    <a:srgbClr val="60A500"/>
    <a:srgbClr val="282828"/>
    <a:srgbClr val="0000FF"/>
    <a:srgbClr val="E6E6E6"/>
    <a:srgbClr val="000000"/>
    <a:srgbClr val="3AAAE2"/>
    <a:srgbClr val="434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5244" autoAdjust="0"/>
  </p:normalViewPr>
  <p:slideViewPr>
    <p:cSldViewPr snapToGrid="0" showGuides="1">
      <p:cViewPr>
        <p:scale>
          <a:sx n="75" d="100"/>
          <a:sy n="75" d="100"/>
        </p:scale>
        <p:origin x="998" y="562"/>
      </p:cViewPr>
      <p:guideLst>
        <p:guide pos="7"/>
        <p:guide orient="horz" pos="2069"/>
        <p:guide orient="horz" pos="1570"/>
        <p:guide orient="horz" pos="2591"/>
        <p:guide orient="horz" pos="3135"/>
        <p:guide orient="horz" pos="3612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6" d="100"/>
          <a:sy n="76" d="100"/>
        </p:scale>
        <p:origin x="3972" y="120"/>
      </p:cViewPr>
      <p:guideLst>
        <p:guide orient="horz" pos="3279"/>
        <p:guide pos="231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ng Lin" userId="cf268edac69508b1" providerId="LiveId" clId="{F23211A7-B0BB-4160-8718-9E5F01037B03}"/>
    <pc:docChg chg="modSld">
      <pc:chgData name="Ying Lin" userId="cf268edac69508b1" providerId="LiveId" clId="{F23211A7-B0BB-4160-8718-9E5F01037B03}" dt="2025-08-07T11:02:31.544" v="16" actId="167"/>
      <pc:docMkLst>
        <pc:docMk/>
      </pc:docMkLst>
      <pc:sldChg chg="addSp modSp mod">
        <pc:chgData name="Ying Lin" userId="cf268edac69508b1" providerId="LiveId" clId="{F23211A7-B0BB-4160-8718-9E5F01037B03}" dt="2025-08-07T11:02:07.656" v="9" actId="167"/>
        <pc:sldMkLst>
          <pc:docMk/>
          <pc:sldMk cId="836039002" sldId="1506"/>
        </pc:sldMkLst>
        <pc:picChg chg="add mod ord">
          <ac:chgData name="Ying Lin" userId="cf268edac69508b1" providerId="LiveId" clId="{F23211A7-B0BB-4160-8718-9E5F01037B03}" dt="2025-08-07T11:02:05.151" v="8" actId="167"/>
          <ac:picMkLst>
            <pc:docMk/>
            <pc:sldMk cId="836039002" sldId="1506"/>
            <ac:picMk id="3" creationId="{118EB9A2-ADAD-3B74-1808-A395761CC469}"/>
          </ac:picMkLst>
        </pc:picChg>
        <pc:picChg chg="ord">
          <ac:chgData name="Ying Lin" userId="cf268edac69508b1" providerId="LiveId" clId="{F23211A7-B0BB-4160-8718-9E5F01037B03}" dt="2025-08-07T11:02:07.656" v="9" actId="167"/>
          <ac:picMkLst>
            <pc:docMk/>
            <pc:sldMk cId="836039002" sldId="1506"/>
            <ac:picMk id="15" creationId="{F71208CB-0193-09DD-AD0D-18627E3166EF}"/>
          </ac:picMkLst>
        </pc:picChg>
      </pc:sldChg>
      <pc:sldChg chg="addSp modSp mod">
        <pc:chgData name="Ying Lin" userId="cf268edac69508b1" providerId="LiveId" clId="{F23211A7-B0BB-4160-8718-9E5F01037B03}" dt="2025-08-07T11:02:31.544" v="16" actId="167"/>
        <pc:sldMkLst>
          <pc:docMk/>
          <pc:sldMk cId="614148959" sldId="1514"/>
        </pc:sldMkLst>
        <pc:picChg chg="add mod ord">
          <ac:chgData name="Ying Lin" userId="cf268edac69508b1" providerId="LiveId" clId="{F23211A7-B0BB-4160-8718-9E5F01037B03}" dt="2025-08-07T11:02:29.883" v="15" actId="167"/>
          <ac:picMkLst>
            <pc:docMk/>
            <pc:sldMk cId="614148959" sldId="1514"/>
            <ac:picMk id="3" creationId="{03ADCDAC-ADA6-6FA7-5F79-C99101F720B8}"/>
          </ac:picMkLst>
        </pc:picChg>
        <pc:picChg chg="ord">
          <ac:chgData name="Ying Lin" userId="cf268edac69508b1" providerId="LiveId" clId="{F23211A7-B0BB-4160-8718-9E5F01037B03}" dt="2025-08-07T11:02:31.544" v="16" actId="167"/>
          <ac:picMkLst>
            <pc:docMk/>
            <pc:sldMk cId="614148959" sldId="1514"/>
            <ac:picMk id="5" creationId="{04C0D559-04E9-6396-3AF3-839A077B5E9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62310" y="1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/>
          <a:lstStyle>
            <a:lvl1pPr algn="r">
              <a:defRPr sz="12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3/4/2026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889236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62310" y="9889236"/>
            <a:ext cx="3184586" cy="519977"/>
          </a:xfrm>
          <a:prstGeom prst="rect">
            <a:avLst/>
          </a:prstGeom>
        </p:spPr>
        <p:txBody>
          <a:bodyPr vert="horz" lIns="96522" tIns="48262" rIns="96522" bIns="48262" rtlCol="0" anchor="b"/>
          <a:lstStyle>
            <a:lvl1pPr algn="r">
              <a:defRPr sz="12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62474" y="2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4788" y="781050"/>
            <a:ext cx="6938962" cy="39036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4554" tIns="52276" rIns="104554" bIns="5227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4855" y="4945144"/>
            <a:ext cx="5878830" cy="4684871"/>
          </a:xfrm>
          <a:prstGeom prst="rect">
            <a:avLst/>
          </a:prstGeom>
        </p:spPr>
        <p:txBody>
          <a:bodyPr vert="horz" lIns="104554" tIns="52276" rIns="104554" bIns="5227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888479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 anchor="b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62474" y="9888479"/>
            <a:ext cx="3184366" cy="520541"/>
          </a:xfrm>
          <a:prstGeom prst="rect">
            <a:avLst/>
          </a:prstGeom>
        </p:spPr>
        <p:txBody>
          <a:bodyPr vert="horz" lIns="104554" tIns="52276" rIns="104554" bIns="52276" rtlCol="0" anchor="b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41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239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E287-6AFC-B19A-0E63-4BB8F2ED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FD91926-5674-B95F-68D2-1D748635D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231A60-3C5C-B7D7-49B1-27FD366F0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A5BAD4-EEFC-F575-0B6E-BB42B1718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330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1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CED4-676B-6B05-A74C-E2C7390D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3EF73C-4A0D-3BFC-BA18-96595F96B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EF1904-2AA7-3E93-7125-CFC1D4005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4B5D27-E296-36D2-7174-0689776F5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2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44A51-6F6B-7AE6-F6A0-8DBAF7D6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DF899E-200B-0FD4-9DCB-11E1861EC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96FAA4-8F68-FCEF-EA4D-01627DA61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E4FD68-97CB-4236-10DD-C23C471B5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83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352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78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07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255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79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18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41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40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05D4-7F2A-2AB7-FABB-152E896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3DACE76-62FF-DD87-30EB-002ADEB2B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8F6D029-A0DC-E8B5-0718-B3308A425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BB2466-6A5D-1FCE-01FC-99F65C8B6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548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169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02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77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6946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20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024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831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546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15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87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01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548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075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B960-BFA7-BDCA-8423-46B84C780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EBE5E60-B110-7FA1-0687-62EDBA6D0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FDFB65-66C8-77A8-E018-AFE6BA66F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6C5938-037E-7207-666C-276EE6E9A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379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FA1F-206A-7302-EE81-280A6C7F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6F01A1-A70D-C47D-B963-2936A36EC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B049C08-A339-1043-FAEB-F58AF4B39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AEF217-B536-46C2-BBB0-495470FD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89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08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AF5C-5532-8895-EC25-BA4BE90B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3AFDE5-E81A-CD4C-BCA6-89C281E4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81C40E-0135-E3A5-3224-DC307F565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BE174D-CD10-FAC4-A7D7-403F2AF26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805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276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6D1B2-8673-A5E4-48E4-65F0253F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B89C50-B0CB-DA71-F35D-27D91F065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50EE22-1A90-11ED-B320-509C3CF1B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8224D3-54CB-198D-525A-C5D7F6521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867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04B78-FA5D-979E-4307-3CFBDC68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CAEC5AF-459F-7385-0B05-2C662BA8B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6EFCCA-FA33-EEDB-155D-43FDB2226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F37886-23D2-D578-878D-B21D2CE39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6483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5770-62DF-1610-081F-355C1AE1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D78B2D1-EB3C-6487-2D51-052511582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365425-D56C-CA66-C542-56BE3F6BD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48604E-B574-62B9-F45B-5FCA3B3CD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803F4F-7089-4FEB-958D-CEF1FC76B6DC}" type="slidenum">
              <a:rPr lang="zh-TW" altLang="en-US" smtClean="0"/>
              <a:pPr>
                <a:defRPr/>
              </a:pPr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43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圖片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1" y="5495278"/>
            <a:ext cx="5592011" cy="85555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cxnSp>
        <p:nvCxnSpPr>
          <p:cNvPr id="32" name="直線接點 31"/>
          <p:cNvCxnSpPr/>
          <p:nvPr userDrawn="1"/>
        </p:nvCxnSpPr>
        <p:spPr>
          <a:xfrm>
            <a:off x="24926928" y="6299200"/>
            <a:ext cx="54292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9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圖片 35">
            <a:extLst>
              <a:ext uri="{FF2B5EF4-FFF2-40B4-BE49-F238E27FC236}">
                <a16:creationId xmlns:a16="http://schemas.microsoft.com/office/drawing/2014/main" id="{6422E296-AB66-4E59-9A95-AFE44E137A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471" y="433806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42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圖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388912"/>
            <a:ext cx="5594348" cy="96192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rgbClr val="86BC2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altLang="zh-TW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55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6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C05BE25D-473F-42C8-A003-A0A9425F5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471" y="387389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27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黑底文字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49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1" y="5845186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705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52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3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圖片 34">
            <a:extLst>
              <a:ext uri="{FF2B5EF4-FFF2-40B4-BE49-F238E27FC236}">
                <a16:creationId xmlns:a16="http://schemas.microsoft.com/office/drawing/2014/main" id="{81EA0CE2-EC11-4B2F-8C2D-3621152A76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13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頁_白底文字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6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zh-TW" altLang="en-US" noProof="0"/>
              <a:t>按一下以編輯母片副標題樣式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705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1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49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0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圖片 45">
            <a:extLst>
              <a:ext uri="{FF2B5EF4-FFF2-40B4-BE49-F238E27FC236}">
                <a16:creationId xmlns:a16="http://schemas.microsoft.com/office/drawing/2014/main" id="{E759307D-D4C5-4AAB-B100-F5554D4B5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5325" y="341504"/>
            <a:ext cx="1713627" cy="6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025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8BD693F3-28F8-4029-88F6-2516B5131780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34580781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0219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1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Box 21"/>
          <p:cNvSpPr txBox="1"/>
          <p:nvPr userDrawn="1"/>
        </p:nvSpPr>
        <p:spPr>
          <a:xfrm>
            <a:off x="-1652263" y="6667251"/>
            <a:ext cx="1526667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269"/>
              </a:spcAft>
            </a:pPr>
            <a:r>
              <a:rPr lang="en-US" sz="70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Grey markers</a:t>
            </a:r>
            <a:r>
              <a:rPr lang="en-US" sz="70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</a:rPr>
              <a:t> indicate position of Deloitte Drawing Guides</a:t>
            </a:r>
            <a:endParaRPr lang="en-US" sz="70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093BCB7B-6770-486D-B1C7-FF93651C545F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574463" y="6667251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4"/>
          <p:cNvCxnSpPr/>
          <p:nvPr userDrawn="1"/>
        </p:nvCxnSpPr>
        <p:spPr>
          <a:xfrm>
            <a:off x="1172845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20">
            <a:extLst>
              <a:ext uri="{FF2B5EF4-FFF2-40B4-BE49-F238E27FC236}">
                <a16:creationId xmlns:a16="http://schemas.microsoft.com/office/drawing/2014/main" id="{EB91C2AE-3ABC-414B-BE60-46B6731DCACC}"/>
              </a:ext>
            </a:extLst>
          </p:cNvPr>
          <p:cNvSpPr txBox="1"/>
          <p:nvPr userDrawn="1"/>
        </p:nvSpPr>
        <p:spPr>
          <a:xfrm>
            <a:off x="122771" y="6667251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分隔頁_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4" y="1705674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700" b="1">
                <a:solidFill>
                  <a:schemeClr val="bg1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4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700">
                <a:solidFill>
                  <a:schemeClr val="bg1"/>
                </a:solidFill>
                <a:latin typeface="+mj-lt"/>
              </a:defRPr>
            </a:lvl1pPr>
            <a:lvl2pPr marL="60955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469905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宏思科技版權所有 保留一切權利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414129" y="6477002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1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1878" algn="r"/>
              </a:tabLst>
              <a:defRPr sz="1300">
                <a:latin typeface="+mj-lt"/>
              </a:defRPr>
            </a:lvl1pPr>
            <a:lvl2pPr>
              <a:tabLst>
                <a:tab pos="8971878" algn="r"/>
              </a:tabLst>
              <a:defRPr sz="1300">
                <a:latin typeface="+mj-lt"/>
              </a:defRPr>
            </a:lvl2pPr>
            <a:lvl3pPr>
              <a:tabLst>
                <a:tab pos="8971878" algn="r"/>
              </a:tabLst>
              <a:defRPr sz="1300">
                <a:latin typeface="+mj-lt"/>
              </a:defRPr>
            </a:lvl3pPr>
            <a:lvl4pPr>
              <a:tabLst>
                <a:tab pos="8971878" algn="r"/>
              </a:tabLst>
              <a:defRPr sz="1300">
                <a:latin typeface="+mj-lt"/>
              </a:defRPr>
            </a:lvl4pPr>
            <a:lvl5pPr>
              <a:tabLst>
                <a:tab pos="6705096" algn="r"/>
              </a:tabLst>
              <a:defRPr sz="1300" baseline="0">
                <a:latin typeface="+mj-lt"/>
              </a:defRPr>
            </a:lvl5pPr>
            <a:lvl6pPr>
              <a:tabLst>
                <a:tab pos="8971878" algn="r"/>
              </a:tabLst>
              <a:defRPr/>
            </a:lvl6pPr>
            <a:lvl7pPr>
              <a:tabLst>
                <a:tab pos="8971878" algn="r"/>
              </a:tabLst>
              <a:defRPr/>
            </a:lvl7pPr>
            <a:lvl8pPr>
              <a:tabLst>
                <a:tab pos="8971878" algn="r"/>
              </a:tabLst>
              <a:defRPr/>
            </a:lvl8pPr>
            <a:lvl9pPr>
              <a:tabLst>
                <a:tab pos="8971878" algn="r"/>
              </a:tabLst>
              <a:defRPr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72" y="1700213"/>
            <a:ext cx="6117233" cy="4598988"/>
          </a:xfrm>
        </p:spPr>
        <p:txBody>
          <a:bodyPr/>
          <a:lstStyle/>
          <a:p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5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096" algn="r"/>
              </a:tabLst>
              <a:defRPr sz="1300">
                <a:latin typeface="+mn-ea"/>
                <a:ea typeface="+mn-ea"/>
              </a:defRPr>
            </a:lvl1pPr>
            <a:lvl2pPr>
              <a:tabLst>
                <a:tab pos="6705096" algn="r"/>
              </a:tabLst>
              <a:defRPr sz="1300">
                <a:latin typeface="+mn-ea"/>
                <a:ea typeface="+mn-ea"/>
              </a:defRPr>
            </a:lvl2pPr>
            <a:lvl3pPr>
              <a:tabLst>
                <a:tab pos="6705096" algn="r"/>
              </a:tabLst>
              <a:defRPr sz="1300">
                <a:latin typeface="+mn-ea"/>
                <a:ea typeface="+mn-ea"/>
              </a:defRPr>
            </a:lvl3pPr>
            <a:lvl4pPr>
              <a:tabLst>
                <a:tab pos="6705096" algn="r"/>
              </a:tabLst>
              <a:defRPr sz="1300">
                <a:latin typeface="+mn-ea"/>
                <a:ea typeface="+mn-ea"/>
              </a:defRPr>
            </a:lvl4pPr>
            <a:lvl5pPr>
              <a:tabLst>
                <a:tab pos="6705096" algn="r"/>
              </a:tabLst>
              <a:defRPr sz="1300" baseline="0">
                <a:latin typeface="+mn-ea"/>
                <a:ea typeface="+mn-ea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 dirty="0"/>
              <a:t>按一下以編輯母片標題樣式 </a:t>
            </a:r>
            <a:endParaRPr lang="en-US" noProof="0" dirty="0"/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5"/>
            <a:ext cx="11252200" cy="3928209"/>
          </a:xfrm>
          <a:prstGeom prst="rect">
            <a:avLst/>
          </a:prstGeom>
        </p:spPr>
        <p:txBody>
          <a:bodyPr/>
          <a:lstStyle>
            <a:lvl1pPr>
              <a:defRPr sz="1300"/>
            </a:lvl1pPr>
          </a:lstStyle>
          <a:p>
            <a:r>
              <a:rPr lang="zh-TW" altLang="en-US" noProof="0"/>
              <a:t>按一下圖示以新增圖表</a:t>
            </a:r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>
            <a:lvl1pPr>
              <a:defRPr sz="1300">
                <a:latin typeface="+mn-ea"/>
                <a:ea typeface="+mn-ea"/>
              </a:defRPr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68004" y="5982796"/>
            <a:ext cx="11252201" cy="31641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+mj-lt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12" name="直線接點 11"/>
          <p:cNvCxnSpPr/>
          <p:nvPr userDrawn="1"/>
        </p:nvCxnSpPr>
        <p:spPr>
          <a:xfrm flipV="1">
            <a:off x="11722100" y="-44767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 userDrawn="1"/>
        </p:nvCxnSpPr>
        <p:spPr>
          <a:xfrm flipV="1">
            <a:off x="11722100" y="6953250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 userDrawn="1"/>
        </p:nvCxnSpPr>
        <p:spPr>
          <a:xfrm flipV="1">
            <a:off x="462471" y="694372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 userDrawn="1"/>
        </p:nvCxnSpPr>
        <p:spPr>
          <a:xfrm flipV="1">
            <a:off x="462471" y="-464775"/>
            <a:ext cx="0" cy="360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j-lt"/>
              </a:defRPr>
            </a:lvl1pPr>
            <a:lvl2pPr>
              <a:spcAft>
                <a:spcPts val="1333"/>
              </a:spcAft>
              <a:defRPr sz="1300">
                <a:latin typeface="+mj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j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j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j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3" y="1857898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40" y="1857898"/>
            <a:ext cx="1244161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7"/>
            <a:ext cx="5544000" cy="1695451"/>
          </a:xfrm>
        </p:spPr>
        <p:txBody>
          <a:bodyPr>
            <a:noAutofit/>
          </a:bodyPr>
          <a:lstStyle>
            <a:lvl1pPr>
              <a:spcAft>
                <a:spcPts val="1333"/>
              </a:spcAft>
              <a:defRPr sz="1300" b="1">
                <a:solidFill>
                  <a:schemeClr val="accent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64" indent="-235183">
              <a:spcAft>
                <a:spcPts val="1333"/>
              </a:spcAft>
              <a:defRPr/>
            </a:lvl7pPr>
            <a:lvl8pPr marL="475164" indent="-235183">
              <a:spcAft>
                <a:spcPts val="1333"/>
              </a:spcAft>
              <a:defRPr/>
            </a:lvl8pPr>
            <a:lvl9pPr marL="475164" indent="-235183">
              <a:spcAft>
                <a:spcPts val="1333"/>
              </a:spcAft>
              <a:defRPr/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9" y="4249689"/>
            <a:ext cx="1274916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15"/>
            <a:ext cx="1244160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7" y="1863923"/>
            <a:ext cx="1244907" cy="549275"/>
          </a:xfrm>
        </p:spPr>
        <p:txBody>
          <a:bodyPr>
            <a:noAutofit/>
          </a:bodyPr>
          <a:lstStyle>
            <a:lvl1pPr marL="0" marR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 dirty="0">
                <a:solidFill>
                  <a:schemeClr val="bg1"/>
                </a:solidFill>
              </a:rPr>
              <a:t>Co-brand</a:t>
            </a:r>
            <a:br>
              <a:rPr lang="en-US" sz="1600" noProof="0" dirty="0">
                <a:solidFill>
                  <a:schemeClr val="bg1"/>
                </a:solidFill>
              </a:rPr>
            </a:br>
            <a:r>
              <a:rPr lang="en-US" sz="16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內頁_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>
              <a:defRPr sz="1300" b="1">
                <a:solidFill>
                  <a:schemeClr val="bg1"/>
                </a:solidFill>
                <a:latin typeface="+mn-lt"/>
              </a:defRPr>
            </a:lvl1pPr>
            <a:lvl2pPr>
              <a:spcAft>
                <a:spcPts val="1333"/>
              </a:spcAft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spcAft>
                <a:spcPts val="1333"/>
              </a:spcAft>
              <a:buNone/>
              <a:defRPr sz="1300">
                <a:solidFill>
                  <a:schemeClr val="bg1"/>
                </a:solidFill>
                <a:latin typeface="+mn-lt"/>
              </a:defRPr>
            </a:lvl3pPr>
            <a:lvl4pPr marL="235183" indent="-235183">
              <a:spcAft>
                <a:spcPts val="1333"/>
              </a:spcAft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+mn-lt"/>
              </a:defRPr>
            </a:lvl4pPr>
            <a:lvl5pPr marL="475164" indent="-235183">
              <a:spcAft>
                <a:spcPts val="1333"/>
              </a:spcAft>
              <a:defRPr sz="1300" baseline="0">
                <a:solidFill>
                  <a:schemeClr val="bg1"/>
                </a:solidFill>
                <a:latin typeface="+mn-lt"/>
              </a:defRPr>
            </a:lvl5pPr>
            <a:lvl6pPr marL="475164" indent="-235183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64" indent="-235183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501656" y="6477002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noProof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勤業眾信版權所有 保留一切權利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82" y="6477003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1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1" noProof="0" dirty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  <p:cxnSp>
        <p:nvCxnSpPr>
          <p:cNvPr id="23" name="Straight Arrow Connector 12"/>
          <p:cNvCxnSpPr/>
          <p:nvPr userDrawn="1"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12"/>
          <p:cNvCxnSpPr/>
          <p:nvPr userDrawn="1"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12"/>
          <p:cNvCxnSpPr/>
          <p:nvPr userDrawn="1"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2"/>
          <p:cNvCxnSpPr/>
          <p:nvPr userDrawn="1"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14"/>
          <p:cNvCxnSpPr/>
          <p:nvPr userDrawn="1"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4"/>
          <p:cNvCxnSpPr/>
          <p:nvPr userDrawn="1"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14"/>
          <p:cNvCxnSpPr/>
          <p:nvPr userDrawn="1"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14"/>
          <p:cNvCxnSpPr/>
          <p:nvPr userDrawn="1"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5" y="1665818"/>
            <a:ext cx="5537731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300">
                <a:latin typeface="+mn-lt"/>
              </a:defRPr>
            </a:lvl1pPr>
            <a:lvl2pPr>
              <a:defRPr sz="1300">
                <a:latin typeface="+mn-lt"/>
              </a:defRPr>
            </a:lvl2pPr>
            <a:lvl3pPr>
              <a:defRPr sz="1300">
                <a:latin typeface="+mn-lt"/>
              </a:defRPr>
            </a:lvl3pPr>
            <a:lvl4pPr>
              <a:defRPr sz="1300">
                <a:latin typeface="+mn-lt"/>
              </a:defRPr>
            </a:lvl4pPr>
            <a:lvl5pPr>
              <a:defRPr sz="1300">
                <a:latin typeface="+mn-lt"/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94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100" b="0">
                <a:solidFill>
                  <a:srgbClr val="57575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92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/>
            </a:lvl1pPr>
          </a:lstStyle>
          <a:p>
            <a:r>
              <a:rPr lang="zh-TW" altLang="en-US" noProof="0"/>
              <a:t>按一下以編輯母片標題樣式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 algn="l">
              <a:buNone/>
              <a:defRPr sz="1600" b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 dirty="0"/>
              <a:t>Click to edit Master title style</a:t>
            </a:r>
          </a:p>
          <a:p>
            <a:pPr lvl="1"/>
            <a:r>
              <a:rPr lang="en-US" noProof="0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noProof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68010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345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5A09B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AD8F7-39F4-44AF-86F6-20C3AB173361}" type="datetime1">
              <a:rPr lang="zh-TW" altLang="en-US"/>
              <a:pPr>
                <a:defRPr/>
              </a:pPr>
              <a:t>2026/3/4</a:t>
            </a:fld>
            <a:endParaRPr lang="zh-TW" altLang="en-US" dirty="0"/>
          </a:p>
        </p:txBody>
      </p:sp>
      <p:sp>
        <p:nvSpPr>
          <p:cNvPr id="4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3EC1D-ADCF-4A98-9572-EC582E9A97C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406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BF1A-6386-47A6-A59A-24DBCE15E656}" type="datetime1">
              <a:rPr lang="en-US" altLang="zh-TW" smtClean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84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97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66891810"/>
              </p:ext>
            </p:extLst>
          </p:nvPr>
        </p:nvGraphicFramePr>
        <p:xfrm>
          <a:off x="2119" y="1595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270" imgH="270" progId="TCLayout.ActiveDocument.1">
                  <p:embed/>
                </p:oleObj>
              </mc:Choice>
              <mc:Fallback>
                <p:oleObj name="think-cell Slide" r:id="rId2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19" y="1595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92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 noProof="0" dirty="0"/>
              <a:t>按一下以編輯母片標題樣式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 noProof="0" dirty="0"/>
              <a:t>按一下以編輯母片文字樣式  </a:t>
            </a:r>
          </a:p>
          <a:p>
            <a:pPr lvl="1"/>
            <a:r>
              <a:rPr lang="zh-TW" altLang="en-US" noProof="0" dirty="0"/>
              <a:t>第二層</a:t>
            </a:r>
          </a:p>
          <a:p>
            <a:pPr lvl="2"/>
            <a:r>
              <a:rPr lang="zh-TW" altLang="en-US" noProof="0" dirty="0"/>
              <a:t>第三層</a:t>
            </a:r>
          </a:p>
          <a:p>
            <a:pPr lvl="3"/>
            <a:r>
              <a:rPr lang="zh-TW" altLang="en-US" noProof="0" dirty="0"/>
              <a:t>第四層</a:t>
            </a:r>
            <a:endParaRPr lang="en-US" altLang="zh-TW" noProof="0" dirty="0"/>
          </a:p>
          <a:p>
            <a:pPr lvl="3"/>
            <a:r>
              <a:rPr lang="zh-TW" altLang="en-US" noProof="0" dirty="0"/>
              <a:t>第五層</a:t>
            </a:r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105838" y="6707073"/>
            <a:ext cx="5355167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zh-TW" altLang="en-US" sz="651" kern="1200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宏思科技</a:t>
            </a:r>
            <a:r>
              <a:rPr lang="zh-TW" altLang="en-US" sz="651" noProof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版權所有 保留一切權利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78187" y="6671747"/>
            <a:ext cx="3079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1000" noProof="0" smtClean="0">
                <a:solidFill>
                  <a:srgbClr val="00ABAB"/>
                </a:solidFill>
                <a:latin typeface="+mn-ea"/>
                <a:ea typeface="+mn-ea"/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1000" noProof="0" dirty="0">
              <a:solidFill>
                <a:srgbClr val="00ABAB"/>
              </a:solidFill>
              <a:latin typeface="+mn-ea"/>
              <a:ea typeface="+mn-ea"/>
            </a:endParaRPr>
          </a:p>
        </p:txBody>
      </p:sp>
      <p:cxnSp>
        <p:nvCxnSpPr>
          <p:cNvPr id="8" name="Straight Arrow Connector 12"/>
          <p:cNvCxnSpPr/>
          <p:nvPr/>
        </p:nvCxnSpPr>
        <p:spPr>
          <a:xfrm>
            <a:off x="-780039" y="6477193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12"/>
          <p:cNvCxnSpPr/>
          <p:nvPr/>
        </p:nvCxnSpPr>
        <p:spPr>
          <a:xfrm>
            <a:off x="-801522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12"/>
          <p:cNvCxnSpPr/>
          <p:nvPr/>
        </p:nvCxnSpPr>
        <p:spPr>
          <a:xfrm>
            <a:off x="12287249" y="451571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2287249" y="6478594"/>
            <a:ext cx="654443" cy="14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4"/>
          <p:cNvCxnSpPr/>
          <p:nvPr/>
        </p:nvCxnSpPr>
        <p:spPr>
          <a:xfrm>
            <a:off x="11722100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62471" y="-422357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4"/>
          <p:cNvCxnSpPr/>
          <p:nvPr/>
        </p:nvCxnSpPr>
        <p:spPr>
          <a:xfrm>
            <a:off x="11722100" y="-464775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4"/>
          <p:cNvCxnSpPr/>
          <p:nvPr/>
        </p:nvCxnSpPr>
        <p:spPr>
          <a:xfrm>
            <a:off x="462471" y="6953250"/>
            <a:ext cx="0" cy="31758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2" r:id="rId5"/>
    <p:sldLayoutId id="2147483703" r:id="rId6"/>
    <p:sldLayoutId id="2147483704" r:id="rId7"/>
    <p:sldLayoutId id="2147483705" r:id="rId8"/>
    <p:sldLayoutId id="2147483706" r:id="rId9"/>
    <p:sldLayoutId id="2147483679" r:id="rId10"/>
    <p:sldLayoutId id="2147483712" r:id="rId11"/>
    <p:sldLayoutId id="2147483678" r:id="rId12"/>
    <p:sldLayoutId id="2147483681" r:id="rId13"/>
    <p:sldLayoutId id="2147483699" r:id="rId14"/>
    <p:sldLayoutId id="2147483695" r:id="rId15"/>
    <p:sldLayoutId id="2147483724" r:id="rId16"/>
    <p:sldLayoutId id="2147483727" r:id="rId17"/>
    <p:sldLayoutId id="2147483698" r:id="rId18"/>
    <p:sldLayoutId id="2147483752" r:id="rId19"/>
    <p:sldLayoutId id="2147483820" r:id="rId20"/>
    <p:sldLayoutId id="2147483823" r:id="rId21"/>
    <p:sldLayoutId id="2147483824" r:id="rId22"/>
    <p:sldLayoutId id="2147483825" r:id="rId23"/>
    <p:sldLayoutId id="2147483826" r:id="rId24"/>
  </p:sldLayoutIdLst>
  <p:transition>
    <p:fade/>
  </p:transition>
  <p:hf hdr="0" dt="0"/>
  <p:txStyles>
    <p:titleStyle>
      <a:lvl1pPr algn="l" defTabSz="121911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微軟正黑體" panose="020B0604030504040204" pitchFamily="34" charset="-120"/>
          <a:cs typeface="+mj-cs"/>
        </a:defRPr>
      </a:lvl1pPr>
    </p:titleStyle>
    <p:bodyStyle>
      <a:lvl1pPr marL="0" indent="0" algn="l" defTabSz="1219110" rtl="0" eaLnBrk="1" latinLnBrk="0" hangingPunct="1">
        <a:spcBef>
          <a:spcPts val="0"/>
        </a:spcBef>
        <a:spcAft>
          <a:spcPts val="1333"/>
        </a:spcAft>
        <a:buSzPct val="100000"/>
        <a:buFont typeface="Arial" panose="020B0604020202020204" pitchFamily="34" charset="0"/>
        <a:buNone/>
        <a:defRPr sz="1300" b="0" kern="120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1pPr>
      <a:lvl2pPr marL="0" indent="0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/>
        <a:buNone/>
        <a:defRPr lang="en-US" sz="1300" b="1" kern="120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2pPr>
      <a:lvl3pPr marL="235183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300" kern="120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475164" indent="-235183" algn="l" defTabSz="121911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defRPr lang="en-US" sz="1300" kern="1200" baseline="0" dirty="0" smtClean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710348" indent="-235183" algn="l" defTabSz="1064604" rtl="0" eaLnBrk="1" latinLnBrk="0" hangingPunct="1">
        <a:spcBef>
          <a:spcPts val="0"/>
        </a:spcBef>
        <a:spcAft>
          <a:spcPts val="1333"/>
        </a:spcAft>
        <a:buClrTx/>
        <a:buSzPct val="100000"/>
        <a:buFont typeface="Verdana" panose="020B0604030504040204" pitchFamily="34" charset="0"/>
        <a:buChar char="−"/>
        <a:tabLst/>
        <a:defRPr lang="en-US" sz="1400" kern="1200" baseline="0" dirty="0" smtClean="0">
          <a:solidFill>
            <a:schemeClr val="tx1"/>
          </a:solidFill>
          <a:latin typeface="+mj-lt"/>
          <a:ea typeface="微軟正黑體" panose="020B0604030504040204" pitchFamily="34" charset="-120"/>
          <a:cs typeface="+mn-cs"/>
        </a:defRPr>
      </a:lvl5pPr>
      <a:lvl6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48" indent="-235183" algn="l" defTabSz="121911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7" userDrawn="1">
          <p15:clr>
            <a:srgbClr val="F26B43"/>
          </p15:clr>
        </p15:guide>
        <p15:guide id="12" pos="1383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0.png"/><Relationship Id="rId4" Type="http://schemas.openxmlformats.org/officeDocument/2006/relationships/image" Target="../media/image97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0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3"/>
          <p:cNvSpPr>
            <a:spLocks noGrp="1"/>
          </p:cNvSpPr>
          <p:nvPr>
            <p:ph type="subTitle" idx="1"/>
          </p:nvPr>
        </p:nvSpPr>
        <p:spPr>
          <a:xfrm>
            <a:off x="291927" y="5783992"/>
            <a:ext cx="6507707" cy="792110"/>
          </a:xfrm>
        </p:spPr>
        <p:txBody>
          <a:bodyPr/>
          <a:lstStyle/>
          <a:p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OOOO</a:t>
            </a:r>
          </a:p>
          <a:p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合約管理系統 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(</a:t>
            </a:r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管理者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)</a:t>
            </a:r>
            <a:r>
              <a:rPr lang="zh-TW" altLang="en-US" sz="2400" b="1" dirty="0">
                <a:solidFill>
                  <a:srgbClr val="00ABAB"/>
                </a:solidFill>
                <a:latin typeface="+mj-ea"/>
                <a:ea typeface="+mj-ea"/>
              </a:rPr>
              <a:t>教育訓練 </a:t>
            </a:r>
            <a:r>
              <a:rPr lang="en-US" altLang="zh-TW" sz="2400" b="1" dirty="0">
                <a:solidFill>
                  <a:srgbClr val="00ABAB"/>
                </a:solidFill>
                <a:latin typeface="+mj-ea"/>
                <a:ea typeface="+mj-ea"/>
              </a:rPr>
              <a:t>2026/03/04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111CB65-EE17-437F-900D-996FA5056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15" y="132193"/>
            <a:ext cx="1713627" cy="6804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BF7D13D-7743-4F04-B931-712643282FD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74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3495" y="1107347"/>
            <a:ext cx="7975367" cy="448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595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25790-396C-476A-8A07-26DC9770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62" y="282101"/>
            <a:ext cx="10418233" cy="661881"/>
          </a:xfrm>
        </p:spPr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9839A8-E2CC-4517-9C29-F9C299976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6883" y="1215566"/>
            <a:ext cx="10418233" cy="51556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</a:t>
            </a:r>
            <a:r>
              <a:rPr lang="en-US" altLang="zh-TW" sz="2800" b="1" dirty="0">
                <a:latin typeface="微軟正黑體" panose="020B0604030504040204" pitchFamily="34" charset="-120"/>
              </a:rPr>
              <a:t>【</a:t>
            </a:r>
            <a:r>
              <a:rPr lang="zh-TW" altLang="en-US" sz="2800" b="1" dirty="0">
                <a:latin typeface="微軟正黑體" panose="020B0604030504040204" pitchFamily="34" charset="-120"/>
              </a:rPr>
              <a:t>管理者</a:t>
            </a:r>
            <a:r>
              <a:rPr lang="en-US" altLang="zh-TW" sz="2800" b="1" dirty="0">
                <a:latin typeface="微軟正黑體" panose="020B0604030504040204" pitchFamily="34" charset="-120"/>
              </a:rPr>
              <a:t>】</a:t>
            </a:r>
            <a:r>
              <a:rPr lang="zh-TW" altLang="en-US" sz="2800" b="1" dirty="0">
                <a:latin typeface="微軟正黑體" panose="020B0604030504040204" pitchFamily="34" charset="-120"/>
              </a:rPr>
              <a:t>系統功能架構說明</a:t>
            </a:r>
            <a:endParaRPr lang="en-US" altLang="zh-TW" sz="2800" b="1" dirty="0">
              <a:latin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</a:rPr>
              <a:t>二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系統功能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操作說明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800" b="1" dirty="0"/>
              <a:t>三、 常用系統功能 </a:t>
            </a:r>
            <a:r>
              <a:rPr lang="en-US" altLang="zh-TW" sz="2800" b="1" dirty="0"/>
              <a:t>- </a:t>
            </a:r>
            <a:r>
              <a:rPr lang="zh-TW" altLang="en-US" sz="2800" b="1" dirty="0"/>
              <a:t>實機操作</a:t>
            </a:r>
            <a:endParaRPr lang="en-US" altLang="zh-TW" sz="2800" b="1" dirty="0"/>
          </a:p>
          <a:p>
            <a:pPr>
              <a:lnSpc>
                <a:spcPct val="150000"/>
              </a:lnSpc>
            </a:pPr>
            <a:r>
              <a:rPr lang="zh-TW" altLang="en-US" sz="2800" b="1" dirty="0">
                <a:latin typeface="微軟正黑體" panose="020B0604030504040204" pitchFamily="34" charset="-120"/>
              </a:rPr>
              <a:t>四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 &amp; A</a:t>
            </a:r>
          </a:p>
          <a:p>
            <a:pPr>
              <a:lnSpc>
                <a:spcPct val="150000"/>
              </a:lnSpc>
            </a:pP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02004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9922-1A61-2CE4-6D29-B7E23A0B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E833D1-EFC4-4DEC-8844-F5557B67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13" y="3105455"/>
            <a:ext cx="8861862" cy="647089"/>
          </a:xfrm>
        </p:spPr>
        <p:txBody>
          <a:bodyPr/>
          <a:lstStyle/>
          <a:p>
            <a:r>
              <a:rPr lang="zh-TW" altLang="en-US" sz="4400" dirty="0"/>
              <a:t>一、</a:t>
            </a:r>
            <a:r>
              <a:rPr lang="en-US" altLang="zh-TW" sz="4400" dirty="0"/>
              <a:t>【</a:t>
            </a:r>
            <a:r>
              <a:rPr lang="zh-TW" altLang="en-US" sz="4400" dirty="0"/>
              <a:t>管理者</a:t>
            </a:r>
            <a:r>
              <a:rPr lang="en-US" altLang="zh-TW" sz="4400" dirty="0"/>
              <a:t>】</a:t>
            </a:r>
            <a:r>
              <a:rPr lang="zh-TW" altLang="en-US" sz="4400" dirty="0"/>
              <a:t>系統功能架構說明</a:t>
            </a:r>
            <a:endParaRPr lang="zh-TW" altLang="en-US" sz="4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4045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33C507F1-505A-EB3D-AF13-CD7302AD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02593"/>
            <a:ext cx="11252200" cy="385592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58B6C0"/>
                </a:solidFill>
              </a:rPr>
              <a:t>一、</a:t>
            </a:r>
            <a:r>
              <a:rPr lang="en-US" altLang="zh-TW" sz="2400" b="1" dirty="0">
                <a:solidFill>
                  <a:srgbClr val="58B6C0"/>
                </a:solidFill>
              </a:rPr>
              <a:t>【</a:t>
            </a:r>
            <a:r>
              <a:rPr lang="zh-TW" altLang="en-US" sz="2400" b="1" dirty="0">
                <a:solidFill>
                  <a:srgbClr val="58B6C0"/>
                </a:solidFill>
              </a:rPr>
              <a:t>管理者</a:t>
            </a:r>
            <a:r>
              <a:rPr lang="en-US" altLang="zh-TW" sz="2400" b="1" dirty="0">
                <a:solidFill>
                  <a:srgbClr val="58B6C0"/>
                </a:solidFill>
              </a:rPr>
              <a:t>】</a:t>
            </a:r>
            <a:r>
              <a:rPr lang="zh-TW" altLang="en-US" sz="2400" b="1" dirty="0">
                <a:solidFill>
                  <a:srgbClr val="58B6C0"/>
                </a:solidFill>
              </a:rPr>
              <a:t>系統功能架構說明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14EE7D6-5424-5F77-38F0-27CAEACAAF31}"/>
              </a:ext>
            </a:extLst>
          </p:cNvPr>
          <p:cNvSpPr/>
          <p:nvPr/>
        </p:nvSpPr>
        <p:spPr bwMode="gray">
          <a:xfrm>
            <a:off x="248402" y="2343217"/>
            <a:ext cx="7042517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2. </a:t>
            </a:r>
            <a:r>
              <a:rPr lang="zh-TW" altLang="en-US" sz="2000" b="1" dirty="0">
                <a:solidFill>
                  <a:schemeClr val="bg1"/>
                </a:solidFill>
              </a:rPr>
              <a:t>系統管理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01D66-499F-E2B2-D823-BD6C5B5D54BA}"/>
              </a:ext>
            </a:extLst>
          </p:cNvPr>
          <p:cNvSpPr/>
          <p:nvPr/>
        </p:nvSpPr>
        <p:spPr bwMode="gray">
          <a:xfrm>
            <a:off x="418439" y="29149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2.1 </a:t>
            </a:r>
            <a:r>
              <a:rPr lang="zh-TW" altLang="en-US" sz="1600" b="1" dirty="0"/>
              <a:t>角色與權限維護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D17165-536E-7E8A-BE26-91C5CE44BB88}"/>
              </a:ext>
            </a:extLst>
          </p:cNvPr>
          <p:cNvSpPr/>
          <p:nvPr/>
        </p:nvSpPr>
        <p:spPr bwMode="gray">
          <a:xfrm>
            <a:off x="418438" y="341678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2.2 </a:t>
            </a:r>
            <a:r>
              <a:rPr lang="zh-TW" altLang="en-US" sz="1600" b="1" dirty="0"/>
              <a:t>使用者維護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536E41-B027-44DF-DE3F-768D4D4F2661}"/>
              </a:ext>
            </a:extLst>
          </p:cNvPr>
          <p:cNvSpPr/>
          <p:nvPr/>
        </p:nvSpPr>
        <p:spPr bwMode="gray">
          <a:xfrm>
            <a:off x="418435" y="61297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2.7 </a:t>
            </a:r>
            <a:r>
              <a:rPr lang="zh-TW" altLang="en-US" sz="1600" b="1" dirty="0"/>
              <a:t>信件範本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82E250-A30C-FB6B-5C17-2FF294B6CBEF}"/>
              </a:ext>
            </a:extLst>
          </p:cNvPr>
          <p:cNvSpPr/>
          <p:nvPr/>
        </p:nvSpPr>
        <p:spPr bwMode="gray">
          <a:xfrm>
            <a:off x="418436" y="451746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2.4 </a:t>
            </a:r>
            <a:r>
              <a:rPr lang="zh-TW" altLang="en-US" sz="1600" b="1" dirty="0"/>
              <a:t>公司維護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E16300-E3FA-C720-B8E1-1F89026B4A1E}"/>
              </a:ext>
            </a:extLst>
          </p:cNvPr>
          <p:cNvSpPr/>
          <p:nvPr/>
        </p:nvSpPr>
        <p:spPr bwMode="gray">
          <a:xfrm>
            <a:off x="418435" y="507656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2.5 </a:t>
            </a:r>
            <a:r>
              <a:rPr lang="zh-TW" altLang="en-US" sz="1600" b="1" dirty="0"/>
              <a:t>組織維護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AF91FC-2EFA-E85A-FE5D-FDD8D09BA523}"/>
              </a:ext>
            </a:extLst>
          </p:cNvPr>
          <p:cNvSpPr/>
          <p:nvPr/>
        </p:nvSpPr>
        <p:spPr bwMode="gray">
          <a:xfrm>
            <a:off x="418435" y="561815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2.6 </a:t>
            </a:r>
            <a:r>
              <a:rPr lang="zh-TW" altLang="en-US" sz="1600" b="1" dirty="0"/>
              <a:t>簽約對象維護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6CD988-19FC-1832-5898-465013787BC7}"/>
              </a:ext>
            </a:extLst>
          </p:cNvPr>
          <p:cNvSpPr/>
          <p:nvPr/>
        </p:nvSpPr>
        <p:spPr bwMode="gray">
          <a:xfrm>
            <a:off x="418437" y="3959242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2.3 </a:t>
            </a:r>
            <a:r>
              <a:rPr lang="zh-TW" altLang="en-US" sz="1600" b="1" dirty="0"/>
              <a:t>系統設定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555C89-BBFA-4DAD-E59A-956551CBD5C8}"/>
              </a:ext>
            </a:extLst>
          </p:cNvPr>
          <p:cNvSpPr/>
          <p:nvPr/>
        </p:nvSpPr>
        <p:spPr bwMode="gray">
          <a:xfrm>
            <a:off x="469900" y="17391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1.1 </a:t>
            </a:r>
            <a:r>
              <a:rPr lang="zh-TW" altLang="en-US" sz="1600" b="1" dirty="0"/>
              <a:t>提醒類型維護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28A6A74-30B2-27AE-1CBF-56E09EE1630F}"/>
              </a:ext>
            </a:extLst>
          </p:cNvPr>
          <p:cNvSpPr/>
          <p:nvPr/>
        </p:nvSpPr>
        <p:spPr bwMode="gray">
          <a:xfrm>
            <a:off x="331677" y="1167364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1. </a:t>
            </a:r>
            <a:r>
              <a:rPr lang="zh-TW" altLang="en-US" sz="2000" b="1" dirty="0">
                <a:solidFill>
                  <a:schemeClr val="bg1"/>
                </a:solidFill>
              </a:rPr>
              <a:t>履約管理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ADAC0A-AE3C-8EDB-B4A0-A81848FDFBF1}"/>
              </a:ext>
            </a:extLst>
          </p:cNvPr>
          <p:cNvSpPr/>
          <p:nvPr/>
        </p:nvSpPr>
        <p:spPr bwMode="gray">
          <a:xfrm>
            <a:off x="3872320" y="29149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2.8 </a:t>
            </a:r>
            <a:r>
              <a:rPr lang="zh-TW" altLang="en-US" sz="1600" b="1" dirty="0"/>
              <a:t>身份維護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BEF82-E929-1077-2474-F7395BE3C0E3}"/>
              </a:ext>
            </a:extLst>
          </p:cNvPr>
          <p:cNvSpPr/>
          <p:nvPr/>
        </p:nvSpPr>
        <p:spPr bwMode="gray">
          <a:xfrm>
            <a:off x="3872319" y="34740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2.9 </a:t>
            </a:r>
            <a:r>
              <a:rPr lang="zh-TW" altLang="en-US" sz="1600" b="1" dirty="0"/>
              <a:t>合約編號設定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E6DDED-E986-E91C-EBA8-F17E682B060B}"/>
              </a:ext>
            </a:extLst>
          </p:cNvPr>
          <p:cNvSpPr/>
          <p:nvPr/>
        </p:nvSpPr>
        <p:spPr bwMode="gray">
          <a:xfrm>
            <a:off x="3872320" y="398311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2.10 </a:t>
            </a:r>
            <a:r>
              <a:rPr lang="zh-TW" altLang="en-US" sz="1600" b="1" dirty="0"/>
              <a:t>審核狀態維護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FA21CE-C8BE-31E1-2374-E9164FDE51F7}"/>
              </a:ext>
            </a:extLst>
          </p:cNvPr>
          <p:cNvSpPr/>
          <p:nvPr/>
        </p:nvSpPr>
        <p:spPr bwMode="gray">
          <a:xfrm>
            <a:off x="3872320" y="450247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2.11 </a:t>
            </a:r>
            <a:r>
              <a:rPr lang="zh-TW" altLang="en-US" sz="1600" b="1" dirty="0"/>
              <a:t>行事曆維護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9305F4D-F821-55FA-9567-D37B3FF02284}"/>
              </a:ext>
            </a:extLst>
          </p:cNvPr>
          <p:cNvSpPr/>
          <p:nvPr/>
        </p:nvSpPr>
        <p:spPr bwMode="gray">
          <a:xfrm>
            <a:off x="3872319" y="506157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2.12 </a:t>
            </a:r>
            <a:r>
              <a:rPr lang="zh-TW" altLang="en-US" sz="1600" b="1" dirty="0"/>
              <a:t>合約類型維護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6D76ACB-C9E1-1DD6-A854-B1E073005B54}"/>
              </a:ext>
            </a:extLst>
          </p:cNvPr>
          <p:cNvSpPr/>
          <p:nvPr/>
        </p:nvSpPr>
        <p:spPr bwMode="gray">
          <a:xfrm>
            <a:off x="3872318" y="558092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2.13 </a:t>
            </a:r>
            <a:r>
              <a:rPr lang="zh-TW" altLang="en-US" sz="1600" b="1" dirty="0"/>
              <a:t>寄信紀錄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C3393E6D-94B6-220E-68E7-06CF2E64C7A3}"/>
              </a:ext>
            </a:extLst>
          </p:cNvPr>
          <p:cNvSpPr/>
          <p:nvPr/>
        </p:nvSpPr>
        <p:spPr bwMode="gray">
          <a:xfrm>
            <a:off x="7808175" y="23190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3. </a:t>
            </a:r>
            <a:r>
              <a:rPr lang="zh-TW" altLang="en-US" sz="2000" b="1" dirty="0">
                <a:solidFill>
                  <a:schemeClr val="bg1"/>
                </a:solidFill>
              </a:rPr>
              <a:t>審核設定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980AD6-31C3-FF87-524E-0790384D85B5}"/>
              </a:ext>
            </a:extLst>
          </p:cNvPr>
          <p:cNvSpPr/>
          <p:nvPr/>
        </p:nvSpPr>
        <p:spPr bwMode="gray">
          <a:xfrm>
            <a:off x="7978212" y="28907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3.1 </a:t>
            </a:r>
            <a:r>
              <a:rPr lang="zh-TW" altLang="en-US" sz="1600" b="1" dirty="0"/>
              <a:t>流程維護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FED1E72-3E50-A901-54BD-3AD3B3637738}"/>
              </a:ext>
            </a:extLst>
          </p:cNvPr>
          <p:cNvSpPr/>
          <p:nvPr/>
        </p:nvSpPr>
        <p:spPr bwMode="gray">
          <a:xfrm>
            <a:off x="7978211" y="338309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3.2 </a:t>
            </a:r>
            <a:r>
              <a:rPr lang="zh-TW" altLang="en-US" sz="1600" b="1" dirty="0"/>
              <a:t>退件原因維護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E0CA49CF-54AE-B6D1-5D0E-F17DEB5FED9F}"/>
              </a:ext>
            </a:extLst>
          </p:cNvPr>
          <p:cNvSpPr/>
          <p:nvPr/>
        </p:nvSpPr>
        <p:spPr bwMode="gray">
          <a:xfrm>
            <a:off x="7808175" y="4083284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4. </a:t>
            </a:r>
            <a:r>
              <a:rPr lang="zh-TW" altLang="en-US" sz="2000" b="1" dirty="0">
                <a:solidFill>
                  <a:schemeClr val="bg1"/>
                </a:solidFill>
              </a:rPr>
              <a:t>公佈欄管理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6BD6AB4-6EBA-0796-F664-420658231D12}"/>
              </a:ext>
            </a:extLst>
          </p:cNvPr>
          <p:cNvSpPr/>
          <p:nvPr/>
        </p:nvSpPr>
        <p:spPr bwMode="gray">
          <a:xfrm>
            <a:off x="7946399" y="462573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4.1</a:t>
            </a:r>
            <a:r>
              <a:rPr lang="zh-TW" altLang="en-US" sz="1600" b="1" dirty="0"/>
              <a:t> 公佈欄維護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E00703-8B22-01C9-88C6-8C6BEBDA4194}"/>
              </a:ext>
            </a:extLst>
          </p:cNvPr>
          <p:cNvSpPr/>
          <p:nvPr/>
        </p:nvSpPr>
        <p:spPr bwMode="gray">
          <a:xfrm>
            <a:off x="7955925" y="515243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4.2 </a:t>
            </a:r>
            <a:r>
              <a:rPr lang="zh-TW" altLang="en-US" sz="1600" b="1" dirty="0"/>
              <a:t>公佈欄設定</a:t>
            </a:r>
          </a:p>
        </p:txBody>
      </p:sp>
    </p:spTree>
    <p:extLst>
      <p:ext uri="{BB962C8B-B14F-4D97-AF65-F5344CB8AC3E}">
        <p14:creationId xmlns:p14="http://schemas.microsoft.com/office/powerpoint/2010/main" val="243206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0B99-F47E-1C00-84C7-1DDB0917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0633D8-0446-08C6-29A7-149B4846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CADB2ADE-A26D-FB21-01ED-B7309F87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02593"/>
            <a:ext cx="11252200" cy="385592"/>
          </a:xfrm>
        </p:spPr>
        <p:txBody>
          <a:bodyPr/>
          <a:lstStyle/>
          <a:p>
            <a:r>
              <a:rPr lang="zh-TW" altLang="en-US" sz="2400" b="1" dirty="0">
                <a:solidFill>
                  <a:srgbClr val="58B6C0"/>
                </a:solidFill>
              </a:rPr>
              <a:t>一、</a:t>
            </a:r>
            <a:r>
              <a:rPr lang="en-US" altLang="zh-TW" sz="2400" b="1" dirty="0">
                <a:solidFill>
                  <a:srgbClr val="58B6C0"/>
                </a:solidFill>
              </a:rPr>
              <a:t>【</a:t>
            </a:r>
            <a:r>
              <a:rPr lang="zh-TW" altLang="en-US" sz="2400" b="1" dirty="0">
                <a:solidFill>
                  <a:srgbClr val="58B6C0"/>
                </a:solidFill>
              </a:rPr>
              <a:t>管理者</a:t>
            </a:r>
            <a:r>
              <a:rPr lang="en-US" altLang="zh-TW" sz="2400" b="1" dirty="0">
                <a:solidFill>
                  <a:srgbClr val="58B6C0"/>
                </a:solidFill>
              </a:rPr>
              <a:t>】</a:t>
            </a:r>
            <a:r>
              <a:rPr lang="zh-TW" altLang="en-US" sz="2400" b="1" dirty="0">
                <a:solidFill>
                  <a:srgbClr val="58B6C0"/>
                </a:solidFill>
              </a:rPr>
              <a:t>系統功能架構說明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7189619D-C355-67E0-04D2-F7C30310DA8B}"/>
              </a:ext>
            </a:extLst>
          </p:cNvPr>
          <p:cNvSpPr/>
          <p:nvPr/>
        </p:nvSpPr>
        <p:spPr bwMode="gray">
          <a:xfrm>
            <a:off x="469900" y="10617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5. </a:t>
            </a:r>
            <a:r>
              <a:rPr lang="zh-TW" altLang="en-US" sz="2000" b="1" dirty="0">
                <a:solidFill>
                  <a:schemeClr val="bg1"/>
                </a:solidFill>
              </a:rPr>
              <a:t>電子簽章管理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2B4CCB-3AF6-1BC9-D11F-B5ABCDD6E9A8}"/>
              </a:ext>
            </a:extLst>
          </p:cNvPr>
          <p:cNvSpPr/>
          <p:nvPr/>
        </p:nvSpPr>
        <p:spPr bwMode="gray">
          <a:xfrm>
            <a:off x="639937" y="16334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5.1 </a:t>
            </a:r>
            <a:r>
              <a:rPr lang="zh-TW" altLang="en-US" sz="1600" b="1" dirty="0"/>
              <a:t>電子簽章範本維護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D3104E0-FB3A-E3FC-1BE2-6515A43CE271}"/>
              </a:ext>
            </a:extLst>
          </p:cNvPr>
          <p:cNvSpPr/>
          <p:nvPr/>
        </p:nvSpPr>
        <p:spPr bwMode="gray">
          <a:xfrm>
            <a:off x="469900" y="4632772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7. </a:t>
            </a:r>
            <a:r>
              <a:rPr lang="zh-TW" altLang="en-US" sz="2000" b="1" dirty="0">
                <a:solidFill>
                  <a:schemeClr val="bg1"/>
                </a:solidFill>
              </a:rPr>
              <a:t>合約／法律文件範本管理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00EA32-B05C-D11D-ED43-9DEA5F1B47F6}"/>
              </a:ext>
            </a:extLst>
          </p:cNvPr>
          <p:cNvSpPr/>
          <p:nvPr/>
        </p:nvSpPr>
        <p:spPr bwMode="gray">
          <a:xfrm>
            <a:off x="608124" y="517522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7.1 </a:t>
            </a:r>
            <a:r>
              <a:rPr lang="zh-TW" altLang="en-US" sz="1600" b="1" dirty="0"/>
              <a:t>合約／法律文件範本類型維護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A437B0-54FD-D327-44FC-6E7BFE40984A}"/>
              </a:ext>
            </a:extLst>
          </p:cNvPr>
          <p:cNvSpPr/>
          <p:nvPr/>
        </p:nvSpPr>
        <p:spPr bwMode="gray">
          <a:xfrm>
            <a:off x="617650" y="570191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7.2 </a:t>
            </a:r>
            <a:r>
              <a:rPr lang="zh-TW" altLang="en-US" sz="1600" b="1" dirty="0"/>
              <a:t>合約／法律文件範本維護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A261440-A331-5D0E-2EC1-AF7D58B281D2}"/>
              </a:ext>
            </a:extLst>
          </p:cNvPr>
          <p:cNvSpPr/>
          <p:nvPr/>
        </p:nvSpPr>
        <p:spPr bwMode="gray">
          <a:xfrm>
            <a:off x="469900" y="2339528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6. </a:t>
            </a:r>
            <a:r>
              <a:rPr lang="zh-TW" altLang="en-US" sz="2000" b="1" dirty="0">
                <a:solidFill>
                  <a:schemeClr val="bg1"/>
                </a:solidFill>
              </a:rPr>
              <a:t>制訂合約範本管理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30A550-433D-63D4-9C4A-2EAC67A87247}"/>
              </a:ext>
            </a:extLst>
          </p:cNvPr>
          <p:cNvSpPr/>
          <p:nvPr/>
        </p:nvSpPr>
        <p:spPr bwMode="gray">
          <a:xfrm>
            <a:off x="608124" y="288198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6.1</a:t>
            </a:r>
            <a:r>
              <a:rPr lang="zh-TW" altLang="en-US" sz="1600" b="1" dirty="0"/>
              <a:t> 制訂合約範本維護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BBD718-963B-DA09-E4BF-3AB1DA13DE77}"/>
              </a:ext>
            </a:extLst>
          </p:cNvPr>
          <p:cNvSpPr/>
          <p:nvPr/>
        </p:nvSpPr>
        <p:spPr bwMode="gray">
          <a:xfrm>
            <a:off x="617650" y="340867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6.2</a:t>
            </a:r>
            <a:r>
              <a:rPr lang="zh-TW" altLang="en-US" sz="1600" b="1" dirty="0"/>
              <a:t> 制訂合約範本類型維護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0DFAB7-0BC2-C861-6EF0-AF246B759EA1}"/>
              </a:ext>
            </a:extLst>
          </p:cNvPr>
          <p:cNvSpPr/>
          <p:nvPr/>
        </p:nvSpPr>
        <p:spPr bwMode="gray">
          <a:xfrm>
            <a:off x="608123" y="39223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6.3</a:t>
            </a:r>
            <a:r>
              <a:rPr lang="zh-TW" altLang="en-US" sz="1600" b="1" dirty="0"/>
              <a:t> 制訂合約範本標籤維護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1B2012B5-3CAF-EA6F-5B38-50EEABE313EA}"/>
              </a:ext>
            </a:extLst>
          </p:cNvPr>
          <p:cNvSpPr/>
          <p:nvPr/>
        </p:nvSpPr>
        <p:spPr bwMode="gray">
          <a:xfrm>
            <a:off x="4360540" y="10617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8. </a:t>
            </a:r>
            <a:r>
              <a:rPr lang="zh-TW" altLang="en-US" sz="2000" b="1" dirty="0">
                <a:solidFill>
                  <a:schemeClr val="bg1"/>
                </a:solidFill>
              </a:rPr>
              <a:t>自訂欄位管理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F1B14C-EE34-1B97-FD59-E985A85471EB}"/>
              </a:ext>
            </a:extLst>
          </p:cNvPr>
          <p:cNvSpPr/>
          <p:nvPr/>
        </p:nvSpPr>
        <p:spPr bwMode="gray">
          <a:xfrm>
            <a:off x="4530577" y="16334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8.1 </a:t>
            </a:r>
            <a:r>
              <a:rPr lang="zh-TW" altLang="en-US" sz="1600" b="1" dirty="0"/>
              <a:t>自訂欄位維護</a:t>
            </a:r>
          </a:p>
        </p:txBody>
      </p:sp>
    </p:spTree>
    <p:extLst>
      <p:ext uri="{BB962C8B-B14F-4D97-AF65-F5344CB8AC3E}">
        <p14:creationId xmlns:p14="http://schemas.microsoft.com/office/powerpoint/2010/main" val="2009661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A935-AF6E-0C49-D92A-E8FFF067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229E7B-CF6A-4232-7347-3F33388B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13" y="3105455"/>
            <a:ext cx="8861862" cy="647089"/>
          </a:xfrm>
        </p:spPr>
        <p:txBody>
          <a:bodyPr/>
          <a:lstStyle/>
          <a:p>
            <a:r>
              <a:rPr lang="zh-TW" altLang="en-US" sz="4400" dirty="0"/>
              <a:t>二、 系統功能 </a:t>
            </a:r>
            <a:r>
              <a:rPr lang="en-US" altLang="zh-TW" sz="4400" dirty="0"/>
              <a:t>- </a:t>
            </a:r>
            <a:r>
              <a:rPr lang="zh-TW" altLang="en-US" sz="4400" dirty="0">
                <a:solidFill>
                  <a:srgbClr val="FFFF00"/>
                </a:solidFill>
              </a:rPr>
              <a:t>操作說明</a:t>
            </a:r>
          </a:p>
        </p:txBody>
      </p:sp>
    </p:spTree>
    <p:extLst>
      <p:ext uri="{BB962C8B-B14F-4D97-AF65-F5344CB8AC3E}">
        <p14:creationId xmlns:p14="http://schemas.microsoft.com/office/powerpoint/2010/main" val="4032963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4F5B-255C-A159-9E77-2CEFEBE7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C610F9-221B-6468-806E-801E114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1.1 </a:t>
            </a:r>
            <a:r>
              <a:rPr lang="zh-TW" altLang="en-US" sz="3600" dirty="0"/>
              <a:t>履約管理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提醒類型維護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3553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2714BE-AAFC-42FE-9AC5-22BB380659C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提醒類型維護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C668A1B-19A0-C5E3-C370-D0EA56DE8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3" y="1078248"/>
            <a:ext cx="6960551" cy="546066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A7223EB-D628-716F-68BE-1B5544B7D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405" y="319088"/>
            <a:ext cx="5356763" cy="628689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DCBC8943-E1AF-AD5C-839A-FA02D589E29A}"/>
              </a:ext>
            </a:extLst>
          </p:cNvPr>
          <p:cNvSpPr/>
          <p:nvPr/>
        </p:nvSpPr>
        <p:spPr>
          <a:xfrm>
            <a:off x="1545496" y="2755957"/>
            <a:ext cx="919408" cy="44977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66C364F-0AA9-411F-BEEB-67EDC126A001}"/>
              </a:ext>
            </a:extLst>
          </p:cNvPr>
          <p:cNvSpPr/>
          <p:nvPr/>
        </p:nvSpPr>
        <p:spPr>
          <a:xfrm>
            <a:off x="6380995" y="1011173"/>
            <a:ext cx="4903897" cy="509205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DC940D9-ABE4-3336-41BB-2619F94632A1}"/>
              </a:ext>
            </a:extLst>
          </p:cNvPr>
          <p:cNvSpPr/>
          <p:nvPr/>
        </p:nvSpPr>
        <p:spPr>
          <a:xfrm>
            <a:off x="8870834" y="6224040"/>
            <a:ext cx="587946" cy="28902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圓角矩形圖說文字 51">
            <a:extLst>
              <a:ext uri="{FF2B5EF4-FFF2-40B4-BE49-F238E27FC236}">
                <a16:creationId xmlns:a16="http://schemas.microsoft.com/office/drawing/2014/main" id="{1393D59B-60B2-2B26-6374-1AD38580A341}"/>
              </a:ext>
            </a:extLst>
          </p:cNvPr>
          <p:cNvSpPr/>
          <p:nvPr/>
        </p:nvSpPr>
        <p:spPr bwMode="gray">
          <a:xfrm>
            <a:off x="1826421" y="1753043"/>
            <a:ext cx="2910178" cy="689924"/>
          </a:xfrm>
          <a:prstGeom prst="wedgeRoundRectCallout">
            <a:avLst>
              <a:gd name="adj1" fmla="val -45202"/>
              <a:gd name="adj2" fmla="val 9596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圓角矩形圖說文字 51">
            <a:extLst>
              <a:ext uri="{FF2B5EF4-FFF2-40B4-BE49-F238E27FC236}">
                <a16:creationId xmlns:a16="http://schemas.microsoft.com/office/drawing/2014/main" id="{C414FB2D-F925-8270-248A-3DEC36A173B0}"/>
              </a:ext>
            </a:extLst>
          </p:cNvPr>
          <p:cNvSpPr/>
          <p:nvPr/>
        </p:nvSpPr>
        <p:spPr bwMode="gray">
          <a:xfrm>
            <a:off x="9143329" y="106810"/>
            <a:ext cx="2522565" cy="701082"/>
          </a:xfrm>
          <a:prstGeom prst="wedgeRoundRectCallout">
            <a:avLst>
              <a:gd name="adj1" fmla="val -46379"/>
              <a:gd name="adj2" fmla="val 7503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填寫資料</a:t>
            </a:r>
          </a:p>
        </p:txBody>
      </p:sp>
      <p:sp>
        <p:nvSpPr>
          <p:cNvPr id="33" name="圓角矩形圖說文字 51">
            <a:extLst>
              <a:ext uri="{FF2B5EF4-FFF2-40B4-BE49-F238E27FC236}">
                <a16:creationId xmlns:a16="http://schemas.microsoft.com/office/drawing/2014/main" id="{4B081526-21F6-CC95-26DD-70010B3FD6F6}"/>
              </a:ext>
            </a:extLst>
          </p:cNvPr>
          <p:cNvSpPr/>
          <p:nvPr/>
        </p:nvSpPr>
        <p:spPr bwMode="gray">
          <a:xfrm>
            <a:off x="8200814" y="5162668"/>
            <a:ext cx="2975508" cy="701081"/>
          </a:xfrm>
          <a:prstGeom prst="wedgeRoundRectCallout">
            <a:avLst>
              <a:gd name="adj1" fmla="val -21772"/>
              <a:gd name="adj2" fmla="val 9576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圓角矩形圖說文字 51">
            <a:extLst>
              <a:ext uri="{FF2B5EF4-FFF2-40B4-BE49-F238E27FC236}">
                <a16:creationId xmlns:a16="http://schemas.microsoft.com/office/drawing/2014/main" id="{15B5F336-DEEE-394B-505E-188EDA970FC2}"/>
              </a:ext>
            </a:extLst>
          </p:cNvPr>
          <p:cNvSpPr/>
          <p:nvPr/>
        </p:nvSpPr>
        <p:spPr bwMode="gray">
          <a:xfrm>
            <a:off x="1065947" y="3353077"/>
            <a:ext cx="5224753" cy="1809591"/>
          </a:xfrm>
          <a:prstGeom prst="wedgeRoundRectCallout">
            <a:avLst>
              <a:gd name="adj1" fmla="val 96857"/>
              <a:gd name="adj2" fmla="val -13302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說明：如何加入參數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欄位要加入參數的位置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加入參數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，參數就加到滑鼠選取的位置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7C0F08E8-9AE9-FF60-76E8-97EBEE560D60}"/>
              </a:ext>
            </a:extLst>
          </p:cNvPr>
          <p:cNvSpPr/>
          <p:nvPr/>
        </p:nvSpPr>
        <p:spPr>
          <a:xfrm>
            <a:off x="8774007" y="1613260"/>
            <a:ext cx="738553" cy="360125"/>
          </a:xfrm>
          <a:prstGeom prst="roundRect">
            <a:avLst>
              <a:gd name="adj" fmla="val 2922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56317409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BD27-C0A4-C07D-56C0-D13AA4AC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D4E972-9302-2C33-8117-240FC3FAAA4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提醒類型維護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啟用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D3CCBC8-24D3-D552-69A5-796DB4CB8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46"/>
          <a:stretch/>
        </p:blipFill>
        <p:spPr>
          <a:xfrm>
            <a:off x="370670" y="1366652"/>
            <a:ext cx="7516508" cy="515110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3AF877DD-3B14-91F4-7814-102142F19CBD}"/>
              </a:ext>
            </a:extLst>
          </p:cNvPr>
          <p:cNvGrpSpPr/>
          <p:nvPr/>
        </p:nvGrpSpPr>
        <p:grpSpPr>
          <a:xfrm>
            <a:off x="4965287" y="610916"/>
            <a:ext cx="6856043" cy="5662144"/>
            <a:chOff x="2790824" y="105900"/>
            <a:chExt cx="7443225" cy="6137194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FDADF9C2-8B67-1CEA-8499-A7692E670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90825" y="105900"/>
              <a:ext cx="7443224" cy="3033880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616C76B8-F7F8-73E8-C0D1-F5CDB1BCD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90824" y="3139780"/>
              <a:ext cx="7443225" cy="3103314"/>
            </a:xfrm>
            <a:prstGeom prst="rect">
              <a:avLst/>
            </a:prstGeom>
          </p:spPr>
        </p:pic>
      </p:grp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C099838-B110-F33B-D911-3AF4CEB8FCC5}"/>
              </a:ext>
            </a:extLst>
          </p:cNvPr>
          <p:cNvSpPr/>
          <p:nvPr/>
        </p:nvSpPr>
        <p:spPr>
          <a:xfrm>
            <a:off x="1819275" y="4637640"/>
            <a:ext cx="2771776" cy="188011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F0C23B00-83A9-5A28-FE68-9F1611241C79}"/>
              </a:ext>
            </a:extLst>
          </p:cNvPr>
          <p:cNvSpPr/>
          <p:nvPr/>
        </p:nvSpPr>
        <p:spPr bwMode="gray">
          <a:xfrm>
            <a:off x="370669" y="2526717"/>
            <a:ext cx="6344456" cy="1072180"/>
          </a:xfrm>
          <a:prstGeom prst="wedgeRoundRectCallout">
            <a:avLst>
              <a:gd name="adj1" fmla="val -650"/>
              <a:gd name="adj2" fmla="val 14416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狀態為「啟用」的資料，可用於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提醒設定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新增提醒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時所能選擇的提醒類型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26C913B-5118-2B5D-88F9-49C73684CE70}"/>
              </a:ext>
            </a:extLst>
          </p:cNvPr>
          <p:cNvCxnSpPr>
            <a:cxnSpLocks/>
          </p:cNvCxnSpPr>
          <p:nvPr/>
        </p:nvCxnSpPr>
        <p:spPr>
          <a:xfrm flipV="1">
            <a:off x="4276725" y="4105275"/>
            <a:ext cx="942975" cy="5323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68239BBF-8D96-B89C-90E0-AD49BC09359D}"/>
              </a:ext>
            </a:extLst>
          </p:cNvPr>
          <p:cNvSpPr/>
          <p:nvPr/>
        </p:nvSpPr>
        <p:spPr>
          <a:xfrm>
            <a:off x="5219700" y="3882677"/>
            <a:ext cx="3965967" cy="239038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4230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A765-CB38-77CC-115B-9E565BBD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3E54399-C847-52C8-57D3-0CBEA822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角色與權限維護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14676750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FA2B-1BF7-3857-9105-89757C34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97DA787-5B2E-E7AD-B3A8-F92C221B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"/>
          <a:stretch>
            <a:fillRect/>
          </a:stretch>
        </p:blipFill>
        <p:spPr>
          <a:xfrm>
            <a:off x="513079" y="1377557"/>
            <a:ext cx="7279513" cy="505247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DAFB2DE-2843-88F7-3396-BCCFCFE40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181" y="4310442"/>
            <a:ext cx="6748366" cy="220988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E7E972B-99F2-F29A-AD63-464BACE2AF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363"/>
          <a:stretch/>
        </p:blipFill>
        <p:spPr>
          <a:xfrm>
            <a:off x="4464109" y="362344"/>
            <a:ext cx="7495213" cy="369836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B9CDF0-00D2-803F-0833-2528200477FC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角色與權限維護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9E32C482-DDE8-005E-A800-CD19550FDF63}"/>
              </a:ext>
            </a:extLst>
          </p:cNvPr>
          <p:cNvSpPr/>
          <p:nvPr/>
        </p:nvSpPr>
        <p:spPr>
          <a:xfrm>
            <a:off x="1186497" y="5033678"/>
            <a:ext cx="486385" cy="453917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51C6B83-7615-40A4-F121-90D6EDF68866}"/>
              </a:ext>
            </a:extLst>
          </p:cNvPr>
          <p:cNvSpPr/>
          <p:nvPr/>
        </p:nvSpPr>
        <p:spPr>
          <a:xfrm>
            <a:off x="4654674" y="983491"/>
            <a:ext cx="6557801" cy="3077218"/>
          </a:xfrm>
          <a:prstGeom prst="roundRect">
            <a:avLst>
              <a:gd name="adj" fmla="val 2335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9B8BBE8-3B11-CC48-EA0B-577B0F5CBE12}"/>
              </a:ext>
            </a:extLst>
          </p:cNvPr>
          <p:cNvCxnSpPr>
            <a:cxnSpLocks/>
          </p:cNvCxnSpPr>
          <p:nvPr/>
        </p:nvCxnSpPr>
        <p:spPr>
          <a:xfrm flipV="1">
            <a:off x="1686298" y="3009900"/>
            <a:ext cx="2968376" cy="21980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語音泡泡: 圓角矩形 21">
            <a:extLst>
              <a:ext uri="{FF2B5EF4-FFF2-40B4-BE49-F238E27FC236}">
                <a16:creationId xmlns:a16="http://schemas.microsoft.com/office/drawing/2014/main" id="{1A9F627E-4B63-22DB-2FD1-5C0B6D17A216}"/>
              </a:ext>
            </a:extLst>
          </p:cNvPr>
          <p:cNvSpPr/>
          <p:nvPr/>
        </p:nvSpPr>
        <p:spPr bwMode="gray">
          <a:xfrm>
            <a:off x="1607573" y="1966074"/>
            <a:ext cx="2777024" cy="862533"/>
          </a:xfrm>
          <a:prstGeom prst="wedgeRoundRectCallout">
            <a:avLst>
              <a:gd name="adj1" fmla="val 59864"/>
              <a:gd name="adj2" fmla="val 4268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設定該角色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可使用的功能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權限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0D55AD08-0E48-55CB-0D0C-25229E3C3D9E}"/>
              </a:ext>
            </a:extLst>
          </p:cNvPr>
          <p:cNvSpPr/>
          <p:nvPr/>
        </p:nvSpPr>
        <p:spPr>
          <a:xfrm>
            <a:off x="6714251" y="4730129"/>
            <a:ext cx="936000" cy="30354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9EDDB8F5-343B-F2A5-39D5-DC4C35FDF855}"/>
              </a:ext>
            </a:extLst>
          </p:cNvPr>
          <p:cNvSpPr/>
          <p:nvPr/>
        </p:nvSpPr>
        <p:spPr bwMode="gray">
          <a:xfrm>
            <a:off x="3829184" y="5457716"/>
            <a:ext cx="4651180" cy="975600"/>
          </a:xfrm>
          <a:prstGeom prst="wedgeRoundRectCallout">
            <a:avLst>
              <a:gd name="adj1" fmla="val 21916"/>
              <a:gd name="adj2" fmla="val -9352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系統會依照該使用者的角色權限設定來給定可使用的功能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596343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CFCA-072E-77C8-7C93-D22654EC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6F93F04-128E-DDDF-EEF0-4DD95983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2.2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使用者維護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80613555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DCDC15D-EF7C-9012-9DBD-F3E1CC04F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81" y="807335"/>
            <a:ext cx="9408899" cy="524332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2AA6F372-D434-408B-31F0-C16FE3A0E703}"/>
              </a:ext>
            </a:extLst>
          </p:cNvPr>
          <p:cNvGrpSpPr/>
          <p:nvPr/>
        </p:nvGrpSpPr>
        <p:grpSpPr>
          <a:xfrm>
            <a:off x="4832498" y="83302"/>
            <a:ext cx="5217104" cy="4469008"/>
            <a:chOff x="5023587" y="1276212"/>
            <a:chExt cx="5843545" cy="4817279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DA70B42E-855F-A8E5-0C1C-1BC2317E7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4803"/>
            <a:stretch>
              <a:fillRect/>
            </a:stretch>
          </p:blipFill>
          <p:spPr>
            <a:xfrm>
              <a:off x="5023587" y="1276212"/>
              <a:ext cx="5843545" cy="4094685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3EB0F456-C0DA-5E7B-E68C-938696A17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6"/>
            <a:stretch>
              <a:fillRect/>
            </a:stretch>
          </p:blipFill>
          <p:spPr>
            <a:xfrm>
              <a:off x="5023587" y="5365362"/>
              <a:ext cx="5839068" cy="728129"/>
            </a:xfrm>
            <a:prstGeom prst="rect">
              <a:avLst/>
            </a:prstGeom>
          </p:spPr>
        </p:pic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D1487390-9EA2-B839-67C7-0A1044ED8C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310" r="9112"/>
          <a:stretch>
            <a:fillRect/>
          </a:stretch>
        </p:blipFill>
        <p:spPr>
          <a:xfrm>
            <a:off x="7321749" y="2655963"/>
            <a:ext cx="2570730" cy="126612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4F775D1-FAFD-39B3-E1E9-6D64B1A447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83" r="7852"/>
          <a:stretch>
            <a:fillRect/>
          </a:stretch>
        </p:blipFill>
        <p:spPr>
          <a:xfrm>
            <a:off x="5633573" y="4068120"/>
            <a:ext cx="6332070" cy="251819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51382E2-87A7-03BD-78BE-D7E4690A1A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0248" y="5101941"/>
            <a:ext cx="6098830" cy="8877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使用者維護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5BA7CB-922F-409C-BCC9-159002A2FE69}"/>
              </a:ext>
            </a:extLst>
          </p:cNvPr>
          <p:cNvSpPr/>
          <p:nvPr/>
        </p:nvSpPr>
        <p:spPr>
          <a:xfrm>
            <a:off x="1173065" y="4994355"/>
            <a:ext cx="322404" cy="32573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1A85C14-125D-AF77-4EF0-8377B13B3849}"/>
              </a:ext>
            </a:extLst>
          </p:cNvPr>
          <p:cNvCxnSpPr>
            <a:cxnSpLocks/>
          </p:cNvCxnSpPr>
          <p:nvPr/>
        </p:nvCxnSpPr>
        <p:spPr>
          <a:xfrm flipV="1">
            <a:off x="1495469" y="3141614"/>
            <a:ext cx="3435879" cy="18522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91769BB-7F51-A0D0-9306-3A3E20C66DBC}"/>
              </a:ext>
            </a:extLst>
          </p:cNvPr>
          <p:cNvSpPr/>
          <p:nvPr/>
        </p:nvSpPr>
        <p:spPr>
          <a:xfrm>
            <a:off x="1826625" y="4994823"/>
            <a:ext cx="322404" cy="32573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F75DA0E-A7BF-4C34-AD62-39499FBEDF2E}"/>
              </a:ext>
            </a:extLst>
          </p:cNvPr>
          <p:cNvCxnSpPr>
            <a:cxnSpLocks/>
          </p:cNvCxnSpPr>
          <p:nvPr/>
        </p:nvCxnSpPr>
        <p:spPr>
          <a:xfrm>
            <a:off x="2149029" y="5275191"/>
            <a:ext cx="362312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EBEDDC84-4470-BCCA-8083-230500B44237}"/>
              </a:ext>
            </a:extLst>
          </p:cNvPr>
          <p:cNvSpPr/>
          <p:nvPr/>
        </p:nvSpPr>
        <p:spPr bwMode="gray">
          <a:xfrm>
            <a:off x="264070" y="5495361"/>
            <a:ext cx="4980034" cy="1070422"/>
          </a:xfrm>
          <a:prstGeom prst="wedgeRoundRectCallout">
            <a:avLst>
              <a:gd name="adj1" fmla="val 60475"/>
              <a:gd name="adj2" fmla="val -2955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可設定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身份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，系統會保留此身份，不會受每日定時更新影響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9ADE947-53FA-870B-6088-2BE50E02E29A}"/>
              </a:ext>
            </a:extLst>
          </p:cNvPr>
          <p:cNvSpPr/>
          <p:nvPr/>
        </p:nvSpPr>
        <p:spPr>
          <a:xfrm>
            <a:off x="5772150" y="5137269"/>
            <a:ext cx="5753100" cy="852470"/>
          </a:xfrm>
          <a:prstGeom prst="roundRect">
            <a:avLst>
              <a:gd name="adj" fmla="val 492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3F6C3011-F2A2-EE17-D7AF-722E45658E01}"/>
              </a:ext>
            </a:extLst>
          </p:cNvPr>
          <p:cNvSpPr/>
          <p:nvPr/>
        </p:nvSpPr>
        <p:spPr bwMode="gray">
          <a:xfrm>
            <a:off x="264070" y="2141506"/>
            <a:ext cx="4310739" cy="1000621"/>
          </a:xfrm>
          <a:prstGeom prst="wedgeRoundRectCallout">
            <a:avLst>
              <a:gd name="adj1" fmla="val 58067"/>
              <a:gd name="adj2" fmla="val -5366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使用者帳號資料會依人事資料每日定時更新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E59BB40-8C25-65A2-BBCB-E065F1952C28}"/>
              </a:ext>
            </a:extLst>
          </p:cNvPr>
          <p:cNvSpPr/>
          <p:nvPr/>
        </p:nvSpPr>
        <p:spPr>
          <a:xfrm>
            <a:off x="4933347" y="881470"/>
            <a:ext cx="4848827" cy="2995351"/>
          </a:xfrm>
          <a:prstGeom prst="roundRect">
            <a:avLst>
              <a:gd name="adj" fmla="val 148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9C7A6D46-B3F8-1973-8516-F7ABE9F2332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5536" t="39794" b="15685"/>
          <a:stretch>
            <a:fillRect/>
          </a:stretch>
        </p:blipFill>
        <p:spPr>
          <a:xfrm>
            <a:off x="6765774" y="4816902"/>
            <a:ext cx="863751" cy="24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7429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AC71-891E-F3E8-A648-45114038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E529771-2CC3-945C-048A-AD8ABC71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2.3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系統設定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0001658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1C8440A-B953-649B-3B89-364255E8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86" y="1505311"/>
            <a:ext cx="6536548" cy="504227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16A75585-5A84-5F93-8FAA-8C3A9DBBF3ED}"/>
              </a:ext>
            </a:extLst>
          </p:cNvPr>
          <p:cNvGrpSpPr/>
          <p:nvPr/>
        </p:nvGrpSpPr>
        <p:grpSpPr>
          <a:xfrm>
            <a:off x="5593269" y="503473"/>
            <a:ext cx="6388143" cy="4042137"/>
            <a:chOff x="5984151" y="1407931"/>
            <a:chExt cx="6388143" cy="4042137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D95A4132-60BF-38A7-C30F-FF020B034B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242" t="9529" r="13756" b="11548"/>
            <a:stretch/>
          </p:blipFill>
          <p:spPr>
            <a:xfrm>
              <a:off x="5984151" y="1407931"/>
              <a:ext cx="6388143" cy="4042137"/>
            </a:xfrm>
            <a:prstGeom prst="rect">
              <a:avLst/>
            </a:prstGeom>
            <a:effectLst>
              <a:outerShdw blurRad="63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AAFE1E0-AD98-D72B-83F8-62399CB72D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7687" b="18139"/>
            <a:stretch/>
          </p:blipFill>
          <p:spPr>
            <a:xfrm>
              <a:off x="5984151" y="1427212"/>
              <a:ext cx="2509932" cy="346982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2.3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系統設定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5BA7CB-922F-409C-BCC9-159002A2FE69}"/>
              </a:ext>
            </a:extLst>
          </p:cNvPr>
          <p:cNvSpPr/>
          <p:nvPr/>
        </p:nvSpPr>
        <p:spPr>
          <a:xfrm>
            <a:off x="266441" y="4141985"/>
            <a:ext cx="2975523" cy="72866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C7688A0-29ED-418F-9A23-0BDE344A57FC}"/>
              </a:ext>
            </a:extLst>
          </p:cNvPr>
          <p:cNvSpPr/>
          <p:nvPr/>
        </p:nvSpPr>
        <p:spPr>
          <a:xfrm>
            <a:off x="3682538" y="2653388"/>
            <a:ext cx="1662545" cy="61687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5A3D8C3-98A9-46D7-8021-5247E4298AA4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3241964" y="750997"/>
            <a:ext cx="3873211" cy="37553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CF4F90CE-5DC8-4C02-94EF-EF20097F394E}"/>
              </a:ext>
            </a:extLst>
          </p:cNvPr>
          <p:cNvSpPr/>
          <p:nvPr/>
        </p:nvSpPr>
        <p:spPr>
          <a:xfrm>
            <a:off x="6046121" y="470221"/>
            <a:ext cx="720513" cy="28077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A0769CB2-819A-41D8-964F-FDCD1C639D27}"/>
              </a:ext>
            </a:extLst>
          </p:cNvPr>
          <p:cNvSpPr/>
          <p:nvPr/>
        </p:nvSpPr>
        <p:spPr>
          <a:xfrm>
            <a:off x="6766634" y="470221"/>
            <a:ext cx="1296000" cy="27308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924EC407-67D5-440C-97B5-12A3B1C45D0F}"/>
              </a:ext>
            </a:extLst>
          </p:cNvPr>
          <p:cNvCxnSpPr>
            <a:cxnSpLocks/>
            <a:stCxn id="27" idx="0"/>
            <a:endCxn id="29" idx="2"/>
          </p:cNvCxnSpPr>
          <p:nvPr/>
        </p:nvCxnSpPr>
        <p:spPr>
          <a:xfrm flipV="1">
            <a:off x="4513811" y="750997"/>
            <a:ext cx="1892567" cy="19023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774DEA23-F1A0-4969-A385-F2CDA6D1A0ED}"/>
              </a:ext>
            </a:extLst>
          </p:cNvPr>
          <p:cNvSpPr/>
          <p:nvPr/>
        </p:nvSpPr>
        <p:spPr bwMode="gray">
          <a:xfrm>
            <a:off x="7223441" y="5359646"/>
            <a:ext cx="3326057" cy="841649"/>
          </a:xfrm>
          <a:prstGeom prst="wedgeRoundRectCallout">
            <a:avLst>
              <a:gd name="adj1" fmla="val -62616"/>
              <a:gd name="adj2" fmla="val -2170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設定通知信的寄件資訊</a:t>
            </a:r>
          </a:p>
        </p:txBody>
      </p:sp>
    </p:spTree>
    <p:extLst>
      <p:ext uri="{BB962C8B-B14F-4D97-AF65-F5344CB8AC3E}">
        <p14:creationId xmlns:p14="http://schemas.microsoft.com/office/powerpoint/2010/main" val="340412793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D2D3A6-AEF1-C9A3-AF0F-82D172BE9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65" y="735109"/>
            <a:ext cx="5960308" cy="592847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32726A56-40CD-928F-4AF5-B6598D736F9B}"/>
              </a:ext>
            </a:extLst>
          </p:cNvPr>
          <p:cNvGrpSpPr/>
          <p:nvPr/>
        </p:nvGrpSpPr>
        <p:grpSpPr>
          <a:xfrm>
            <a:off x="4382348" y="1528082"/>
            <a:ext cx="7415343" cy="5033106"/>
            <a:chOff x="2996793" y="295937"/>
            <a:chExt cx="7172646" cy="4745860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DA3C3B8F-3FEF-2B58-1BB2-2BBADFE25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6793" y="295937"/>
              <a:ext cx="7172645" cy="2933896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7818BE34-19F0-FC15-F299-FFC87931AA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0737" r="129"/>
            <a:stretch/>
          </p:blipFill>
          <p:spPr>
            <a:xfrm>
              <a:off x="2996794" y="3142584"/>
              <a:ext cx="7172645" cy="622624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6F96A775-174E-BAAD-254A-C20E355BD9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138" t="8512" r="10032"/>
            <a:stretch/>
          </p:blipFill>
          <p:spPr>
            <a:xfrm>
              <a:off x="2996793" y="3705772"/>
              <a:ext cx="7172646" cy="1336025"/>
            </a:xfrm>
            <a:prstGeom prst="rect">
              <a:avLst/>
            </a:prstGeom>
          </p:spPr>
        </p:pic>
      </p:grp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0CE1638-1706-467A-A475-4F93E447C7B5}"/>
              </a:ext>
            </a:extLst>
          </p:cNvPr>
          <p:cNvSpPr/>
          <p:nvPr/>
        </p:nvSpPr>
        <p:spPr>
          <a:xfrm>
            <a:off x="456817" y="5809548"/>
            <a:ext cx="2825728" cy="79200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2.3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系統設定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88E588C3-CA7E-4C3C-9B6D-4AE51B5AB935}"/>
              </a:ext>
            </a:extLst>
          </p:cNvPr>
          <p:cNvSpPr/>
          <p:nvPr/>
        </p:nvSpPr>
        <p:spPr bwMode="gray">
          <a:xfrm>
            <a:off x="1123003" y="4536005"/>
            <a:ext cx="2159542" cy="792000"/>
          </a:xfrm>
          <a:prstGeom prst="wedgeRoundRectCallout">
            <a:avLst>
              <a:gd name="adj1" fmla="val 19796"/>
              <a:gd name="adj2" fmla="val 10863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欄位使用設定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8541193-DB89-4752-A56C-5E992551048C}"/>
              </a:ext>
            </a:extLst>
          </p:cNvPr>
          <p:cNvSpPr/>
          <p:nvPr/>
        </p:nvSpPr>
        <p:spPr>
          <a:xfrm>
            <a:off x="4970740" y="5153221"/>
            <a:ext cx="6426009" cy="128914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878AB3F0-7984-495A-BCA1-309BFEDBCA60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282545" y="5625027"/>
            <a:ext cx="1688196" cy="5805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2487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6770-DBCA-345D-7AFD-DB063046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BD7590B1-FCEE-C37F-783F-C57C86B0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2.4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公司維護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842664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9B0D18D-D26C-6CD6-1F1B-E317476BA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12" y="830507"/>
            <a:ext cx="8512615" cy="427982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C757AED-0BD1-BC4D-4679-0CE76109F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9096"/>
            <a:ext cx="5221302" cy="602405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F39715E-1005-5145-BE57-2BF8F35B28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772"/>
          <a:stretch>
            <a:fillRect/>
          </a:stretch>
        </p:blipFill>
        <p:spPr>
          <a:xfrm>
            <a:off x="6225783" y="472442"/>
            <a:ext cx="4835596" cy="530028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600A1B0-39EF-CC0B-30A6-DDA122198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0003" y="5896198"/>
            <a:ext cx="8228866" cy="90170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531A524-F8A5-4A8F-993D-F3C19BA952A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2.4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公司維護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ACCE4BCF-406C-42B5-B426-40B6ED0B66AF}"/>
              </a:ext>
            </a:extLst>
          </p:cNvPr>
          <p:cNvSpPr/>
          <p:nvPr/>
        </p:nvSpPr>
        <p:spPr>
          <a:xfrm>
            <a:off x="1941039" y="4518261"/>
            <a:ext cx="383061" cy="39663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語音泡泡: 圓角矩形 27">
            <a:extLst>
              <a:ext uri="{FF2B5EF4-FFF2-40B4-BE49-F238E27FC236}">
                <a16:creationId xmlns:a16="http://schemas.microsoft.com/office/drawing/2014/main" id="{65E624AB-6655-40E2-8FED-0DF9DCCFBBA4}"/>
              </a:ext>
            </a:extLst>
          </p:cNvPr>
          <p:cNvSpPr/>
          <p:nvPr/>
        </p:nvSpPr>
        <p:spPr bwMode="gray">
          <a:xfrm>
            <a:off x="363158" y="5216477"/>
            <a:ext cx="2698458" cy="792000"/>
          </a:xfrm>
          <a:prstGeom prst="wedgeRoundRectCallout">
            <a:avLst>
              <a:gd name="adj1" fmla="val 20113"/>
              <a:gd name="adj2" fmla="val -8717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設定公司合約編號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FA39673-A4B8-448E-A992-53B800C5F4D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324100" y="2339739"/>
            <a:ext cx="3771900" cy="23768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DF9C627E-E40D-45A2-9CE6-954D72B07CF1}"/>
              </a:ext>
            </a:extLst>
          </p:cNvPr>
          <p:cNvSpPr/>
          <p:nvPr/>
        </p:nvSpPr>
        <p:spPr>
          <a:xfrm>
            <a:off x="6357264" y="3415619"/>
            <a:ext cx="4479444" cy="228781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53D979E0-246A-4156-8138-9AE2BCEB3372}"/>
              </a:ext>
            </a:extLst>
          </p:cNvPr>
          <p:cNvSpPr/>
          <p:nvPr/>
        </p:nvSpPr>
        <p:spPr>
          <a:xfrm>
            <a:off x="9678277" y="6301955"/>
            <a:ext cx="2120592" cy="44928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49AAFD7-F3E2-493F-97A4-9B2C9B5558A6}"/>
              </a:ext>
            </a:extLst>
          </p:cNvPr>
          <p:cNvCxnSpPr>
            <a:cxnSpLocks/>
          </p:cNvCxnSpPr>
          <p:nvPr/>
        </p:nvCxnSpPr>
        <p:spPr>
          <a:xfrm>
            <a:off x="9997363" y="5703431"/>
            <a:ext cx="0" cy="5985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A54BDB1C-FC43-A62E-D3F3-ED349D38BC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0037" y="1599505"/>
            <a:ext cx="1146488" cy="431619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BCD1E0A-B9E0-006C-F740-FE2C45CBCA71}"/>
              </a:ext>
            </a:extLst>
          </p:cNvPr>
          <p:cNvSpPr/>
          <p:nvPr/>
        </p:nvSpPr>
        <p:spPr>
          <a:xfrm>
            <a:off x="8748612" y="1609476"/>
            <a:ext cx="974436" cy="43735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3F51C77D-9C98-C874-525D-376407E609E5}"/>
              </a:ext>
            </a:extLst>
          </p:cNvPr>
          <p:cNvSpPr/>
          <p:nvPr/>
        </p:nvSpPr>
        <p:spPr bwMode="gray">
          <a:xfrm>
            <a:off x="9585437" y="521354"/>
            <a:ext cx="2441742" cy="975600"/>
          </a:xfrm>
          <a:prstGeom prst="wedgeRoundRectCallout">
            <a:avLst>
              <a:gd name="adj1" fmla="val -64050"/>
              <a:gd name="adj2" fmla="val 6210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為「啟用」時，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此設定才會生效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090711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1128B-25CE-85CD-CF96-9125AEBF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D46D1C1-E329-6C79-50B6-762CDE7F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2.5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組織維護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06668126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CBA9FCF-E4FB-1D90-9784-55E960A36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456" y="2854406"/>
            <a:ext cx="5828316" cy="278676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939AD7A-9729-E737-FC91-63795D53D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87" y="810874"/>
            <a:ext cx="4619378" cy="502777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2.5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組織維護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5BA7CB-922F-409C-BCC9-159002A2FE69}"/>
              </a:ext>
            </a:extLst>
          </p:cNvPr>
          <p:cNvSpPr/>
          <p:nvPr/>
        </p:nvSpPr>
        <p:spPr>
          <a:xfrm>
            <a:off x="1863960" y="1815468"/>
            <a:ext cx="1228375" cy="54534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A87C30CB-0007-3ADB-EF03-0651D9A5C7A9}"/>
              </a:ext>
            </a:extLst>
          </p:cNvPr>
          <p:cNvSpPr/>
          <p:nvPr/>
        </p:nvSpPr>
        <p:spPr bwMode="gray">
          <a:xfrm>
            <a:off x="3555104" y="766797"/>
            <a:ext cx="4276930" cy="962219"/>
          </a:xfrm>
          <a:prstGeom prst="wedgeRoundRectCallout">
            <a:avLst>
              <a:gd name="adj1" fmla="val -62168"/>
              <a:gd name="adj2" fmla="val 5788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於下方選擇單位，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點擊此鈕可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查看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該單位之主管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4DC28AE-50EB-5CF3-EA3D-5066825E832C}"/>
              </a:ext>
            </a:extLst>
          </p:cNvPr>
          <p:cNvSpPr/>
          <p:nvPr/>
        </p:nvSpPr>
        <p:spPr>
          <a:xfrm>
            <a:off x="532016" y="3957219"/>
            <a:ext cx="4447308" cy="26564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1A6408F-6A83-3F34-5A80-A97DE3D57F51}"/>
              </a:ext>
            </a:extLst>
          </p:cNvPr>
          <p:cNvSpPr/>
          <p:nvPr/>
        </p:nvSpPr>
        <p:spPr>
          <a:xfrm>
            <a:off x="5921406" y="4003498"/>
            <a:ext cx="2572039" cy="70498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578783E-D986-9887-909B-86F83EF94205}"/>
              </a:ext>
            </a:extLst>
          </p:cNvPr>
          <p:cNvCxnSpPr>
            <a:cxnSpLocks/>
          </p:cNvCxnSpPr>
          <p:nvPr/>
        </p:nvCxnSpPr>
        <p:spPr>
          <a:xfrm>
            <a:off x="3092335" y="2355832"/>
            <a:ext cx="2829071" cy="18919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9503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30875-8EEE-EE4D-5FA1-754DEBC4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43AF422-7B6F-CEFD-C6A3-24F946FA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2.6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簽約對象維護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11409650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A6358FB-3FA7-1EAF-84B4-A2827C9396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23"/>
          <a:stretch/>
        </p:blipFill>
        <p:spPr>
          <a:xfrm>
            <a:off x="495404" y="1203640"/>
            <a:ext cx="9695238" cy="531646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C38355C-6A40-A724-7B3C-9D4449CB7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123" y="663232"/>
            <a:ext cx="7332514" cy="439454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CBF1737A-4D71-4134-B9C3-9E649A24C0C4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2.6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簽約對象維護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2BC026DD-0A05-4B57-A392-55A36DE98FCC}"/>
              </a:ext>
            </a:extLst>
          </p:cNvPr>
          <p:cNvSpPr/>
          <p:nvPr/>
        </p:nvSpPr>
        <p:spPr bwMode="gray">
          <a:xfrm>
            <a:off x="4560370" y="5544504"/>
            <a:ext cx="3982484" cy="975600"/>
          </a:xfrm>
          <a:prstGeom prst="wedgeRoundRectCallout">
            <a:avLst>
              <a:gd name="adj1" fmla="val -64728"/>
              <a:gd name="adj2" fmla="val -2322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維護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申請合約審閱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時可選擇的簽約合約對象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E8A2257-2DE0-405F-BFE1-F210C9DA8CC6}"/>
              </a:ext>
            </a:extLst>
          </p:cNvPr>
          <p:cNvSpPr/>
          <p:nvPr/>
        </p:nvSpPr>
        <p:spPr>
          <a:xfrm>
            <a:off x="2057399" y="4686301"/>
            <a:ext cx="1909481" cy="1657350"/>
          </a:xfrm>
          <a:prstGeom prst="roundRect">
            <a:avLst>
              <a:gd name="adj" fmla="val 2315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8615805-CF74-4E76-B529-AE524AEF6F94}"/>
              </a:ext>
            </a:extLst>
          </p:cNvPr>
          <p:cNvSpPr/>
          <p:nvPr/>
        </p:nvSpPr>
        <p:spPr>
          <a:xfrm>
            <a:off x="8206070" y="2962274"/>
            <a:ext cx="2766730" cy="2095501"/>
          </a:xfrm>
          <a:prstGeom prst="roundRect">
            <a:avLst>
              <a:gd name="adj" fmla="val 3224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54097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EDCD-6BA1-86E8-DC35-007A477F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BAF38FC-EBFF-93DA-DE8F-152F1A08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2.7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信件範本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8042428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6FDF1B-D70C-7CA2-DB36-0F592250B3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43"/>
          <a:stretch/>
        </p:blipFill>
        <p:spPr>
          <a:xfrm>
            <a:off x="411862" y="799900"/>
            <a:ext cx="7378900" cy="466706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751BF0B-384E-64F3-E15B-C420AB9B2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0428" y="338008"/>
            <a:ext cx="6414896" cy="6201295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2.7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信件範本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7B5F829-8B34-4B75-9A34-EFB45F406861}"/>
              </a:ext>
            </a:extLst>
          </p:cNvPr>
          <p:cNvSpPr/>
          <p:nvPr/>
        </p:nvSpPr>
        <p:spPr>
          <a:xfrm>
            <a:off x="1036625" y="4232187"/>
            <a:ext cx="501230" cy="3980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語音泡泡: 圓角矩形 25">
            <a:extLst>
              <a:ext uri="{FF2B5EF4-FFF2-40B4-BE49-F238E27FC236}">
                <a16:creationId xmlns:a16="http://schemas.microsoft.com/office/drawing/2014/main" id="{1921C01B-8743-4B5A-B5C4-9C574BC262D0}"/>
              </a:ext>
            </a:extLst>
          </p:cNvPr>
          <p:cNvSpPr/>
          <p:nvPr/>
        </p:nvSpPr>
        <p:spPr bwMode="gray">
          <a:xfrm>
            <a:off x="1537855" y="3286086"/>
            <a:ext cx="881149" cy="792000"/>
          </a:xfrm>
          <a:prstGeom prst="wedgeRoundRectCallout">
            <a:avLst>
              <a:gd name="adj1" fmla="val -50077"/>
              <a:gd name="adj2" fmla="val 7741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</a:p>
        </p:txBody>
      </p:sp>
      <p:sp>
        <p:nvSpPr>
          <p:cNvPr id="27" name="語音泡泡: 圓角矩形 26">
            <a:extLst>
              <a:ext uri="{FF2B5EF4-FFF2-40B4-BE49-F238E27FC236}">
                <a16:creationId xmlns:a16="http://schemas.microsoft.com/office/drawing/2014/main" id="{30B61A23-4A14-40E1-AB19-1C9C0F57829C}"/>
              </a:ext>
            </a:extLst>
          </p:cNvPr>
          <p:cNvSpPr/>
          <p:nvPr/>
        </p:nvSpPr>
        <p:spPr bwMode="gray">
          <a:xfrm>
            <a:off x="1753635" y="1759203"/>
            <a:ext cx="3381981" cy="975600"/>
          </a:xfrm>
          <a:prstGeom prst="wedgeRoundRectCallout">
            <a:avLst>
              <a:gd name="adj1" fmla="val 61627"/>
              <a:gd name="adj2" fmla="val -3361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編輯信件內容，可設定需自動帶入資訊的參數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EFC568D-819D-4E6C-AD34-66FD82CB2605}"/>
              </a:ext>
            </a:extLst>
          </p:cNvPr>
          <p:cNvSpPr/>
          <p:nvPr/>
        </p:nvSpPr>
        <p:spPr>
          <a:xfrm>
            <a:off x="5566800" y="1776628"/>
            <a:ext cx="2809907" cy="505672"/>
          </a:xfrm>
          <a:prstGeom prst="roundRect">
            <a:avLst>
              <a:gd name="adj" fmla="val 497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7BCE72E-55DD-49AC-9F0A-5FEFA6D9F21D}"/>
              </a:ext>
            </a:extLst>
          </p:cNvPr>
          <p:cNvSpPr/>
          <p:nvPr/>
        </p:nvSpPr>
        <p:spPr>
          <a:xfrm>
            <a:off x="5944060" y="5036876"/>
            <a:ext cx="2352041" cy="70975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B8D68B9-71AE-4A6C-84BE-A3243C96600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7120081" y="2307239"/>
            <a:ext cx="0" cy="27296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99453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5340CF6-8802-0284-E7E5-1758AE830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18" y="961574"/>
            <a:ext cx="5749582" cy="555813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2.7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信件範本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7873063-F99B-4795-B3D6-2A0F6791AD00}"/>
              </a:ext>
            </a:extLst>
          </p:cNvPr>
          <p:cNvSpPr/>
          <p:nvPr/>
        </p:nvSpPr>
        <p:spPr>
          <a:xfrm>
            <a:off x="618606" y="3239044"/>
            <a:ext cx="4293331" cy="328066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A4DEF5F-540B-4EEC-96E2-7E797D719C8F}"/>
              </a:ext>
            </a:extLst>
          </p:cNvPr>
          <p:cNvSpPr/>
          <p:nvPr/>
        </p:nvSpPr>
        <p:spPr>
          <a:xfrm>
            <a:off x="3295591" y="1668869"/>
            <a:ext cx="1534798" cy="49246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6052E4B-CFD9-4C0F-A39D-5572C7FEA820}"/>
              </a:ext>
            </a:extLst>
          </p:cNvPr>
          <p:cNvCxnSpPr>
            <a:cxnSpLocks/>
          </p:cNvCxnSpPr>
          <p:nvPr/>
        </p:nvCxnSpPr>
        <p:spPr>
          <a:xfrm flipV="1">
            <a:off x="5076593" y="2526156"/>
            <a:ext cx="1265613" cy="70355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4CCEA2DD-D15F-47C6-3D21-A45A014D1A2C}"/>
              </a:ext>
            </a:extLst>
          </p:cNvPr>
          <p:cNvGrpSpPr/>
          <p:nvPr/>
        </p:nvGrpSpPr>
        <p:grpSpPr>
          <a:xfrm>
            <a:off x="4950037" y="575718"/>
            <a:ext cx="7030659" cy="4726309"/>
            <a:chOff x="3979313" y="371029"/>
            <a:chExt cx="7030659" cy="4726309"/>
          </a:xfr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132589C6-1EAD-39F6-9D7C-D11DCBE13698}"/>
                </a:ext>
              </a:extLst>
            </p:cNvPr>
            <p:cNvGrpSpPr/>
            <p:nvPr/>
          </p:nvGrpSpPr>
          <p:grpSpPr>
            <a:xfrm>
              <a:off x="3979313" y="371029"/>
              <a:ext cx="7030659" cy="4726309"/>
              <a:chOff x="962263" y="2118402"/>
              <a:chExt cx="7030659" cy="4726309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6DDE48DF-7088-38F8-9D8E-947AEDD6E6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242" t="31891" r="13756" b="11548"/>
              <a:stretch/>
            </p:blipFill>
            <p:spPr>
              <a:xfrm>
                <a:off x="962263" y="3688577"/>
                <a:ext cx="7030659" cy="3156134"/>
              </a:xfrm>
              <a:prstGeom prst="rect">
                <a:avLst/>
              </a:prstGeom>
              <a:effectLst>
                <a:outerShdw blurRad="635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</p:pic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98294FF1-7A93-9082-5E45-3D979226A3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6849" r="12877"/>
              <a:stretch/>
            </p:blipFill>
            <p:spPr>
              <a:xfrm>
                <a:off x="962263" y="2118402"/>
                <a:ext cx="7030659" cy="1643521"/>
              </a:xfrm>
              <a:prstGeom prst="rect">
                <a:avLst/>
              </a:prstGeom>
            </p:spPr>
          </p:pic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B313593C-4C52-F9A0-F0A6-F93AB9A127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5188" b="31204"/>
            <a:stretch/>
          </p:blipFill>
          <p:spPr>
            <a:xfrm>
              <a:off x="4561203" y="3765580"/>
              <a:ext cx="3017266" cy="1312986"/>
            </a:xfrm>
            <a:prstGeom prst="rect">
              <a:avLst/>
            </a:prstGeom>
          </p:spPr>
        </p:pic>
      </p:grp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32782F9F-3A33-492D-BC4D-88335F0DF349}"/>
              </a:ext>
            </a:extLst>
          </p:cNvPr>
          <p:cNvSpPr/>
          <p:nvPr/>
        </p:nvSpPr>
        <p:spPr>
          <a:xfrm>
            <a:off x="5406501" y="2179088"/>
            <a:ext cx="6196614" cy="3121923"/>
          </a:xfrm>
          <a:prstGeom prst="roundRect">
            <a:avLst>
              <a:gd name="adj" fmla="val 1913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B3BFDB7-8BD3-4AF6-86B2-D6447E737B52}"/>
              </a:ext>
            </a:extLst>
          </p:cNvPr>
          <p:cNvSpPr/>
          <p:nvPr/>
        </p:nvSpPr>
        <p:spPr>
          <a:xfrm>
            <a:off x="5424978" y="578483"/>
            <a:ext cx="1043481" cy="40937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E0187255-3313-417C-AA7F-C73DFED44AAB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 flipV="1">
            <a:off x="4062990" y="783172"/>
            <a:ext cx="1361988" cy="8856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59B1B61D-05AA-C70B-13E5-AB3721AAEA7E}"/>
              </a:ext>
            </a:extLst>
          </p:cNvPr>
          <p:cNvCxnSpPr>
            <a:cxnSpLocks/>
          </p:cNvCxnSpPr>
          <p:nvPr/>
        </p:nvCxnSpPr>
        <p:spPr>
          <a:xfrm flipV="1">
            <a:off x="3890180" y="2352675"/>
            <a:ext cx="1534798" cy="877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73488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19F4-48D7-2799-6775-BBECBFFF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E6229D3-6DBF-3FEC-AF42-0F1DF178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2.8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身份維護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65200487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B22E-04F8-521C-121C-3013F353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29A64C4-6346-8AA7-C871-D5006441A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71" y="1072455"/>
            <a:ext cx="9942857" cy="517142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13208F2-2A87-D7B8-21C6-A308AD5E1F9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2.8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身份維護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】(1/3)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3D1F70D-6286-A4C8-1999-C40E3D011894}"/>
              </a:ext>
            </a:extLst>
          </p:cNvPr>
          <p:cNvSpPr/>
          <p:nvPr/>
        </p:nvSpPr>
        <p:spPr>
          <a:xfrm>
            <a:off x="1215858" y="3507242"/>
            <a:ext cx="7023616" cy="112139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601227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2.8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身份維護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】(2/3)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B4FD64F-C111-4E55-4238-B7BD3A10C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2" y="873278"/>
            <a:ext cx="9942857" cy="517142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1EEB2B3-FE22-4D02-F4B0-0B2364157439}"/>
              </a:ext>
            </a:extLst>
          </p:cNvPr>
          <p:cNvSpPr/>
          <p:nvPr/>
        </p:nvSpPr>
        <p:spPr>
          <a:xfrm>
            <a:off x="817742" y="5646706"/>
            <a:ext cx="411104" cy="3980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CA5C0A41-3A99-6213-3EF5-3FAEB80A1AB6}"/>
              </a:ext>
            </a:extLst>
          </p:cNvPr>
          <p:cNvSpPr/>
          <p:nvPr/>
        </p:nvSpPr>
        <p:spPr bwMode="gray">
          <a:xfrm>
            <a:off x="1209796" y="4642083"/>
            <a:ext cx="881149" cy="792000"/>
          </a:xfrm>
          <a:prstGeom prst="wedgeRoundRectCallout">
            <a:avLst>
              <a:gd name="adj1" fmla="val -46047"/>
              <a:gd name="adj2" fmla="val 8077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0D839BA-00EA-E336-56E7-3E6667106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567" y="589765"/>
            <a:ext cx="6225961" cy="485835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14F486F-3DCB-4BE6-D38B-E9A177B74B61}"/>
              </a:ext>
            </a:extLst>
          </p:cNvPr>
          <p:cNvSpPr/>
          <p:nvPr/>
        </p:nvSpPr>
        <p:spPr>
          <a:xfrm>
            <a:off x="6176337" y="2569242"/>
            <a:ext cx="4511933" cy="112139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62506CE0-A4EC-73A6-69CD-97E00F796DD2}"/>
              </a:ext>
            </a:extLst>
          </p:cNvPr>
          <p:cNvSpPr/>
          <p:nvPr/>
        </p:nvSpPr>
        <p:spPr bwMode="gray">
          <a:xfrm>
            <a:off x="7512094" y="1022911"/>
            <a:ext cx="4239190" cy="782369"/>
          </a:xfrm>
          <a:prstGeom prst="wedgeRoundRectCallout">
            <a:avLst>
              <a:gd name="adj1" fmla="val 20590"/>
              <a:gd name="adj2" fmla="val 14581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可調整該身份的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04B56516-11EF-4A4A-9244-CFE1DEA301DB}"/>
              </a:ext>
            </a:extLst>
          </p:cNvPr>
          <p:cNvSpPr/>
          <p:nvPr/>
        </p:nvSpPr>
        <p:spPr bwMode="gray">
          <a:xfrm>
            <a:off x="4186174" y="4862495"/>
            <a:ext cx="7907354" cy="1724106"/>
          </a:xfrm>
          <a:prstGeom prst="wedgeRoundRectCallout">
            <a:avLst>
              <a:gd name="adj1" fmla="val -21695"/>
              <a:gd name="adj2" fmla="val -12256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審核角色：勾選後，該身份可出現在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審核者角色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選單中。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協助議約申請：勾選後，該身份可於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申請合約審閱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中代同部門成員發起申請。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C046F7B-5779-7C5C-EDDE-D18350034A40}"/>
              </a:ext>
            </a:extLst>
          </p:cNvPr>
          <p:cNvSpPr/>
          <p:nvPr/>
        </p:nvSpPr>
        <p:spPr>
          <a:xfrm>
            <a:off x="6260749" y="2677712"/>
            <a:ext cx="1363278" cy="92943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866455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0" y="57685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2.8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身份維護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】(3/3)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DDF1646-D657-63CC-CDCB-3AD84FDD0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81" y="809625"/>
            <a:ext cx="9942857" cy="517142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1DCA895-6C09-99B4-8D00-4D21234C9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169" y="1521082"/>
            <a:ext cx="6314284" cy="5012370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D76293-AC13-756E-B739-69B5E1799959}"/>
              </a:ext>
            </a:extLst>
          </p:cNvPr>
          <p:cNvSpPr/>
          <p:nvPr/>
        </p:nvSpPr>
        <p:spPr>
          <a:xfrm>
            <a:off x="1755829" y="5120997"/>
            <a:ext cx="501230" cy="39800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語音泡泡: 圓角矩形 12">
            <a:extLst>
              <a:ext uri="{FF2B5EF4-FFF2-40B4-BE49-F238E27FC236}">
                <a16:creationId xmlns:a16="http://schemas.microsoft.com/office/drawing/2014/main" id="{CC2F1715-503E-536F-8FF5-AEA2E029F7CE}"/>
              </a:ext>
            </a:extLst>
          </p:cNvPr>
          <p:cNvSpPr/>
          <p:nvPr/>
        </p:nvSpPr>
        <p:spPr bwMode="gray">
          <a:xfrm>
            <a:off x="2006444" y="4042488"/>
            <a:ext cx="1479747" cy="764421"/>
          </a:xfrm>
          <a:prstGeom prst="wedgeRoundRectCallout">
            <a:avLst>
              <a:gd name="adj1" fmla="val -41847"/>
              <a:gd name="adj2" fmla="val 9006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成員設定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4240B9C-6BD3-A72E-4349-868619F9E0BB}"/>
              </a:ext>
            </a:extLst>
          </p:cNvPr>
          <p:cNvSpPr/>
          <p:nvPr/>
        </p:nvSpPr>
        <p:spPr>
          <a:xfrm>
            <a:off x="5457825" y="2695575"/>
            <a:ext cx="5792514" cy="229552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語音泡泡: 圓角矩形 15">
            <a:extLst>
              <a:ext uri="{FF2B5EF4-FFF2-40B4-BE49-F238E27FC236}">
                <a16:creationId xmlns:a16="http://schemas.microsoft.com/office/drawing/2014/main" id="{FA02E469-1320-7C40-292A-62413F9AEA2B}"/>
              </a:ext>
            </a:extLst>
          </p:cNvPr>
          <p:cNvSpPr/>
          <p:nvPr/>
        </p:nvSpPr>
        <p:spPr bwMode="gray">
          <a:xfrm>
            <a:off x="7827053" y="1301848"/>
            <a:ext cx="3011221" cy="782369"/>
          </a:xfrm>
          <a:prstGeom prst="wedgeRoundRectCallout">
            <a:avLst>
              <a:gd name="adj1" fmla="val 22012"/>
              <a:gd name="adj2" fmla="val 12471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可選擇成員加入身份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CD8E7F0E-B373-984D-045A-276E258BC9E0}"/>
              </a:ext>
            </a:extLst>
          </p:cNvPr>
          <p:cNvSpPr/>
          <p:nvPr/>
        </p:nvSpPr>
        <p:spPr bwMode="gray">
          <a:xfrm>
            <a:off x="5457825" y="5677757"/>
            <a:ext cx="2781069" cy="855695"/>
          </a:xfrm>
          <a:prstGeom prst="wedgeRoundRectCallout">
            <a:avLst>
              <a:gd name="adj1" fmla="val 139408"/>
              <a:gd name="adj2" fmla="val -7569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[X]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移除資料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33">
            <a:extLst>
              <a:ext uri="{FF2B5EF4-FFF2-40B4-BE49-F238E27FC236}">
                <a16:creationId xmlns:a16="http://schemas.microsoft.com/office/drawing/2014/main" id="{6C2FB081-26D3-C1B3-55A3-6FF86BFD0E8A}"/>
              </a:ext>
            </a:extLst>
          </p:cNvPr>
          <p:cNvSpPr/>
          <p:nvPr/>
        </p:nvSpPr>
        <p:spPr>
          <a:xfrm>
            <a:off x="10750052" y="5120543"/>
            <a:ext cx="381738" cy="40084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54011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59A11-9A66-ABB4-8D08-9D982ACA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896C684-4A45-AB1D-CA61-BEA9A350A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2.9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合約編號設定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486493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A58C7BE-A7F4-6092-B60F-8B3F42302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93" y="777044"/>
            <a:ext cx="7090081" cy="443458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2.9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合約編號設定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(1/2)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E85880E-4A57-0630-323B-1412B4B441FC}"/>
              </a:ext>
            </a:extLst>
          </p:cNvPr>
          <p:cNvSpPr/>
          <p:nvPr/>
        </p:nvSpPr>
        <p:spPr>
          <a:xfrm>
            <a:off x="590268" y="2496436"/>
            <a:ext cx="6500310" cy="2636441"/>
          </a:xfrm>
          <a:prstGeom prst="roundRect">
            <a:avLst>
              <a:gd name="adj" fmla="val 522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3E8987-4312-BA0C-00E5-C5CC0180B8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730"/>
          <a:stretch/>
        </p:blipFill>
        <p:spPr>
          <a:xfrm>
            <a:off x="5714181" y="2436284"/>
            <a:ext cx="6044432" cy="40671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B58C27C6-61AC-489F-29E9-6A3140C3AE28}"/>
              </a:ext>
            </a:extLst>
          </p:cNvPr>
          <p:cNvSpPr/>
          <p:nvPr/>
        </p:nvSpPr>
        <p:spPr bwMode="gray">
          <a:xfrm>
            <a:off x="346744" y="5396537"/>
            <a:ext cx="2695519" cy="1089942"/>
          </a:xfrm>
          <a:prstGeom prst="wedgeRoundRectCallout">
            <a:avLst>
              <a:gd name="adj1" fmla="val -2925"/>
              <a:gd name="adj2" fmla="val -7396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設定合約編號顯示元素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64BAA22-0AA9-7CCC-792A-4AFE0C36D266}"/>
              </a:ext>
            </a:extLst>
          </p:cNvPr>
          <p:cNvSpPr/>
          <p:nvPr/>
        </p:nvSpPr>
        <p:spPr>
          <a:xfrm>
            <a:off x="8314530" y="6047216"/>
            <a:ext cx="734219" cy="420483"/>
          </a:xfrm>
          <a:prstGeom prst="roundRect">
            <a:avLst>
              <a:gd name="adj" fmla="val 8309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10A7434-0022-B5A2-95D3-D0546BADB92E}"/>
              </a:ext>
            </a:extLst>
          </p:cNvPr>
          <p:cNvSpPr/>
          <p:nvPr/>
        </p:nvSpPr>
        <p:spPr>
          <a:xfrm>
            <a:off x="5738033" y="2782956"/>
            <a:ext cx="6020580" cy="3174454"/>
          </a:xfrm>
          <a:prstGeom prst="roundRect">
            <a:avLst>
              <a:gd name="adj" fmla="val 2706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2" name="圓角矩形圖說文字 51">
            <a:extLst>
              <a:ext uri="{FF2B5EF4-FFF2-40B4-BE49-F238E27FC236}">
                <a16:creationId xmlns:a16="http://schemas.microsoft.com/office/drawing/2014/main" id="{8C17F85D-FC9D-DF49-0A96-29E65D0FD6C7}"/>
              </a:ext>
            </a:extLst>
          </p:cNvPr>
          <p:cNvSpPr/>
          <p:nvPr/>
        </p:nvSpPr>
        <p:spPr bwMode="gray">
          <a:xfrm>
            <a:off x="8865843" y="5274495"/>
            <a:ext cx="2973676" cy="707094"/>
          </a:xfrm>
          <a:prstGeom prst="wedgeRoundRectCallout">
            <a:avLst>
              <a:gd name="adj1" fmla="val -43691"/>
              <a:gd name="adj2" fmla="val 8117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8829EE5-002B-0D4B-E0E5-04F949A3E56D}"/>
              </a:ext>
            </a:extLst>
          </p:cNvPr>
          <p:cNvSpPr/>
          <p:nvPr/>
        </p:nvSpPr>
        <p:spPr>
          <a:xfrm>
            <a:off x="3291163" y="4624667"/>
            <a:ext cx="671236" cy="420483"/>
          </a:xfrm>
          <a:prstGeom prst="roundRect">
            <a:avLst>
              <a:gd name="adj" fmla="val 8309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9577C90-6484-0A71-4C42-9AF17B15F2AB}"/>
              </a:ext>
            </a:extLst>
          </p:cNvPr>
          <p:cNvSpPr/>
          <p:nvPr/>
        </p:nvSpPr>
        <p:spPr>
          <a:xfrm>
            <a:off x="590267" y="1319140"/>
            <a:ext cx="4882654" cy="1094555"/>
          </a:xfrm>
          <a:prstGeom prst="roundRect">
            <a:avLst>
              <a:gd name="adj" fmla="val 830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5" name="圓角矩形圖說文字 51">
            <a:extLst>
              <a:ext uri="{FF2B5EF4-FFF2-40B4-BE49-F238E27FC236}">
                <a16:creationId xmlns:a16="http://schemas.microsoft.com/office/drawing/2014/main" id="{1AF44797-7928-2574-F35C-9203A0189BF2}"/>
              </a:ext>
            </a:extLst>
          </p:cNvPr>
          <p:cNvSpPr/>
          <p:nvPr/>
        </p:nvSpPr>
        <p:spPr bwMode="gray">
          <a:xfrm>
            <a:off x="5856908" y="610407"/>
            <a:ext cx="4160734" cy="652737"/>
          </a:xfrm>
          <a:prstGeom prst="wedgeRoundRectCallout">
            <a:avLst>
              <a:gd name="adj1" fmla="val -60165"/>
              <a:gd name="adj2" fmla="val 5870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可檢視實際合約編號呈現樣式</a:t>
            </a:r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474662D6-E00F-161D-7501-D44680C7E990}"/>
              </a:ext>
            </a:extLst>
          </p:cNvPr>
          <p:cNvSpPr/>
          <p:nvPr/>
        </p:nvSpPr>
        <p:spPr bwMode="gray">
          <a:xfrm>
            <a:off x="3156359" y="5564813"/>
            <a:ext cx="2044291" cy="902886"/>
          </a:xfrm>
          <a:prstGeom prst="wedgeRoundRectCallout">
            <a:avLst>
              <a:gd name="adj1" fmla="val -23705"/>
              <a:gd name="adj2" fmla="val -10704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EB447899-9327-62E9-A980-1B95836F0721}"/>
              </a:ext>
            </a:extLst>
          </p:cNvPr>
          <p:cNvSpPr/>
          <p:nvPr/>
        </p:nvSpPr>
        <p:spPr bwMode="gray">
          <a:xfrm>
            <a:off x="7803675" y="1465055"/>
            <a:ext cx="4160733" cy="975600"/>
          </a:xfrm>
          <a:prstGeom prst="wedgeRoundRectCallout">
            <a:avLst>
              <a:gd name="adj1" fmla="val -21027"/>
              <a:gd name="adj2" fmla="val 8346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資料呈現於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已加入的編碼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可拖曳排序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405871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6391A29-B8DD-F5D1-37BB-9835B280C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90" y="181611"/>
            <a:ext cx="5546405" cy="657012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13F8FECB-92B9-2664-CCD8-80678420E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72" y="1529462"/>
            <a:ext cx="8942363" cy="97988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2.9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合約編號設定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9C0FEBF-B272-CF59-C956-6D91E087A8C9}"/>
              </a:ext>
            </a:extLst>
          </p:cNvPr>
          <p:cNvSpPr/>
          <p:nvPr/>
        </p:nvSpPr>
        <p:spPr>
          <a:xfrm>
            <a:off x="5495925" y="3936614"/>
            <a:ext cx="5200650" cy="2739775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5679C3A9-7C13-BD88-6306-E25E9890074F}"/>
              </a:ext>
            </a:extLst>
          </p:cNvPr>
          <p:cNvCxnSpPr>
            <a:cxnSpLocks/>
          </p:cNvCxnSpPr>
          <p:nvPr/>
        </p:nvCxnSpPr>
        <p:spPr>
          <a:xfrm flipV="1">
            <a:off x="7315200" y="2509348"/>
            <a:ext cx="0" cy="14272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477A6DEA-A5BA-499C-E0E8-2C060A0822F0}"/>
              </a:ext>
            </a:extLst>
          </p:cNvPr>
          <p:cNvSpPr/>
          <p:nvPr/>
        </p:nvSpPr>
        <p:spPr>
          <a:xfrm>
            <a:off x="7037457" y="1929188"/>
            <a:ext cx="2287541" cy="60411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C09CB798-78C3-16B5-F7F2-07E7A3DC1E65}"/>
              </a:ext>
            </a:extLst>
          </p:cNvPr>
          <p:cNvSpPr/>
          <p:nvPr/>
        </p:nvSpPr>
        <p:spPr bwMode="gray">
          <a:xfrm>
            <a:off x="191930" y="4666434"/>
            <a:ext cx="4993431" cy="1324208"/>
          </a:xfrm>
          <a:prstGeom prst="wedgeRoundRectCallout">
            <a:avLst>
              <a:gd name="adj1" fmla="val 55693"/>
              <a:gd name="adj2" fmla="val 1681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公司維護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_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設定公司合約編號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未設定資料或為「停用」時，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此設定才會生效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8297044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2A228-02D3-8028-B162-D527170A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577DCEF5-1E86-CA97-E849-DDB99EF3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2.10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審核狀態維護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53194455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E35E4D7-043F-0662-AFC2-9A963D33A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568"/>
          <a:stretch>
            <a:fillRect/>
          </a:stretch>
        </p:blipFill>
        <p:spPr>
          <a:xfrm>
            <a:off x="638175" y="1194666"/>
            <a:ext cx="6145070" cy="539642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8268C31-9C28-FBC5-C133-C5AD5DA7E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752" y="129563"/>
            <a:ext cx="6341497" cy="3767358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560A13C-6E92-DBA7-4462-610739D384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467"/>
          <a:stretch>
            <a:fillRect/>
          </a:stretch>
        </p:blipFill>
        <p:spPr>
          <a:xfrm>
            <a:off x="4084160" y="3983535"/>
            <a:ext cx="7834891" cy="275764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2.10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審核狀態維護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F8CB51-7C20-DD2C-C571-A23B163F2F77}"/>
              </a:ext>
            </a:extLst>
          </p:cNvPr>
          <p:cNvSpPr/>
          <p:nvPr/>
        </p:nvSpPr>
        <p:spPr>
          <a:xfrm>
            <a:off x="2054961" y="4339311"/>
            <a:ext cx="783490" cy="2251781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0B69B6-9C8C-7F11-D1C0-3D1EA30F2D18}"/>
              </a:ext>
            </a:extLst>
          </p:cNvPr>
          <p:cNvSpPr/>
          <p:nvPr/>
        </p:nvSpPr>
        <p:spPr>
          <a:xfrm>
            <a:off x="5043633" y="2762250"/>
            <a:ext cx="5748192" cy="114419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11DF8D25-AAAC-8259-E61E-128BE40C19F2}"/>
              </a:ext>
            </a:extLst>
          </p:cNvPr>
          <p:cNvSpPr/>
          <p:nvPr/>
        </p:nvSpPr>
        <p:spPr bwMode="gray">
          <a:xfrm>
            <a:off x="102313" y="2551807"/>
            <a:ext cx="4402486" cy="981455"/>
          </a:xfrm>
          <a:prstGeom prst="wedgeRoundRectCallout">
            <a:avLst>
              <a:gd name="adj1" fmla="val -1389"/>
              <a:gd name="adj2" fmla="val 13091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審核設定 </a:t>
            </a:r>
            <a:r>
              <a:rPr lang="en-US" altLang="zh-TW" b="1" i="0" dirty="0">
                <a:solidFill>
                  <a:srgbClr val="3333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&gt; </a:t>
            </a:r>
            <a:r>
              <a:rPr lang="zh-TW" altLang="en-US" b="1" i="0" dirty="0">
                <a:solidFill>
                  <a:srgbClr val="3333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流程維護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各關卡通過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拒絕後顯示之狀態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256848B-9802-4B87-4C2A-6F05777DEFE5}"/>
              </a:ext>
            </a:extLst>
          </p:cNvPr>
          <p:cNvSpPr/>
          <p:nvPr/>
        </p:nvSpPr>
        <p:spPr>
          <a:xfrm>
            <a:off x="9835349" y="5461712"/>
            <a:ext cx="1089826" cy="127947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E9DAAA2F-C672-01B2-EC89-55E5C3D287B2}"/>
              </a:ext>
            </a:extLst>
          </p:cNvPr>
          <p:cNvSpPr/>
          <p:nvPr/>
        </p:nvSpPr>
        <p:spPr bwMode="gray">
          <a:xfrm>
            <a:off x="3989125" y="4486297"/>
            <a:ext cx="6306633" cy="716070"/>
          </a:xfrm>
          <a:prstGeom prst="wedgeRoundRectCallout">
            <a:avLst>
              <a:gd name="adj1" fmla="val 43950"/>
              <a:gd name="adj2" fmla="val 8549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待審清單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列表中的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審核狀態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欄位顯示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9C871FD-5B86-C88D-5059-AAD772FF301F}"/>
              </a:ext>
            </a:extLst>
          </p:cNvPr>
          <p:cNvCxnSpPr>
            <a:cxnSpLocks/>
          </p:cNvCxnSpPr>
          <p:nvPr/>
        </p:nvCxnSpPr>
        <p:spPr>
          <a:xfrm flipV="1">
            <a:off x="2838451" y="3429000"/>
            <a:ext cx="2202210" cy="9255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315309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3951-DF9B-2EF9-4FA2-3D58722D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7C28FD4-F7F6-9D63-2061-66945012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2.11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行事曆維護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74065650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CF8570F-953F-7ED7-3A17-F645192EF2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4" t="1357" r="545" b="167"/>
          <a:stretch/>
        </p:blipFill>
        <p:spPr>
          <a:xfrm>
            <a:off x="578887" y="767107"/>
            <a:ext cx="8388936" cy="583432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行事曆維護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5BA7CB-922F-409C-BCC9-159002A2FE69}"/>
              </a:ext>
            </a:extLst>
          </p:cNvPr>
          <p:cNvSpPr/>
          <p:nvPr/>
        </p:nvSpPr>
        <p:spPr>
          <a:xfrm>
            <a:off x="665938" y="2734322"/>
            <a:ext cx="8125269" cy="3070269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94FD3B38-85DE-1861-D136-692078DA8016}"/>
              </a:ext>
            </a:extLst>
          </p:cNvPr>
          <p:cNvSpPr/>
          <p:nvPr/>
        </p:nvSpPr>
        <p:spPr bwMode="gray">
          <a:xfrm>
            <a:off x="5026763" y="347272"/>
            <a:ext cx="5203221" cy="975600"/>
          </a:xfrm>
          <a:prstGeom prst="wedgeRoundRectCallout">
            <a:avLst>
              <a:gd name="adj1" fmla="val -59181"/>
              <a:gd name="adj2" fmla="val 5706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建議使用相關應用程式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Outlook)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設定提醒系統管理者更新年度行事曆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語音泡泡: 圓角矩形 5">
            <a:extLst>
              <a:ext uri="{FF2B5EF4-FFF2-40B4-BE49-F238E27FC236}">
                <a16:creationId xmlns:a16="http://schemas.microsoft.com/office/drawing/2014/main" id="{F8D36B96-DF17-6717-18AB-5E6718804631}"/>
              </a:ext>
            </a:extLst>
          </p:cNvPr>
          <p:cNvSpPr/>
          <p:nvPr/>
        </p:nvSpPr>
        <p:spPr bwMode="gray">
          <a:xfrm>
            <a:off x="8967823" y="4728707"/>
            <a:ext cx="3110208" cy="1279800"/>
          </a:xfrm>
          <a:prstGeom prst="wedgeRoundRectCallout">
            <a:avLst>
              <a:gd name="adj1" fmla="val -55445"/>
              <a:gd name="adj2" fmla="val -8108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稽催信件的寄發將依實際工作日計算稽催天數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702DEC82-D676-AAA8-B5A0-3AAB1ABF177B}"/>
              </a:ext>
            </a:extLst>
          </p:cNvPr>
          <p:cNvSpPr/>
          <p:nvPr/>
        </p:nvSpPr>
        <p:spPr bwMode="gray">
          <a:xfrm>
            <a:off x="8967823" y="2219998"/>
            <a:ext cx="2926813" cy="792000"/>
          </a:xfrm>
          <a:prstGeom prst="wedgeRoundRectCallout">
            <a:avLst>
              <a:gd name="adj1" fmla="val -55087"/>
              <a:gd name="adj2" fmla="val 11309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勾選休假日</a:t>
            </a:r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D84CCF66-FDFF-972C-BB3A-5B6554FDCA31}"/>
              </a:ext>
            </a:extLst>
          </p:cNvPr>
          <p:cNvSpPr/>
          <p:nvPr/>
        </p:nvSpPr>
        <p:spPr bwMode="gray">
          <a:xfrm>
            <a:off x="5817827" y="5911391"/>
            <a:ext cx="3011615" cy="792000"/>
          </a:xfrm>
          <a:prstGeom prst="wedgeRoundRectCallout">
            <a:avLst>
              <a:gd name="adj1" fmla="val -68268"/>
              <a:gd name="adj2" fmla="val -976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儲存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31EB77C-8578-0E38-6504-CD8B881EC42D}"/>
              </a:ext>
            </a:extLst>
          </p:cNvPr>
          <p:cNvSpPr/>
          <p:nvPr/>
        </p:nvSpPr>
        <p:spPr>
          <a:xfrm>
            <a:off x="4280984" y="6008507"/>
            <a:ext cx="984742" cy="57600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A629776-A68A-3BFD-3EB5-D203D597DCFA}"/>
              </a:ext>
            </a:extLst>
          </p:cNvPr>
          <p:cNvSpPr/>
          <p:nvPr/>
        </p:nvSpPr>
        <p:spPr>
          <a:xfrm>
            <a:off x="1737618" y="1402670"/>
            <a:ext cx="3038567" cy="49058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81667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6DA2-63BC-3932-850D-5C041E04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38606F2-24E1-D0E9-DDE2-4E51D555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2.12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合約類型維護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0973752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1B12B3-2D17-5E75-9374-41083EB3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86" y="802599"/>
            <a:ext cx="6811589" cy="473659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D892561-89E8-90BB-8523-ABA78DF159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72" t="42218" r="3573" b="6537"/>
          <a:stretch/>
        </p:blipFill>
        <p:spPr>
          <a:xfrm>
            <a:off x="4596851" y="564022"/>
            <a:ext cx="6643675" cy="320732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2.12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31B10905-160B-023C-64CD-638354B237BF}"/>
              </a:ext>
            </a:extLst>
          </p:cNvPr>
          <p:cNvSpPr/>
          <p:nvPr/>
        </p:nvSpPr>
        <p:spPr>
          <a:xfrm>
            <a:off x="2183702" y="4321339"/>
            <a:ext cx="4017073" cy="121785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46FB6DC-CF3D-6C91-106C-FAC0FFA31619}"/>
              </a:ext>
            </a:extLst>
          </p:cNvPr>
          <p:cNvCxnSpPr>
            <a:cxnSpLocks/>
            <a:stCxn id="45" idx="0"/>
            <a:endCxn id="49" idx="1"/>
          </p:cNvCxnSpPr>
          <p:nvPr/>
        </p:nvCxnSpPr>
        <p:spPr>
          <a:xfrm flipV="1">
            <a:off x="4192239" y="2971522"/>
            <a:ext cx="598836" cy="13498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79A18393-9579-4B85-EF54-B32CECA670C6}"/>
              </a:ext>
            </a:extLst>
          </p:cNvPr>
          <p:cNvSpPr/>
          <p:nvPr/>
        </p:nvSpPr>
        <p:spPr>
          <a:xfrm>
            <a:off x="4791075" y="2190750"/>
            <a:ext cx="2921662" cy="1561544"/>
          </a:xfrm>
          <a:prstGeom prst="roundRect">
            <a:avLst>
              <a:gd name="adj" fmla="val 467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語音泡泡: 圓角矩形 50">
            <a:extLst>
              <a:ext uri="{FF2B5EF4-FFF2-40B4-BE49-F238E27FC236}">
                <a16:creationId xmlns:a16="http://schemas.microsoft.com/office/drawing/2014/main" id="{02975E5C-A915-F930-EBAD-15BC3B8C1C59}"/>
              </a:ext>
            </a:extLst>
          </p:cNvPr>
          <p:cNvSpPr/>
          <p:nvPr/>
        </p:nvSpPr>
        <p:spPr bwMode="gray">
          <a:xfrm>
            <a:off x="5452844" y="704283"/>
            <a:ext cx="4481685" cy="975600"/>
          </a:xfrm>
          <a:prstGeom prst="wedgeRoundRectCallout">
            <a:avLst>
              <a:gd name="adj1" fmla="val -21891"/>
              <a:gd name="adj2" fmla="val 10078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申請合約審閱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合約類型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欄位所能選擇的類型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22F0084-3C41-6801-53CC-466FC442A9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279"/>
          <a:stretch>
            <a:fillRect/>
          </a:stretch>
        </p:blipFill>
        <p:spPr>
          <a:xfrm>
            <a:off x="5744000" y="4277016"/>
            <a:ext cx="6045350" cy="2164759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8C91795-15F2-C66D-0C84-5EF1C51B0EC7}"/>
              </a:ext>
            </a:extLst>
          </p:cNvPr>
          <p:cNvSpPr/>
          <p:nvPr/>
        </p:nvSpPr>
        <p:spPr>
          <a:xfrm>
            <a:off x="6810375" y="5159495"/>
            <a:ext cx="4800600" cy="1282280"/>
          </a:xfrm>
          <a:prstGeom prst="roundRect">
            <a:avLst>
              <a:gd name="adj" fmla="val 467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227DA8DC-476A-8140-F71D-DA273D135D26}"/>
              </a:ext>
            </a:extLst>
          </p:cNvPr>
          <p:cNvSpPr/>
          <p:nvPr/>
        </p:nvSpPr>
        <p:spPr bwMode="gray">
          <a:xfrm>
            <a:off x="402650" y="5671156"/>
            <a:ext cx="5341350" cy="975600"/>
          </a:xfrm>
          <a:prstGeom prst="wedgeRoundRectCallout">
            <a:avLst>
              <a:gd name="adj1" fmla="val 70097"/>
              <a:gd name="adj2" fmla="val 9011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中，可依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合約類型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進行條件對應設定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701440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7E32-0A1F-E125-4D27-E3A6DAB4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C76FB96A-F05E-6D5D-CD8C-12DE8D5E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2.13 </a:t>
            </a:r>
            <a:r>
              <a:rPr lang="zh-TW" altLang="en-US" sz="3600" dirty="0"/>
              <a:t>系統管理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寄信紀錄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3416058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71C609E-480E-F0D3-A2E1-05147DF00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08" y="769071"/>
            <a:ext cx="10596569" cy="571162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EB9C61-9672-4EC5-BBF5-8400D00F758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14.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寄信紀錄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2A5BA7CB-922F-409C-BCC9-159002A2FE69}"/>
              </a:ext>
            </a:extLst>
          </p:cNvPr>
          <p:cNvSpPr/>
          <p:nvPr/>
        </p:nvSpPr>
        <p:spPr>
          <a:xfrm>
            <a:off x="716648" y="4545981"/>
            <a:ext cx="10510129" cy="194359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圓角矩形 4">
            <a:extLst>
              <a:ext uri="{FF2B5EF4-FFF2-40B4-BE49-F238E27FC236}">
                <a16:creationId xmlns:a16="http://schemas.microsoft.com/office/drawing/2014/main" id="{698578DA-0DA8-B56D-CA49-07428C8938B2}"/>
              </a:ext>
            </a:extLst>
          </p:cNvPr>
          <p:cNvSpPr/>
          <p:nvPr/>
        </p:nvSpPr>
        <p:spPr bwMode="gray">
          <a:xfrm>
            <a:off x="7865707" y="3338186"/>
            <a:ext cx="3041779" cy="792000"/>
          </a:xfrm>
          <a:prstGeom prst="wedgeRoundRectCallout">
            <a:avLst>
              <a:gd name="adj1" fmla="val -48087"/>
              <a:gd name="adj2" fmla="val 10005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可查閱系統發信狀況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3998431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6CD8-94DE-67F3-C8FC-8BE24814A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6BD1622-B9BC-E2CA-1094-83A90118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3.1 </a:t>
            </a:r>
            <a:r>
              <a:rPr lang="zh-TW" altLang="en-US" sz="3600" dirty="0"/>
              <a:t>審核設定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流程維護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884884384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092C051-B613-A927-6A1B-9ADD38AB0F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76" b="5689"/>
          <a:stretch/>
        </p:blipFill>
        <p:spPr>
          <a:xfrm>
            <a:off x="370496" y="1100830"/>
            <a:ext cx="8079383" cy="550299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D333393-FCC2-286F-1D33-49E6624F0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605" y="191637"/>
            <a:ext cx="6484422" cy="653271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設定流程 </a:t>
            </a:r>
            <a:endParaRPr lang="en-US" altLang="zh-TW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       (1/6)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FC4028F-53E3-4141-B90C-6A31894338A1}"/>
              </a:ext>
            </a:extLst>
          </p:cNvPr>
          <p:cNvSpPr/>
          <p:nvPr/>
        </p:nvSpPr>
        <p:spPr>
          <a:xfrm>
            <a:off x="981771" y="6213050"/>
            <a:ext cx="379956" cy="39077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0DE001AE-0724-489A-A059-F199A00EB505}"/>
              </a:ext>
            </a:extLst>
          </p:cNvPr>
          <p:cNvSpPr/>
          <p:nvPr/>
        </p:nvSpPr>
        <p:spPr bwMode="gray">
          <a:xfrm>
            <a:off x="7905015" y="5275900"/>
            <a:ext cx="3916489" cy="644978"/>
          </a:xfrm>
          <a:prstGeom prst="wedgeRoundRectCallout">
            <a:avLst>
              <a:gd name="adj1" fmla="val -56636"/>
              <a:gd name="adj2" fmla="val -5585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設定該審核流程執行的條件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F40253-215B-43F4-B9E9-DDDB1FD40615}"/>
              </a:ext>
            </a:extLst>
          </p:cNvPr>
          <p:cNvSpPr/>
          <p:nvPr/>
        </p:nvSpPr>
        <p:spPr>
          <a:xfrm>
            <a:off x="5576844" y="1620064"/>
            <a:ext cx="2970972" cy="516918"/>
          </a:xfrm>
          <a:prstGeom prst="roundRect">
            <a:avLst>
              <a:gd name="adj" fmla="val 812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8693FD54-C165-475E-ADD6-59D0CD92A16A}"/>
              </a:ext>
            </a:extLst>
          </p:cNvPr>
          <p:cNvSpPr/>
          <p:nvPr/>
        </p:nvSpPr>
        <p:spPr bwMode="gray">
          <a:xfrm>
            <a:off x="2334633" y="1639114"/>
            <a:ext cx="2814682" cy="975600"/>
          </a:xfrm>
          <a:prstGeom prst="wedgeRoundRectCallout">
            <a:avLst>
              <a:gd name="adj1" fmla="val 64853"/>
              <a:gd name="adj2" fmla="val -2482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此關通過後將產生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合約編號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C3BC540-584D-49C4-B3A3-BB270A0436CC}"/>
              </a:ext>
            </a:extLst>
          </p:cNvPr>
          <p:cNvSpPr/>
          <p:nvPr/>
        </p:nvSpPr>
        <p:spPr>
          <a:xfrm>
            <a:off x="5576843" y="3193024"/>
            <a:ext cx="5405481" cy="204491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B766CF74-83D6-E26D-0B05-95FE983DF570}"/>
              </a:ext>
            </a:extLst>
          </p:cNvPr>
          <p:cNvSpPr/>
          <p:nvPr/>
        </p:nvSpPr>
        <p:spPr bwMode="gray">
          <a:xfrm>
            <a:off x="1647714" y="5490082"/>
            <a:ext cx="891301" cy="678756"/>
          </a:xfrm>
          <a:prstGeom prst="wedgeRoundRectCallout">
            <a:avLst>
              <a:gd name="adj1" fmla="val -84565"/>
              <a:gd name="adj2" fmla="val 5594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741956B5-AC23-89D2-72A1-917D5DFE4D2D}"/>
              </a:ext>
            </a:extLst>
          </p:cNvPr>
          <p:cNvSpPr/>
          <p:nvPr/>
        </p:nvSpPr>
        <p:spPr>
          <a:xfrm>
            <a:off x="8606169" y="1058853"/>
            <a:ext cx="2940872" cy="582882"/>
          </a:xfrm>
          <a:prstGeom prst="roundRect">
            <a:avLst>
              <a:gd name="adj" fmla="val 812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語音泡泡: 圓角矩形 14">
            <a:extLst>
              <a:ext uri="{FF2B5EF4-FFF2-40B4-BE49-F238E27FC236}">
                <a16:creationId xmlns:a16="http://schemas.microsoft.com/office/drawing/2014/main" id="{E0A3DDA7-A5DF-8988-9D73-F71E21A8030B}"/>
              </a:ext>
            </a:extLst>
          </p:cNvPr>
          <p:cNvSpPr/>
          <p:nvPr/>
        </p:nvSpPr>
        <p:spPr bwMode="gray">
          <a:xfrm>
            <a:off x="8819055" y="1868623"/>
            <a:ext cx="3187370" cy="975600"/>
          </a:xfrm>
          <a:prstGeom prst="wedgeRoundRectCallout">
            <a:avLst>
              <a:gd name="adj1" fmla="val 20964"/>
              <a:gd name="adj2" fmla="val -7526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此關通過後將產生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Final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按鈕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0502039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C956B962-3801-A9B9-C9E7-55B5FC8A8828}"/>
              </a:ext>
            </a:extLst>
          </p:cNvPr>
          <p:cNvGrpSpPr/>
          <p:nvPr/>
        </p:nvGrpSpPr>
        <p:grpSpPr>
          <a:xfrm>
            <a:off x="499517" y="609128"/>
            <a:ext cx="5773540" cy="6153227"/>
            <a:chOff x="-436378" y="-3365860"/>
            <a:chExt cx="8562118" cy="9755896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45F5E71F-5039-A21E-25A6-8C2BD2D34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3821"/>
            <a:stretch>
              <a:fillRect/>
            </a:stretch>
          </p:blipFill>
          <p:spPr>
            <a:xfrm>
              <a:off x="-422042" y="-3365860"/>
              <a:ext cx="8547782" cy="591017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66036E6-6461-27F1-F30E-374D391C0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436378" y="2527065"/>
              <a:ext cx="8562118" cy="3862971"/>
            </a:xfrm>
            <a:prstGeom prst="rect">
              <a:avLst/>
            </a:prstGeom>
          </p:spPr>
        </p:pic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3206A404-1625-CA03-86DA-68DD0823B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884" y="564021"/>
            <a:ext cx="6545383" cy="619833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設定關卡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(2/6)</a:t>
            </a:r>
            <a:endParaRPr lang="zh-TW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E10592C-7E31-4163-952F-DAD2C3F83246}"/>
              </a:ext>
            </a:extLst>
          </p:cNvPr>
          <p:cNvSpPr/>
          <p:nvPr/>
        </p:nvSpPr>
        <p:spPr>
          <a:xfrm>
            <a:off x="704250" y="6364944"/>
            <a:ext cx="908897" cy="37149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D94566C-EE62-4E87-8613-0D429511465A}"/>
              </a:ext>
            </a:extLst>
          </p:cNvPr>
          <p:cNvSpPr/>
          <p:nvPr/>
        </p:nvSpPr>
        <p:spPr>
          <a:xfrm>
            <a:off x="5659053" y="1922395"/>
            <a:ext cx="5406245" cy="51518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774AEFB-BBC1-4CAA-B4E5-B3AEE0BC491E}"/>
              </a:ext>
            </a:extLst>
          </p:cNvPr>
          <p:cNvSpPr/>
          <p:nvPr/>
        </p:nvSpPr>
        <p:spPr>
          <a:xfrm>
            <a:off x="5659053" y="4216663"/>
            <a:ext cx="3708471" cy="58288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477B9F4D-46F1-474A-85B2-46E232784235}"/>
              </a:ext>
            </a:extLst>
          </p:cNvPr>
          <p:cNvSpPr/>
          <p:nvPr/>
        </p:nvSpPr>
        <p:spPr>
          <a:xfrm>
            <a:off x="5659053" y="5762625"/>
            <a:ext cx="3589722" cy="96948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FCEEDBC-01F9-41B2-9078-B52BE78C7D23}"/>
              </a:ext>
            </a:extLst>
          </p:cNvPr>
          <p:cNvSpPr/>
          <p:nvPr/>
        </p:nvSpPr>
        <p:spPr>
          <a:xfrm>
            <a:off x="9410064" y="4404893"/>
            <a:ext cx="1180996" cy="33819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EC942914-89A0-4C96-A4B2-53003996765A}"/>
              </a:ext>
            </a:extLst>
          </p:cNvPr>
          <p:cNvSpPr/>
          <p:nvPr/>
        </p:nvSpPr>
        <p:spPr bwMode="gray">
          <a:xfrm>
            <a:off x="9317065" y="3134542"/>
            <a:ext cx="2800434" cy="949027"/>
          </a:xfrm>
          <a:prstGeom prst="wedgeRoundRectCallout">
            <a:avLst>
              <a:gd name="adj1" fmla="val -20997"/>
              <a:gd name="adj2" fmla="val 8321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solidFill>
                  <a:srgbClr val="1919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審核者可自行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選擇要退回的關卡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E9F1806E-B0A0-4BAA-BA0E-4402D1120E79}"/>
              </a:ext>
            </a:extLst>
          </p:cNvPr>
          <p:cNvSpPr/>
          <p:nvPr/>
        </p:nvSpPr>
        <p:spPr bwMode="gray">
          <a:xfrm>
            <a:off x="7622931" y="883783"/>
            <a:ext cx="3612543" cy="757958"/>
          </a:xfrm>
          <a:prstGeom prst="wedgeRoundRectCallout">
            <a:avLst>
              <a:gd name="adj1" fmla="val -21413"/>
              <a:gd name="adj2" fmla="val 8385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設定審核者可使用的功能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3E79A464-18A3-40B6-907D-25185F49A448}"/>
              </a:ext>
            </a:extLst>
          </p:cNvPr>
          <p:cNvSpPr/>
          <p:nvPr/>
        </p:nvSpPr>
        <p:spPr bwMode="gray">
          <a:xfrm>
            <a:off x="9491851" y="4932935"/>
            <a:ext cx="2644635" cy="1361044"/>
          </a:xfrm>
          <a:prstGeom prst="wedgeRoundRectCallout">
            <a:avLst>
              <a:gd name="adj1" fmla="val -57487"/>
              <a:gd name="adj2" fmla="val 5183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設定待審明細中，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合約基本資訊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欄位的顯示方式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010BC2E4-FDDB-B5F2-DE4C-574EF605BE26}"/>
              </a:ext>
            </a:extLst>
          </p:cNvPr>
          <p:cNvSpPr/>
          <p:nvPr/>
        </p:nvSpPr>
        <p:spPr>
          <a:xfrm>
            <a:off x="5679682" y="3603603"/>
            <a:ext cx="2940443" cy="51518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圓角矩形圖說文字 51">
            <a:extLst>
              <a:ext uri="{FF2B5EF4-FFF2-40B4-BE49-F238E27FC236}">
                <a16:creationId xmlns:a16="http://schemas.microsoft.com/office/drawing/2014/main" id="{2B34E86A-7465-DA90-2136-FEC25B6CF5EC}"/>
              </a:ext>
            </a:extLst>
          </p:cNvPr>
          <p:cNvSpPr/>
          <p:nvPr/>
        </p:nvSpPr>
        <p:spPr bwMode="gray">
          <a:xfrm>
            <a:off x="2327034" y="4287807"/>
            <a:ext cx="2767380" cy="961764"/>
          </a:xfrm>
          <a:prstGeom prst="wedgeRoundRectCallout">
            <a:avLst>
              <a:gd name="adj1" fmla="val 68892"/>
              <a:gd name="adj2" fmla="val -1299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審核者僅能退回到此處設定的關卡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圓角矩形圖說文字 51">
            <a:extLst>
              <a:ext uri="{FF2B5EF4-FFF2-40B4-BE49-F238E27FC236}">
                <a16:creationId xmlns:a16="http://schemas.microsoft.com/office/drawing/2014/main" id="{4490FAD7-1D8A-74BB-FDFE-C00DD7E70B0F}"/>
              </a:ext>
            </a:extLst>
          </p:cNvPr>
          <p:cNvSpPr/>
          <p:nvPr/>
        </p:nvSpPr>
        <p:spPr bwMode="gray">
          <a:xfrm>
            <a:off x="1267366" y="2847718"/>
            <a:ext cx="3827048" cy="1325562"/>
          </a:xfrm>
          <a:prstGeom prst="wedgeRoundRectCallout">
            <a:avLst>
              <a:gd name="adj1" fmla="val 65294"/>
              <a:gd name="adj2" fmla="val 3747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當關卡停留超過設定天數，系統將寄出通知信給該關卡審核者</a:t>
            </a:r>
          </a:p>
        </p:txBody>
      </p:sp>
    </p:spTree>
    <p:extLst>
      <p:ext uri="{BB962C8B-B14F-4D97-AF65-F5344CB8AC3E}">
        <p14:creationId xmlns:p14="http://schemas.microsoft.com/office/powerpoint/2010/main" val="327752119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7D1241B0-5EB3-84DB-FCED-5FA931FE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57" y="1338879"/>
            <a:ext cx="7989706" cy="511577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E142B2A-6968-86DC-EDB0-54A661C11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9184" y="4061253"/>
            <a:ext cx="7839076" cy="194882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2F2E98F-20E6-FDE2-D6FC-7B71CAF20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9184" y="677544"/>
            <a:ext cx="7839075" cy="324856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】(3/6)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D94566C-EE62-4E87-8613-0D429511465A}"/>
              </a:ext>
            </a:extLst>
          </p:cNvPr>
          <p:cNvSpPr/>
          <p:nvPr/>
        </p:nvSpPr>
        <p:spPr>
          <a:xfrm>
            <a:off x="828922" y="3018123"/>
            <a:ext cx="3184713" cy="60071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7592C63-2497-4CC6-A78E-9D67FB84C86A}"/>
              </a:ext>
            </a:extLst>
          </p:cNvPr>
          <p:cNvSpPr/>
          <p:nvPr/>
        </p:nvSpPr>
        <p:spPr>
          <a:xfrm>
            <a:off x="7441922" y="5519121"/>
            <a:ext cx="1247926" cy="45276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語音泡泡: 圓角矩形 25">
            <a:extLst>
              <a:ext uri="{FF2B5EF4-FFF2-40B4-BE49-F238E27FC236}">
                <a16:creationId xmlns:a16="http://schemas.microsoft.com/office/drawing/2014/main" id="{9B4A046B-6299-4954-BBC0-AC89ADCF4B16}"/>
              </a:ext>
            </a:extLst>
          </p:cNvPr>
          <p:cNvSpPr/>
          <p:nvPr/>
        </p:nvSpPr>
        <p:spPr bwMode="gray">
          <a:xfrm>
            <a:off x="10169359" y="3420756"/>
            <a:ext cx="1297128" cy="792000"/>
          </a:xfrm>
          <a:prstGeom prst="wedgeRoundRectCallout">
            <a:avLst>
              <a:gd name="adj1" fmla="val -19703"/>
              <a:gd name="adj2" fmla="val -84022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可編輯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88DDCFE5-7EEA-4C2D-8F6A-E4A3771EBB39}"/>
              </a:ext>
            </a:extLst>
          </p:cNvPr>
          <p:cNvSpPr/>
          <p:nvPr/>
        </p:nvSpPr>
        <p:spPr>
          <a:xfrm>
            <a:off x="9916488" y="2591827"/>
            <a:ext cx="1806955" cy="52955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語音泡泡: 圓角矩形 29">
            <a:extLst>
              <a:ext uri="{FF2B5EF4-FFF2-40B4-BE49-F238E27FC236}">
                <a16:creationId xmlns:a16="http://schemas.microsoft.com/office/drawing/2014/main" id="{C88FC310-96AE-42DD-A6AE-30CD4AF84C43}"/>
              </a:ext>
            </a:extLst>
          </p:cNvPr>
          <p:cNvSpPr/>
          <p:nvPr/>
        </p:nvSpPr>
        <p:spPr bwMode="gray">
          <a:xfrm>
            <a:off x="6744259" y="3128005"/>
            <a:ext cx="1209116" cy="792000"/>
          </a:xfrm>
          <a:prstGeom prst="wedgeRoundRectCallout">
            <a:avLst>
              <a:gd name="adj1" fmla="val -76273"/>
              <a:gd name="adj2" fmla="val -2183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僅檢視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65096AA-B4F8-4B3A-A917-67F049B8736D}"/>
              </a:ext>
            </a:extLst>
          </p:cNvPr>
          <p:cNvSpPr/>
          <p:nvPr/>
        </p:nvSpPr>
        <p:spPr>
          <a:xfrm>
            <a:off x="4510282" y="3227914"/>
            <a:ext cx="1882402" cy="60107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2DF9CCF-8B7A-4A36-8804-C801E0CC6229}"/>
              </a:ext>
            </a:extLst>
          </p:cNvPr>
          <p:cNvCxnSpPr>
            <a:cxnSpLocks/>
          </p:cNvCxnSpPr>
          <p:nvPr/>
        </p:nvCxnSpPr>
        <p:spPr>
          <a:xfrm>
            <a:off x="3766634" y="3616676"/>
            <a:ext cx="3675288" cy="193531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15662976-5737-7E09-52C1-52D41FD3FCCB}"/>
              </a:ext>
            </a:extLst>
          </p:cNvPr>
          <p:cNvSpPr/>
          <p:nvPr/>
        </p:nvSpPr>
        <p:spPr bwMode="gray">
          <a:xfrm>
            <a:off x="804161" y="4021963"/>
            <a:ext cx="3042325" cy="975600"/>
          </a:xfrm>
          <a:prstGeom prst="wedgeRoundRectCallout">
            <a:avLst>
              <a:gd name="adj1" fmla="val -19108"/>
              <a:gd name="adj2" fmla="val -9065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設定各關卡所提供的審核功能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719004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219EC3D-9D0E-FB59-081C-C786D7381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06" y="937478"/>
            <a:ext cx="8732402" cy="562488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59C44C5-0A8F-FE0A-BC00-F657C49137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2"/>
          <a:stretch/>
        </p:blipFill>
        <p:spPr>
          <a:xfrm>
            <a:off x="5896005" y="1551463"/>
            <a:ext cx="5662459" cy="265784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】(4/6)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6B9B615-CDD1-483C-9B20-3B8E586CD871}"/>
              </a:ext>
            </a:extLst>
          </p:cNvPr>
          <p:cNvSpPr/>
          <p:nvPr/>
        </p:nvSpPr>
        <p:spPr>
          <a:xfrm>
            <a:off x="1988135" y="6029517"/>
            <a:ext cx="1450390" cy="47051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BFDBC721-A440-4313-B268-698AB88F64EA}"/>
              </a:ext>
            </a:extLst>
          </p:cNvPr>
          <p:cNvSpPr/>
          <p:nvPr/>
        </p:nvSpPr>
        <p:spPr>
          <a:xfrm>
            <a:off x="6078245" y="2530611"/>
            <a:ext cx="5294049" cy="157974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6321198-75A7-4733-975F-D8B2294FBEBB}"/>
              </a:ext>
            </a:extLst>
          </p:cNvPr>
          <p:cNvCxnSpPr>
            <a:cxnSpLocks/>
            <a:stCxn id="23" idx="3"/>
            <a:endCxn id="19" idx="1"/>
          </p:cNvCxnSpPr>
          <p:nvPr/>
        </p:nvCxnSpPr>
        <p:spPr>
          <a:xfrm flipV="1">
            <a:off x="3438525" y="3320486"/>
            <a:ext cx="2639720" cy="29442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AF712ED8-D4DA-4B4E-8C70-8A0EC97DBC94}"/>
              </a:ext>
            </a:extLst>
          </p:cNvPr>
          <p:cNvSpPr/>
          <p:nvPr/>
        </p:nvSpPr>
        <p:spPr bwMode="gray">
          <a:xfrm>
            <a:off x="8149567" y="4468962"/>
            <a:ext cx="3408897" cy="792000"/>
          </a:xfrm>
          <a:prstGeom prst="wedgeRoundRectCallout">
            <a:avLst>
              <a:gd name="adj1" fmla="val -20465"/>
              <a:gd name="adj2" fmla="val -9432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審核者可選擇退回關卡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3633748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2382-A616-E85E-E503-4E117214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7B02E97D-F553-9529-F87E-6AFA54679AD0}"/>
              </a:ext>
            </a:extLst>
          </p:cNvPr>
          <p:cNvGrpSpPr/>
          <p:nvPr/>
        </p:nvGrpSpPr>
        <p:grpSpPr>
          <a:xfrm>
            <a:off x="523593" y="851316"/>
            <a:ext cx="5961634" cy="5852940"/>
            <a:chOff x="4803262" y="-228608"/>
            <a:chExt cx="5109600" cy="5047875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5B7055B4-ED03-851B-47A6-E7B521D08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" b="20201"/>
            <a:stretch>
              <a:fillRect/>
            </a:stretch>
          </p:blipFill>
          <p:spPr>
            <a:xfrm>
              <a:off x="4803263" y="-228608"/>
              <a:ext cx="5109599" cy="2807221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1FFB718E-3ED0-C202-2635-0BABD3088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1497"/>
            <a:stretch>
              <a:fillRect/>
            </a:stretch>
          </p:blipFill>
          <p:spPr>
            <a:xfrm>
              <a:off x="4803262" y="2578613"/>
              <a:ext cx="5109599" cy="2240654"/>
            </a:xfrm>
            <a:prstGeom prst="rect">
              <a:avLst/>
            </a:prstGeom>
          </p:spPr>
        </p:pic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5178909-599D-9A3E-FB1B-5CCFBEC323A3}"/>
              </a:ext>
            </a:extLst>
          </p:cNvPr>
          <p:cNvGrpSpPr/>
          <p:nvPr/>
        </p:nvGrpSpPr>
        <p:grpSpPr>
          <a:xfrm>
            <a:off x="6028360" y="851316"/>
            <a:ext cx="5834230" cy="5234221"/>
            <a:chOff x="6096000" y="851316"/>
            <a:chExt cx="5834230" cy="5234221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73582D83-12C2-9043-F20E-794823CCC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851316"/>
              <a:ext cx="5834230" cy="4708002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4B48DB9B-89D5-4B66-4D33-06045F39A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3728"/>
            <a:stretch>
              <a:fillRect/>
            </a:stretch>
          </p:blipFill>
          <p:spPr>
            <a:xfrm>
              <a:off x="6096000" y="5537503"/>
              <a:ext cx="5834230" cy="548034"/>
            </a:xfrm>
            <a:prstGeom prst="rect">
              <a:avLst/>
            </a:prstGeom>
          </p:spPr>
        </p:pic>
      </p:grpSp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B90BA998-D2F2-8EC9-6408-89067569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46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43C6BB-D180-C810-5983-145A02583B57}"/>
              </a:ext>
            </a:extLst>
          </p:cNvPr>
          <p:cNvSpPr/>
          <p:nvPr/>
        </p:nvSpPr>
        <p:spPr>
          <a:xfrm>
            <a:off x="925262" y="5699760"/>
            <a:ext cx="994978" cy="223520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68E2E05-5DED-2C47-0585-EED909BE506B}"/>
              </a:ext>
            </a:extLst>
          </p:cNvPr>
          <p:cNvSpPr/>
          <p:nvPr/>
        </p:nvSpPr>
        <p:spPr>
          <a:xfrm>
            <a:off x="798579" y="6300396"/>
            <a:ext cx="776221" cy="334084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B4178F27-8B30-FE2C-7D81-927AE895B0EA}"/>
              </a:ext>
            </a:extLst>
          </p:cNvPr>
          <p:cNvSpPr/>
          <p:nvPr/>
        </p:nvSpPr>
        <p:spPr bwMode="gray">
          <a:xfrm>
            <a:off x="1950720" y="4369802"/>
            <a:ext cx="4015536" cy="865002"/>
          </a:xfrm>
          <a:prstGeom prst="wedgeRoundRectCallout">
            <a:avLst>
              <a:gd name="adj1" fmla="val -51953"/>
              <a:gd name="adj2" fmla="val 10324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確認此流程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用印方式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電子簽章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EF5043AF-47C3-1290-10A8-20986A3CC35C}"/>
              </a:ext>
            </a:extLst>
          </p:cNvPr>
          <p:cNvSpPr/>
          <p:nvPr/>
        </p:nvSpPr>
        <p:spPr bwMode="gray">
          <a:xfrm>
            <a:off x="2149612" y="5900836"/>
            <a:ext cx="3565554" cy="753964"/>
          </a:xfrm>
          <a:prstGeom prst="wedgeRoundRectCallout">
            <a:avLst>
              <a:gd name="adj1" fmla="val -66247"/>
              <a:gd name="adj2" fmla="val 2262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新增關卡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2BABF02C-47EC-3940-7383-89122FC983A8}"/>
              </a:ext>
            </a:extLst>
          </p:cNvPr>
          <p:cNvSpPr/>
          <p:nvPr/>
        </p:nvSpPr>
        <p:spPr>
          <a:xfrm>
            <a:off x="6289978" y="2201617"/>
            <a:ext cx="1939290" cy="451118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圓角矩形圖說文字 51">
            <a:extLst>
              <a:ext uri="{FF2B5EF4-FFF2-40B4-BE49-F238E27FC236}">
                <a16:creationId xmlns:a16="http://schemas.microsoft.com/office/drawing/2014/main" id="{101BA0B1-A6CB-8A00-A517-123CC758D8D6}"/>
              </a:ext>
            </a:extLst>
          </p:cNvPr>
          <p:cNvSpPr/>
          <p:nvPr/>
        </p:nvSpPr>
        <p:spPr bwMode="gray">
          <a:xfrm>
            <a:off x="8964039" y="2176879"/>
            <a:ext cx="2727354" cy="753964"/>
          </a:xfrm>
          <a:prstGeom prst="wedgeRoundRectCallout">
            <a:avLst>
              <a:gd name="adj1" fmla="val -76244"/>
              <a:gd name="adj2" fmla="val -2049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548C5649-6238-106B-7715-6788862AED5D}"/>
              </a:ext>
            </a:extLst>
          </p:cNvPr>
          <p:cNvSpPr/>
          <p:nvPr/>
        </p:nvSpPr>
        <p:spPr>
          <a:xfrm>
            <a:off x="6096760" y="1298683"/>
            <a:ext cx="5734559" cy="4157238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90755A48-DAFC-3951-FB76-DD81AB78B883}"/>
              </a:ext>
            </a:extLst>
          </p:cNvPr>
          <p:cNvSpPr/>
          <p:nvPr/>
        </p:nvSpPr>
        <p:spPr>
          <a:xfrm>
            <a:off x="8965463" y="5590099"/>
            <a:ext cx="645897" cy="354485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角矩形圖說文字 51">
            <a:extLst>
              <a:ext uri="{FF2B5EF4-FFF2-40B4-BE49-F238E27FC236}">
                <a16:creationId xmlns:a16="http://schemas.microsoft.com/office/drawing/2014/main" id="{A47B8F38-DE09-770F-2B8B-E678F923602D}"/>
              </a:ext>
            </a:extLst>
          </p:cNvPr>
          <p:cNvSpPr/>
          <p:nvPr/>
        </p:nvSpPr>
        <p:spPr bwMode="gray">
          <a:xfrm>
            <a:off x="5817133" y="5905804"/>
            <a:ext cx="3128342" cy="748996"/>
          </a:xfrm>
          <a:prstGeom prst="wedgeRoundRectCallout">
            <a:avLst>
              <a:gd name="adj1" fmla="val -22228"/>
              <a:gd name="adj2" fmla="val -10673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設定其他資訊</a:t>
            </a:r>
          </a:p>
        </p:txBody>
      </p:sp>
      <p:sp>
        <p:nvSpPr>
          <p:cNvPr id="40" name="圓角矩形圖說文字 51">
            <a:extLst>
              <a:ext uri="{FF2B5EF4-FFF2-40B4-BE49-F238E27FC236}">
                <a16:creationId xmlns:a16="http://schemas.microsoft.com/office/drawing/2014/main" id="{7AAC9F02-DF54-31B5-C4B6-4E5A043F1A98}"/>
              </a:ext>
            </a:extLst>
          </p:cNvPr>
          <p:cNvSpPr/>
          <p:nvPr/>
        </p:nvSpPr>
        <p:spPr bwMode="gray">
          <a:xfrm>
            <a:off x="9982200" y="5535098"/>
            <a:ext cx="1978327" cy="861891"/>
          </a:xfrm>
          <a:prstGeom prst="wedgeRoundRectCallout">
            <a:avLst>
              <a:gd name="adj1" fmla="val -68173"/>
              <a:gd name="adj2" fmla="val -2707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74BD41-0AE2-781D-8C56-442BEA82FCEB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設定選擇電子簽章範本關卡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497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6CB6-BC25-E7A3-A1DF-8974B840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7CD71A8-7DD9-5697-281A-8BC734D2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9" t="25464" r="1688"/>
          <a:stretch>
            <a:fillRect/>
          </a:stretch>
        </p:blipFill>
        <p:spPr>
          <a:xfrm>
            <a:off x="521040" y="658349"/>
            <a:ext cx="5852161" cy="374812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FB349291-1907-AE58-128F-38665C49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47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C4EE4C0-E258-53DC-FEBB-134EC638AAB1}"/>
              </a:ext>
            </a:extLst>
          </p:cNvPr>
          <p:cNvSpPr/>
          <p:nvPr/>
        </p:nvSpPr>
        <p:spPr>
          <a:xfrm>
            <a:off x="661782" y="707212"/>
            <a:ext cx="5546513" cy="1237091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581BE25-75A3-E484-6D68-BAAFCBE434DE}"/>
              </a:ext>
            </a:extLst>
          </p:cNvPr>
          <p:cNvSpPr/>
          <p:nvPr/>
        </p:nvSpPr>
        <p:spPr>
          <a:xfrm>
            <a:off x="3435039" y="3950939"/>
            <a:ext cx="694200" cy="403336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16FCB912-996A-4559-B493-7839322271D8}"/>
              </a:ext>
            </a:extLst>
          </p:cNvPr>
          <p:cNvSpPr/>
          <p:nvPr/>
        </p:nvSpPr>
        <p:spPr bwMode="gray">
          <a:xfrm>
            <a:off x="6818583" y="807981"/>
            <a:ext cx="4226735" cy="1035552"/>
          </a:xfrm>
          <a:prstGeom prst="wedgeRoundRectCallout">
            <a:avLst>
              <a:gd name="adj1" fmla="val -63940"/>
              <a:gd name="adj2" fmla="val -2589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將關卡拖曳到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歸檔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的前一關</a:t>
            </a:r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63738BA7-8B0F-3464-ACC7-967EE94F4203}"/>
              </a:ext>
            </a:extLst>
          </p:cNvPr>
          <p:cNvSpPr/>
          <p:nvPr/>
        </p:nvSpPr>
        <p:spPr bwMode="gray">
          <a:xfrm>
            <a:off x="521040" y="3122505"/>
            <a:ext cx="2910928" cy="861891"/>
          </a:xfrm>
          <a:prstGeom prst="wedgeRoundRectCallout">
            <a:avLst>
              <a:gd name="adj1" fmla="val 49531"/>
              <a:gd name="adj2" fmla="val 7126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47C782-F51B-7A7E-CB31-451E363D236C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流程維護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設定選擇電子簽章範本關卡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(6/6)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25DAAC7-37F4-85E7-8BE4-AFE9A759F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101" y="4539234"/>
            <a:ext cx="8158969" cy="199967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A525029-F09F-AF6B-B56F-4C5183387648}"/>
              </a:ext>
            </a:extLst>
          </p:cNvPr>
          <p:cNvSpPr/>
          <p:nvPr/>
        </p:nvSpPr>
        <p:spPr>
          <a:xfrm>
            <a:off x="7785210" y="5247931"/>
            <a:ext cx="1945931" cy="498351"/>
          </a:xfrm>
          <a:prstGeom prst="roundRect">
            <a:avLst>
              <a:gd name="adj" fmla="val 466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A10473-8C09-963D-A292-505D7186A600}"/>
              </a:ext>
            </a:extLst>
          </p:cNvPr>
          <p:cNvCxnSpPr>
            <a:cxnSpLocks/>
          </p:cNvCxnSpPr>
          <p:nvPr/>
        </p:nvCxnSpPr>
        <p:spPr>
          <a:xfrm>
            <a:off x="6208295" y="1921868"/>
            <a:ext cx="1576915" cy="33260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B0765B28-A605-7FA6-7B47-1095BE17658C}"/>
              </a:ext>
            </a:extLst>
          </p:cNvPr>
          <p:cNvSpPr/>
          <p:nvPr/>
        </p:nvSpPr>
        <p:spPr bwMode="gray">
          <a:xfrm>
            <a:off x="7733085" y="3433162"/>
            <a:ext cx="3996111" cy="1035553"/>
          </a:xfrm>
          <a:prstGeom prst="wedgeRoundRectCallout">
            <a:avLst>
              <a:gd name="adj1" fmla="val -19900"/>
              <a:gd name="adj2" fmla="val 12199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該關卡將負責執行電子簽章合約範本的選擇作業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84922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9DD2-B22B-8111-21A5-0584553EA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D7DC519-BBE3-9107-64B9-9F21D4DDF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3.2 </a:t>
            </a:r>
            <a:r>
              <a:rPr lang="zh-TW" altLang="en-US" sz="3600" dirty="0"/>
              <a:t>審核設定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退件原因維護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398005114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3.2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退件原因維護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2372C5-EA2E-B722-D04B-9751A596BD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33"/>
          <a:stretch/>
        </p:blipFill>
        <p:spPr>
          <a:xfrm>
            <a:off x="570440" y="1198485"/>
            <a:ext cx="4099557" cy="482755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AA24E03-BCAF-46EA-85F8-84E85F92B0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74" r="1901"/>
          <a:stretch/>
        </p:blipFill>
        <p:spPr>
          <a:xfrm>
            <a:off x="3569514" y="1473784"/>
            <a:ext cx="8052047" cy="213679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B23FB2E2-FB4C-8BB8-5BA3-1714D9A5D530}"/>
              </a:ext>
            </a:extLst>
          </p:cNvPr>
          <p:cNvSpPr/>
          <p:nvPr/>
        </p:nvSpPr>
        <p:spPr>
          <a:xfrm>
            <a:off x="2290438" y="5001056"/>
            <a:ext cx="2281562" cy="84932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0753791-888C-8135-1427-F94814175DAB}"/>
              </a:ext>
            </a:extLst>
          </p:cNvPr>
          <p:cNvSpPr/>
          <p:nvPr/>
        </p:nvSpPr>
        <p:spPr>
          <a:xfrm>
            <a:off x="8762260" y="1473785"/>
            <a:ext cx="2752078" cy="81665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3A50E0B-BBCC-79D0-2DA7-8BE1C62236E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572000" y="1882112"/>
            <a:ext cx="4190260" cy="35436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41CA89DB-2B33-9D3A-1AF0-D40FA4ED99AE}"/>
              </a:ext>
            </a:extLst>
          </p:cNvPr>
          <p:cNvSpPr/>
          <p:nvPr/>
        </p:nvSpPr>
        <p:spPr bwMode="gray">
          <a:xfrm>
            <a:off x="5059581" y="5111639"/>
            <a:ext cx="4537180" cy="914400"/>
          </a:xfrm>
          <a:prstGeom prst="wedgeRoundRectCallout">
            <a:avLst>
              <a:gd name="adj1" fmla="val -60381"/>
              <a:gd name="adj2" fmla="val 2217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用於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待審清單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退件原因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欄位所能選擇的類型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710132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65B-EAE9-D1EB-41D8-3DDEA1A8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80D9945-A6CE-70A0-B2D7-24B8092C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4.1 </a:t>
            </a:r>
            <a:r>
              <a:rPr lang="zh-TW" altLang="en-US" sz="3600" dirty="0"/>
              <a:t>公佈欄管理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公佈欄維護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1517705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7EF3-0E85-BD80-1810-5D382733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705AD59-AB1B-06EB-578C-29264DFD00EB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公佈欄維護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B2F8555-D86F-3936-7362-6384619AAD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" t="1322"/>
          <a:stretch/>
        </p:blipFill>
        <p:spPr>
          <a:xfrm>
            <a:off x="523593" y="882595"/>
            <a:ext cx="7950642" cy="343335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A7B27B6-CADC-0755-FCD9-1B5904F21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421" y="703897"/>
            <a:ext cx="5872379" cy="583501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53278671-D85B-9F13-1AA6-FA0F3F936661}"/>
              </a:ext>
            </a:extLst>
          </p:cNvPr>
          <p:cNvSpPr/>
          <p:nvPr/>
        </p:nvSpPr>
        <p:spPr>
          <a:xfrm>
            <a:off x="1521671" y="3849096"/>
            <a:ext cx="839866" cy="40485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圓角矩形圖說文字 51">
            <a:extLst>
              <a:ext uri="{FF2B5EF4-FFF2-40B4-BE49-F238E27FC236}">
                <a16:creationId xmlns:a16="http://schemas.microsoft.com/office/drawing/2014/main" id="{04BDADFF-0112-7256-5FB0-916E146F3765}"/>
              </a:ext>
            </a:extLst>
          </p:cNvPr>
          <p:cNvSpPr/>
          <p:nvPr/>
        </p:nvSpPr>
        <p:spPr bwMode="gray">
          <a:xfrm>
            <a:off x="1076077" y="4632311"/>
            <a:ext cx="2991840" cy="621395"/>
          </a:xfrm>
          <a:prstGeom prst="wedgeRoundRectCallout">
            <a:avLst>
              <a:gd name="adj1" fmla="val -20889"/>
              <a:gd name="adj2" fmla="val -10598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1E8003A-DC92-9931-29CD-C4CCADA61F3A}"/>
              </a:ext>
            </a:extLst>
          </p:cNvPr>
          <p:cNvSpPr/>
          <p:nvPr/>
        </p:nvSpPr>
        <p:spPr>
          <a:xfrm>
            <a:off x="5709036" y="1071532"/>
            <a:ext cx="5406887" cy="4903873"/>
          </a:xfrm>
          <a:prstGeom prst="roundRect">
            <a:avLst>
              <a:gd name="adj" fmla="val 299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6DD1BE5-FA24-ACE8-F66E-FFB07AE6E783}"/>
              </a:ext>
            </a:extLst>
          </p:cNvPr>
          <p:cNvSpPr/>
          <p:nvPr/>
        </p:nvSpPr>
        <p:spPr>
          <a:xfrm>
            <a:off x="8412479" y="6071961"/>
            <a:ext cx="596349" cy="35269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7E06E564-B4B7-F6AA-4399-8C0350DDA9E6}"/>
              </a:ext>
            </a:extLst>
          </p:cNvPr>
          <p:cNvSpPr/>
          <p:nvPr/>
        </p:nvSpPr>
        <p:spPr bwMode="gray">
          <a:xfrm>
            <a:off x="2355126" y="5373060"/>
            <a:ext cx="2484441" cy="621395"/>
          </a:xfrm>
          <a:prstGeom prst="wedgeRoundRectCallout">
            <a:avLst>
              <a:gd name="adj1" fmla="val 84485"/>
              <a:gd name="adj2" fmla="val -2366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輸入資料</a:t>
            </a:r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FF987971-5440-B84F-25FB-A99998DBB6F0}"/>
              </a:ext>
            </a:extLst>
          </p:cNvPr>
          <p:cNvSpPr/>
          <p:nvPr/>
        </p:nvSpPr>
        <p:spPr bwMode="gray">
          <a:xfrm>
            <a:off x="4442760" y="6075698"/>
            <a:ext cx="2981610" cy="621395"/>
          </a:xfrm>
          <a:prstGeom prst="wedgeRoundRectCallout">
            <a:avLst>
              <a:gd name="adj1" fmla="val 82520"/>
              <a:gd name="adj2" fmla="val 322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0540042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CE54-5BF9-CD64-B335-DD5A2E49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13F71BC-C117-730E-AC03-D6A9A9E3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8812923" cy="675970"/>
          </a:xfrm>
        </p:spPr>
        <p:txBody>
          <a:bodyPr/>
          <a:lstStyle/>
          <a:p>
            <a:r>
              <a:rPr lang="en-US" altLang="zh-TW" sz="3600" dirty="0"/>
              <a:t>4.2 </a:t>
            </a:r>
            <a:r>
              <a:rPr lang="zh-TW" altLang="en-US" sz="3600" dirty="0"/>
              <a:t>公佈欄管理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公佈欄設定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66996074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C728-C863-C6BC-9D09-8A71ED04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F63BED6-031F-0753-BA65-A0EF8CF4D3C6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4.2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公佈欄設定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71A39A5-7764-8876-507A-895AB83148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9054"/>
          <a:stretch/>
        </p:blipFill>
        <p:spPr>
          <a:xfrm>
            <a:off x="523593" y="942979"/>
            <a:ext cx="6548859" cy="149274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681F703-ADDC-8E68-304C-7992B9F56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707" y="136525"/>
            <a:ext cx="6357050" cy="661390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809AAAC7-E4C5-4D18-B446-0EBECB6D21AB}"/>
              </a:ext>
            </a:extLst>
          </p:cNvPr>
          <p:cNvSpPr/>
          <p:nvPr/>
        </p:nvSpPr>
        <p:spPr>
          <a:xfrm>
            <a:off x="5551227" y="6412702"/>
            <a:ext cx="653781" cy="36512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DDD49640-01CB-A8FD-704A-35D9C2092823}"/>
              </a:ext>
            </a:extLst>
          </p:cNvPr>
          <p:cNvSpPr/>
          <p:nvPr/>
        </p:nvSpPr>
        <p:spPr bwMode="gray">
          <a:xfrm>
            <a:off x="476377" y="2569607"/>
            <a:ext cx="3103732" cy="621395"/>
          </a:xfrm>
          <a:prstGeom prst="wedgeRoundRectCallout">
            <a:avLst>
              <a:gd name="adj1" fmla="val 20912"/>
              <a:gd name="adj2" fmla="val -8187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填寫一般設定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21B29F7-8008-786E-849D-BA4F63D3433E}"/>
              </a:ext>
            </a:extLst>
          </p:cNvPr>
          <p:cNvSpPr/>
          <p:nvPr/>
        </p:nvSpPr>
        <p:spPr>
          <a:xfrm>
            <a:off x="523594" y="1795001"/>
            <a:ext cx="4525484" cy="564377"/>
          </a:xfrm>
          <a:prstGeom prst="roundRect">
            <a:avLst>
              <a:gd name="adj" fmla="val 299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3887C004-56AD-C254-AA18-492AD04818C8}"/>
              </a:ext>
            </a:extLst>
          </p:cNvPr>
          <p:cNvSpPr/>
          <p:nvPr/>
        </p:nvSpPr>
        <p:spPr bwMode="gray">
          <a:xfrm>
            <a:off x="1696973" y="3291609"/>
            <a:ext cx="3443063" cy="621395"/>
          </a:xfrm>
          <a:prstGeom prst="wedgeRoundRectCallout">
            <a:avLst>
              <a:gd name="adj1" fmla="val 59022"/>
              <a:gd name="adj2" fmla="val 3821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設定通知信內容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AB0D260-773F-442C-7A79-A4706BB8574C}"/>
              </a:ext>
            </a:extLst>
          </p:cNvPr>
          <p:cNvSpPr/>
          <p:nvPr/>
        </p:nvSpPr>
        <p:spPr>
          <a:xfrm>
            <a:off x="9647116" y="619293"/>
            <a:ext cx="792804" cy="33199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A0828E8-6CFE-D63F-EB6E-D1344B1FCE35}"/>
              </a:ext>
            </a:extLst>
          </p:cNvPr>
          <p:cNvSpPr/>
          <p:nvPr/>
        </p:nvSpPr>
        <p:spPr>
          <a:xfrm>
            <a:off x="7380513" y="3584946"/>
            <a:ext cx="792804" cy="33199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5F2E093F-4B03-A650-20AC-A35A3F0C5D06}"/>
              </a:ext>
            </a:extLst>
          </p:cNvPr>
          <p:cNvSpPr/>
          <p:nvPr/>
        </p:nvSpPr>
        <p:spPr>
          <a:xfrm>
            <a:off x="5444708" y="470825"/>
            <a:ext cx="6357050" cy="2923212"/>
          </a:xfrm>
          <a:prstGeom prst="roundRect">
            <a:avLst>
              <a:gd name="adj" fmla="val 299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3AB70E1-5CD2-4303-1F71-B99C259070E5}"/>
              </a:ext>
            </a:extLst>
          </p:cNvPr>
          <p:cNvSpPr/>
          <p:nvPr/>
        </p:nvSpPr>
        <p:spPr>
          <a:xfrm>
            <a:off x="5444706" y="3392106"/>
            <a:ext cx="6357050" cy="2886719"/>
          </a:xfrm>
          <a:prstGeom prst="roundRect">
            <a:avLst>
              <a:gd name="adj" fmla="val 299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sp>
        <p:nvSpPr>
          <p:cNvPr id="21" name="圓角矩形圖說文字 51">
            <a:extLst>
              <a:ext uri="{FF2B5EF4-FFF2-40B4-BE49-F238E27FC236}">
                <a16:creationId xmlns:a16="http://schemas.microsoft.com/office/drawing/2014/main" id="{C31986EE-6691-A5FB-BBB9-765A798B9FDF}"/>
              </a:ext>
            </a:extLst>
          </p:cNvPr>
          <p:cNvSpPr/>
          <p:nvPr/>
        </p:nvSpPr>
        <p:spPr bwMode="gray">
          <a:xfrm>
            <a:off x="123825" y="4288569"/>
            <a:ext cx="5222672" cy="1809591"/>
          </a:xfrm>
          <a:prstGeom prst="wedgeRoundRectCallout">
            <a:avLst>
              <a:gd name="adj1" fmla="val 89130"/>
              <a:gd name="adj2" fmla="val -704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說明：如何加入參數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內容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欄位要加入參數的位置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加入參數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，參數就加到滑鼠選取的位置</a:t>
            </a:r>
          </a:p>
        </p:txBody>
      </p:sp>
      <p:sp>
        <p:nvSpPr>
          <p:cNvPr id="22" name="圓角矩形圖說文字 51">
            <a:extLst>
              <a:ext uri="{FF2B5EF4-FFF2-40B4-BE49-F238E27FC236}">
                <a16:creationId xmlns:a16="http://schemas.microsoft.com/office/drawing/2014/main" id="{F5A067F5-C3F6-6741-B93E-31C917845AE8}"/>
              </a:ext>
            </a:extLst>
          </p:cNvPr>
          <p:cNvSpPr/>
          <p:nvPr/>
        </p:nvSpPr>
        <p:spPr bwMode="gray">
          <a:xfrm>
            <a:off x="6816864" y="5987254"/>
            <a:ext cx="2981610" cy="621395"/>
          </a:xfrm>
          <a:prstGeom prst="wedgeRoundRectCallout">
            <a:avLst>
              <a:gd name="adj1" fmla="val -69884"/>
              <a:gd name="adj2" fmla="val 4315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42B3D45-287F-2B7B-1484-3D268EF48B97}"/>
              </a:ext>
            </a:extLst>
          </p:cNvPr>
          <p:cNvSpPr/>
          <p:nvPr/>
        </p:nvSpPr>
        <p:spPr>
          <a:xfrm rot="3761168">
            <a:off x="5122976" y="3113318"/>
            <a:ext cx="245597" cy="567398"/>
          </a:xfrm>
          <a:prstGeom prst="triangle">
            <a:avLst/>
          </a:prstGeom>
          <a:solidFill>
            <a:srgbClr val="75BD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14478C4-EB8A-21A5-2678-F3A9D2255C97}"/>
              </a:ext>
            </a:extLst>
          </p:cNvPr>
          <p:cNvCxnSpPr>
            <a:cxnSpLocks/>
          </p:cNvCxnSpPr>
          <p:nvPr/>
        </p:nvCxnSpPr>
        <p:spPr>
          <a:xfrm flipV="1">
            <a:off x="5140036" y="3258229"/>
            <a:ext cx="323720" cy="1104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085A37C-637F-9F99-9914-1B5ABF40FBB0}"/>
              </a:ext>
            </a:extLst>
          </p:cNvPr>
          <p:cNvCxnSpPr>
            <a:cxnSpLocks/>
          </p:cNvCxnSpPr>
          <p:nvPr/>
        </p:nvCxnSpPr>
        <p:spPr>
          <a:xfrm flipV="1">
            <a:off x="5140036" y="3262748"/>
            <a:ext cx="323720" cy="2681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29275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A826-43DD-3390-580F-D1CAD10A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A4FB812-D1C9-5628-1988-46950DF9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9867243" cy="675970"/>
          </a:xfrm>
        </p:spPr>
        <p:txBody>
          <a:bodyPr/>
          <a:lstStyle/>
          <a:p>
            <a:r>
              <a:rPr lang="en-US" altLang="zh-TW" sz="3600" dirty="0"/>
              <a:t>5.1 </a:t>
            </a:r>
            <a:r>
              <a:rPr lang="zh-TW" altLang="en-US" sz="3600" dirty="0"/>
              <a:t>電子簽章管理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電子簽章範本維護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54154769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A706-3919-9D15-4071-94EAD9C8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07195E4-66B3-9F08-0DC5-802B43B57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98" y="2117662"/>
            <a:ext cx="7893615" cy="4421250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CF15898-3586-DC38-E46C-EE9F814AE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49" y="982271"/>
            <a:ext cx="8105395" cy="395685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CC9E39D-030E-7BA5-D76D-9470F62500EC}"/>
              </a:ext>
            </a:extLst>
          </p:cNvPr>
          <p:cNvSpPr/>
          <p:nvPr/>
        </p:nvSpPr>
        <p:spPr>
          <a:xfrm>
            <a:off x="1448388" y="3498104"/>
            <a:ext cx="741329" cy="403336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51FB8089-F18F-90B1-626C-A87402858468}"/>
              </a:ext>
            </a:extLst>
          </p:cNvPr>
          <p:cNvSpPr/>
          <p:nvPr/>
        </p:nvSpPr>
        <p:spPr bwMode="gray">
          <a:xfrm>
            <a:off x="734253" y="4898394"/>
            <a:ext cx="2910928" cy="861891"/>
          </a:xfrm>
          <a:prstGeom prst="wedgeRoundRectCallout">
            <a:avLst>
              <a:gd name="adj1" fmla="val -20660"/>
              <a:gd name="adj2" fmla="val -16499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3D8AAD5-68BD-0317-47E7-33E444712CDE}"/>
              </a:ext>
            </a:extLst>
          </p:cNvPr>
          <p:cNvSpPr/>
          <p:nvPr/>
        </p:nvSpPr>
        <p:spPr>
          <a:xfrm>
            <a:off x="3645181" y="2809035"/>
            <a:ext cx="2210261" cy="200865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4A17B2C-287C-91B2-8802-985FB1C0F23C}"/>
              </a:ext>
            </a:extLst>
          </p:cNvPr>
          <p:cNvSpPr/>
          <p:nvPr/>
        </p:nvSpPr>
        <p:spPr>
          <a:xfrm>
            <a:off x="3551832" y="2307833"/>
            <a:ext cx="2402400" cy="2136575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語音泡泡: 圓角矩形 20">
            <a:extLst>
              <a:ext uri="{FF2B5EF4-FFF2-40B4-BE49-F238E27FC236}">
                <a16:creationId xmlns:a16="http://schemas.microsoft.com/office/drawing/2014/main" id="{00D19E70-F095-13E9-B34D-40F64036AE13}"/>
              </a:ext>
            </a:extLst>
          </p:cNvPr>
          <p:cNvSpPr/>
          <p:nvPr/>
        </p:nvSpPr>
        <p:spPr bwMode="gray">
          <a:xfrm>
            <a:off x="6680240" y="4278512"/>
            <a:ext cx="5008237" cy="2136575"/>
          </a:xfrm>
          <a:prstGeom prst="wedgeRoundRectCallout">
            <a:avLst>
              <a:gd name="adj1" fmla="val -64435"/>
              <a:gd name="adj2" fmla="val -4807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下拉式選單列出電子簽章平台中所有已建立的合約範本。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標示為「已設定」者，表示該範本已在系統中被設定過。</a:t>
            </a:r>
          </a:p>
        </p:txBody>
      </p:sp>
      <p:sp>
        <p:nvSpPr>
          <p:cNvPr id="19" name="圓角矩形圖說文字 51">
            <a:extLst>
              <a:ext uri="{FF2B5EF4-FFF2-40B4-BE49-F238E27FC236}">
                <a16:creationId xmlns:a16="http://schemas.microsoft.com/office/drawing/2014/main" id="{840667C4-7FD4-572D-3F36-718FF57DE74D}"/>
              </a:ext>
            </a:extLst>
          </p:cNvPr>
          <p:cNvSpPr/>
          <p:nvPr/>
        </p:nvSpPr>
        <p:spPr bwMode="gray">
          <a:xfrm>
            <a:off x="6506204" y="2731555"/>
            <a:ext cx="2584633" cy="717709"/>
          </a:xfrm>
          <a:prstGeom prst="wedgeRoundRectCallout">
            <a:avLst>
              <a:gd name="adj1" fmla="val -73676"/>
              <a:gd name="adj2" fmla="val -2411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選擇範本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A77B08C-2115-F7F3-D96E-13CB773F84E2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電子簽章範本維護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051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17EB-E9F9-926F-19E3-1CB46479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1B202D7D-C89B-744A-CD77-D5C22C86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18" t="30948" r="14730" b="30118"/>
          <a:stretch>
            <a:fillRect/>
          </a:stretch>
        </p:blipFill>
        <p:spPr>
          <a:xfrm>
            <a:off x="534342" y="851838"/>
            <a:ext cx="4486939" cy="154236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grpSp>
        <p:nvGrpSpPr>
          <p:cNvPr id="27" name="群組 26">
            <a:extLst>
              <a:ext uri="{FF2B5EF4-FFF2-40B4-BE49-F238E27FC236}">
                <a16:creationId xmlns:a16="http://schemas.microsoft.com/office/drawing/2014/main" id="{9D6E125D-6C19-50F4-C872-54AD8EECF145}"/>
              </a:ext>
            </a:extLst>
          </p:cNvPr>
          <p:cNvGrpSpPr/>
          <p:nvPr/>
        </p:nvGrpSpPr>
        <p:grpSpPr>
          <a:xfrm>
            <a:off x="4871896" y="895486"/>
            <a:ext cx="6866860" cy="5823289"/>
            <a:chOff x="4829347" y="1134727"/>
            <a:chExt cx="6866860" cy="5823289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3DB7FD5-17E6-0112-19B3-5E1524404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86" b="44842"/>
            <a:stretch>
              <a:fillRect/>
            </a:stretch>
          </p:blipFill>
          <p:spPr>
            <a:xfrm>
              <a:off x="4829347" y="1134727"/>
              <a:ext cx="6866860" cy="338531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F5E7C287-6077-7D67-34C9-E82880552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77" t="45203"/>
            <a:stretch>
              <a:fillRect/>
            </a:stretch>
          </p:blipFill>
          <p:spPr>
            <a:xfrm>
              <a:off x="4829347" y="4520040"/>
              <a:ext cx="6866860" cy="2069195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E0B8F951-6CCF-65F7-47BD-460CC403B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8384" b="4705"/>
            <a:stretch>
              <a:fillRect/>
            </a:stretch>
          </p:blipFill>
          <p:spPr>
            <a:xfrm>
              <a:off x="4829347" y="6555127"/>
              <a:ext cx="6866860" cy="402889"/>
            </a:xfrm>
            <a:prstGeom prst="rect">
              <a:avLst/>
            </a:prstGeom>
          </p:spPr>
        </p:pic>
      </p:grp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F963449-86B2-793B-50FE-F3490E225781}"/>
              </a:ext>
            </a:extLst>
          </p:cNvPr>
          <p:cNvSpPr/>
          <p:nvPr/>
        </p:nvSpPr>
        <p:spPr>
          <a:xfrm>
            <a:off x="7170720" y="1666941"/>
            <a:ext cx="4360880" cy="1209432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語音泡泡: 圓角矩形 6">
            <a:extLst>
              <a:ext uri="{FF2B5EF4-FFF2-40B4-BE49-F238E27FC236}">
                <a16:creationId xmlns:a16="http://schemas.microsoft.com/office/drawing/2014/main" id="{7F149268-C654-B80A-5C84-F91A9ECDD870}"/>
              </a:ext>
            </a:extLst>
          </p:cNvPr>
          <p:cNvSpPr/>
          <p:nvPr/>
        </p:nvSpPr>
        <p:spPr bwMode="gray">
          <a:xfrm>
            <a:off x="161552" y="3520105"/>
            <a:ext cx="4465390" cy="1708226"/>
          </a:xfrm>
          <a:prstGeom prst="wedgeRoundRectCallout">
            <a:avLst>
              <a:gd name="adj1" fmla="val 57387"/>
              <a:gd name="adj2" fmla="val -2219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系統自動從電子簽章平台取得：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範本的檔案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簽署人數量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6000"/>
              </a:lnSpc>
              <a:buFont typeface="Arial" panose="020B0604020202020204" pitchFamily="34" charset="0"/>
              <a:buChar char="•"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設定的簽署位置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EC5CEA8-23CF-2D35-BAEE-03FE4CD8151F}"/>
              </a:ext>
            </a:extLst>
          </p:cNvPr>
          <p:cNvSpPr/>
          <p:nvPr/>
        </p:nvSpPr>
        <p:spPr>
          <a:xfrm>
            <a:off x="4976044" y="2903995"/>
            <a:ext cx="6555556" cy="338426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264B1E-0E30-9321-F646-0736BA17F47C}"/>
              </a:ext>
            </a:extLst>
          </p:cNvPr>
          <p:cNvSpPr/>
          <p:nvPr/>
        </p:nvSpPr>
        <p:spPr>
          <a:xfrm>
            <a:off x="7198238" y="2817680"/>
            <a:ext cx="4307962" cy="2362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A485C1DF-5198-D1C5-41B0-2BB0B6075698}"/>
              </a:ext>
            </a:extLst>
          </p:cNvPr>
          <p:cNvSpPr/>
          <p:nvPr/>
        </p:nvSpPr>
        <p:spPr bwMode="gray">
          <a:xfrm>
            <a:off x="1841617" y="2469610"/>
            <a:ext cx="2584633" cy="717709"/>
          </a:xfrm>
          <a:prstGeom prst="wedgeRoundRectCallout">
            <a:avLst>
              <a:gd name="adj1" fmla="val 70306"/>
              <a:gd name="adj2" fmla="val -2411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輸入說明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D7C223A-8EA2-9E29-52E8-24D8F05CDCF6}"/>
              </a:ext>
            </a:extLst>
          </p:cNvPr>
          <p:cNvSpPr/>
          <p:nvPr/>
        </p:nvSpPr>
        <p:spPr>
          <a:xfrm>
            <a:off x="4978052" y="2169749"/>
            <a:ext cx="1968980" cy="599722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A9DC3A3-D5C7-0AB7-D011-1E458B8262F8}"/>
              </a:ext>
            </a:extLst>
          </p:cNvPr>
          <p:cNvSpPr/>
          <p:nvPr/>
        </p:nvSpPr>
        <p:spPr>
          <a:xfrm>
            <a:off x="8315960" y="6335084"/>
            <a:ext cx="615390" cy="362425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圖說文字 51">
            <a:extLst>
              <a:ext uri="{FF2B5EF4-FFF2-40B4-BE49-F238E27FC236}">
                <a16:creationId xmlns:a16="http://schemas.microsoft.com/office/drawing/2014/main" id="{17BDF2F2-D1F5-FF4E-B1EF-9E1D48EE8156}"/>
              </a:ext>
            </a:extLst>
          </p:cNvPr>
          <p:cNvSpPr/>
          <p:nvPr/>
        </p:nvSpPr>
        <p:spPr bwMode="gray">
          <a:xfrm>
            <a:off x="1726045" y="5976229"/>
            <a:ext cx="3005045" cy="717709"/>
          </a:xfrm>
          <a:prstGeom prst="wedgeRoundRectCallout">
            <a:avLst>
              <a:gd name="adj1" fmla="val 168315"/>
              <a:gd name="adj2" fmla="val 2477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14B956-DF7B-6656-C4E5-BE240A38936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5.1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電子簽章範本維護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5064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088E9-AA2E-EE49-657C-514FC2E0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9F46E07-DED9-F924-02B9-0505E00C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9867243" cy="675970"/>
          </a:xfrm>
        </p:spPr>
        <p:txBody>
          <a:bodyPr/>
          <a:lstStyle/>
          <a:p>
            <a:r>
              <a:rPr lang="en-US" altLang="zh-TW" sz="3600" dirty="0"/>
              <a:t>6.1 </a:t>
            </a:r>
            <a:r>
              <a:rPr lang="zh-TW" altLang="en-US" sz="3600" dirty="0"/>
              <a:t>制定合約範本管理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制定合約範本維護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928951421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58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6CDA052-D823-A587-214E-017CC5199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3" y="1040802"/>
            <a:ext cx="8849300" cy="4219806"/>
          </a:xfrm>
          <a:prstGeom prst="rect">
            <a:avLst/>
          </a:prstGeom>
          <a:ln w="6350">
            <a:noFill/>
          </a:ln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3" name="圓角矩形圖說文字 51">
            <a:extLst>
              <a:ext uri="{FF2B5EF4-FFF2-40B4-BE49-F238E27FC236}">
                <a16:creationId xmlns:a16="http://schemas.microsoft.com/office/drawing/2014/main" id="{DFAE6997-62FC-451F-A23D-CF749B23493D}"/>
              </a:ext>
            </a:extLst>
          </p:cNvPr>
          <p:cNvSpPr/>
          <p:nvPr/>
        </p:nvSpPr>
        <p:spPr bwMode="gray">
          <a:xfrm>
            <a:off x="523593" y="5630856"/>
            <a:ext cx="7179066" cy="706444"/>
          </a:xfrm>
          <a:prstGeom prst="wedgeRoundRectCallout">
            <a:avLst>
              <a:gd name="adj1" fmla="val -20113"/>
              <a:gd name="adj2" fmla="val -10262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準備一個副檔名為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docx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的制式合約範本檔案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10592C-7E31-4163-952F-DAD2C3F83246}"/>
              </a:ext>
            </a:extLst>
          </p:cNvPr>
          <p:cNvSpPr/>
          <p:nvPr/>
        </p:nvSpPr>
        <p:spPr>
          <a:xfrm>
            <a:off x="523593" y="1032850"/>
            <a:ext cx="8849300" cy="421980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CAD287-FDB1-ACFF-BC8F-090128E27D4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20272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76D743E-AD8C-DB27-A8B5-3743A63F9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43" y="1032850"/>
            <a:ext cx="8887064" cy="4219807"/>
          </a:xfrm>
          <a:prstGeom prst="rect">
            <a:avLst/>
          </a:prstGeom>
          <a:ln w="6350">
            <a:noFill/>
          </a:ln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59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10592C-7E31-4163-952F-DAD2C3F83246}"/>
              </a:ext>
            </a:extLst>
          </p:cNvPr>
          <p:cNvSpPr/>
          <p:nvPr/>
        </p:nvSpPr>
        <p:spPr>
          <a:xfrm>
            <a:off x="523593" y="1032850"/>
            <a:ext cx="8849300" cy="4219807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圓角矩形圖說文字 51">
            <a:extLst>
              <a:ext uri="{FF2B5EF4-FFF2-40B4-BE49-F238E27FC236}">
                <a16:creationId xmlns:a16="http://schemas.microsoft.com/office/drawing/2014/main" id="{DFAE6997-62FC-451F-A23D-CF749B23493D}"/>
              </a:ext>
            </a:extLst>
          </p:cNvPr>
          <p:cNvSpPr/>
          <p:nvPr/>
        </p:nvSpPr>
        <p:spPr bwMode="gray">
          <a:xfrm>
            <a:off x="523593" y="5538288"/>
            <a:ext cx="7141464" cy="965190"/>
          </a:xfrm>
          <a:prstGeom prst="wedgeRoundRectCallout">
            <a:avLst>
              <a:gd name="adj1" fmla="val -22240"/>
              <a:gd name="adj2" fmla="val -7865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找出要成為商業條件的內容，設定為參數，並將此包含參數的範本檔案儲存為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docx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D9FD07B-7977-9DB5-F310-6AD280970B2A}"/>
              </a:ext>
            </a:extLst>
          </p:cNvPr>
          <p:cNvSpPr/>
          <p:nvPr/>
        </p:nvSpPr>
        <p:spPr>
          <a:xfrm>
            <a:off x="2717215" y="1785442"/>
            <a:ext cx="859476" cy="55280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79BEE8D-0036-3E2B-4F39-9B08A750C3DE}"/>
              </a:ext>
            </a:extLst>
          </p:cNvPr>
          <p:cNvSpPr/>
          <p:nvPr/>
        </p:nvSpPr>
        <p:spPr>
          <a:xfrm>
            <a:off x="2560641" y="2485820"/>
            <a:ext cx="723593" cy="353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B79C3D-C7A9-D470-2EDC-3BF0CEF775B3}"/>
              </a:ext>
            </a:extLst>
          </p:cNvPr>
          <p:cNvSpPr/>
          <p:nvPr/>
        </p:nvSpPr>
        <p:spPr>
          <a:xfrm>
            <a:off x="4538336" y="2485820"/>
            <a:ext cx="1087110" cy="353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191E481-669D-5E52-19BA-96BAECB7D758}"/>
              </a:ext>
            </a:extLst>
          </p:cNvPr>
          <p:cNvSpPr/>
          <p:nvPr/>
        </p:nvSpPr>
        <p:spPr>
          <a:xfrm>
            <a:off x="2505085" y="3573164"/>
            <a:ext cx="1007375" cy="353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B0EDD328-7398-4AF9-E670-0BC9C51DBB24}"/>
              </a:ext>
            </a:extLst>
          </p:cNvPr>
          <p:cNvSpPr/>
          <p:nvPr/>
        </p:nvSpPr>
        <p:spPr>
          <a:xfrm>
            <a:off x="4364937" y="4387510"/>
            <a:ext cx="1087110" cy="353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語音泡泡: 圓角矩形 19">
            <a:extLst>
              <a:ext uri="{FF2B5EF4-FFF2-40B4-BE49-F238E27FC236}">
                <a16:creationId xmlns:a16="http://schemas.microsoft.com/office/drawing/2014/main" id="{6BE1A7A0-ED37-34B0-165D-2DFADA880B8E}"/>
              </a:ext>
            </a:extLst>
          </p:cNvPr>
          <p:cNvSpPr/>
          <p:nvPr/>
        </p:nvSpPr>
        <p:spPr bwMode="gray">
          <a:xfrm>
            <a:off x="6329113" y="3013546"/>
            <a:ext cx="4611884" cy="1499144"/>
          </a:xfrm>
          <a:prstGeom prst="wedgeRoundRectCallout">
            <a:avLst>
              <a:gd name="adj1" fmla="val -68688"/>
              <a:gd name="adj2" fmla="val 4227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參數代碼的前後都要加上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如果兩個參數連在一起，則相連的兩個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中間須加上一個空白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F6702D6-BE94-FEB6-61C8-03079EE3DECB}"/>
              </a:ext>
            </a:extLst>
          </p:cNvPr>
          <p:cNvSpPr/>
          <p:nvPr/>
        </p:nvSpPr>
        <p:spPr>
          <a:xfrm>
            <a:off x="4446334" y="1198860"/>
            <a:ext cx="1087110" cy="353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E72D7-AE2E-98A9-5E91-3BC0782CC449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00261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60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FA9AB4-A7C7-4E4B-C2C2-2EF0DF92E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3" y="1124847"/>
            <a:ext cx="9681772" cy="483228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365B3629-9B2B-2DB4-D963-4320B3A73A5D}"/>
              </a:ext>
            </a:extLst>
          </p:cNvPr>
          <p:cNvSpPr/>
          <p:nvPr/>
        </p:nvSpPr>
        <p:spPr>
          <a:xfrm>
            <a:off x="1613337" y="3635737"/>
            <a:ext cx="915177" cy="46713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EDB589F5-792C-7933-B87C-F78C41DB5A56}"/>
              </a:ext>
            </a:extLst>
          </p:cNvPr>
          <p:cNvSpPr/>
          <p:nvPr/>
        </p:nvSpPr>
        <p:spPr bwMode="gray">
          <a:xfrm>
            <a:off x="2977896" y="3540991"/>
            <a:ext cx="2977631" cy="656627"/>
          </a:xfrm>
          <a:prstGeom prst="wedgeRoundRectCallout">
            <a:avLst>
              <a:gd name="adj1" fmla="val -65004"/>
              <a:gd name="adj2" fmla="val 1234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E3CBF-D910-14DA-E4B7-CC420CE506C6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】(3/6)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39931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61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678D115-4DE9-9749-B9A0-472C42E1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3" y="1272855"/>
            <a:ext cx="10441256" cy="4348707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E10592C-7E31-4163-952F-DAD2C3F83246}"/>
              </a:ext>
            </a:extLst>
          </p:cNvPr>
          <p:cNvSpPr/>
          <p:nvPr/>
        </p:nvSpPr>
        <p:spPr>
          <a:xfrm>
            <a:off x="747422" y="2012118"/>
            <a:ext cx="10018643" cy="351200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1">
            <a:extLst>
              <a:ext uri="{FF2B5EF4-FFF2-40B4-BE49-F238E27FC236}">
                <a16:creationId xmlns:a16="http://schemas.microsoft.com/office/drawing/2014/main" id="{DFAE6997-62FC-451F-A23D-CF749B23493D}"/>
              </a:ext>
            </a:extLst>
          </p:cNvPr>
          <p:cNvSpPr/>
          <p:nvPr/>
        </p:nvSpPr>
        <p:spPr bwMode="gray">
          <a:xfrm>
            <a:off x="523593" y="5820820"/>
            <a:ext cx="3118104" cy="656627"/>
          </a:xfrm>
          <a:prstGeom prst="wedgeRoundRectCallout">
            <a:avLst>
              <a:gd name="adj1" fmla="val -19103"/>
              <a:gd name="adj2" fmla="val -9421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填寫範本資料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955E597-29A5-D0C0-0193-1B1D556C5D5E}"/>
              </a:ext>
            </a:extLst>
          </p:cNvPr>
          <p:cNvSpPr/>
          <p:nvPr/>
        </p:nvSpPr>
        <p:spPr>
          <a:xfrm>
            <a:off x="973548" y="2551165"/>
            <a:ext cx="4616219" cy="768566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45C23DE-EEA2-3CAD-215E-AC6B01C77C34}"/>
              </a:ext>
            </a:extLst>
          </p:cNvPr>
          <p:cNvSpPr/>
          <p:nvPr/>
        </p:nvSpPr>
        <p:spPr>
          <a:xfrm>
            <a:off x="973547" y="3416219"/>
            <a:ext cx="4616220" cy="742000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語音泡泡: 圓角矩形 8">
            <a:extLst>
              <a:ext uri="{FF2B5EF4-FFF2-40B4-BE49-F238E27FC236}">
                <a16:creationId xmlns:a16="http://schemas.microsoft.com/office/drawing/2014/main" id="{7205AECA-B387-9454-F328-68B1F3C9D9F9}"/>
              </a:ext>
            </a:extLst>
          </p:cNvPr>
          <p:cNvSpPr/>
          <p:nvPr/>
        </p:nvSpPr>
        <p:spPr bwMode="gray">
          <a:xfrm>
            <a:off x="3281657" y="945908"/>
            <a:ext cx="5777480" cy="877663"/>
          </a:xfrm>
          <a:prstGeom prst="wedgeRoundRectCallout">
            <a:avLst>
              <a:gd name="adj1" fmla="val -20827"/>
              <a:gd name="adj2" fmla="val 132413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選項來源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制訂合約範本類型維護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中啟用的類型</a:t>
            </a:r>
          </a:p>
        </p:txBody>
      </p:sp>
      <p:sp>
        <p:nvSpPr>
          <p:cNvPr id="11" name="語音泡泡: 圓角矩形 10">
            <a:extLst>
              <a:ext uri="{FF2B5EF4-FFF2-40B4-BE49-F238E27FC236}">
                <a16:creationId xmlns:a16="http://schemas.microsoft.com/office/drawing/2014/main" id="{8A502128-DA57-0A46-B09C-C99AB94D7EF3}"/>
              </a:ext>
            </a:extLst>
          </p:cNvPr>
          <p:cNvSpPr/>
          <p:nvPr/>
        </p:nvSpPr>
        <p:spPr bwMode="gray">
          <a:xfrm>
            <a:off x="6096000" y="3447208"/>
            <a:ext cx="5753100" cy="877663"/>
          </a:xfrm>
          <a:prstGeom prst="wedgeRoundRectCallout">
            <a:avLst>
              <a:gd name="adj1" fmla="val -58624"/>
              <a:gd name="adj2" fmla="val -1992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選項來源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制訂合約範本標籤維護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中啟用的標籤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524C7-87A9-CF5F-18D3-4FA069E7EA2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】(4/6)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36992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62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F647211-98D6-F045-7B9A-0B28FEA526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4" t="2852" r="2275"/>
          <a:stretch/>
        </p:blipFill>
        <p:spPr>
          <a:xfrm>
            <a:off x="523593" y="1119708"/>
            <a:ext cx="9050724" cy="4350789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992D000-2C3D-A6DF-BCA8-B571C3CAC97E}"/>
              </a:ext>
            </a:extLst>
          </p:cNvPr>
          <p:cNvSpPr/>
          <p:nvPr/>
        </p:nvSpPr>
        <p:spPr>
          <a:xfrm>
            <a:off x="523593" y="1119708"/>
            <a:ext cx="9050724" cy="435078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圓角矩形圖說文字 51">
            <a:extLst>
              <a:ext uri="{FF2B5EF4-FFF2-40B4-BE49-F238E27FC236}">
                <a16:creationId xmlns:a16="http://schemas.microsoft.com/office/drawing/2014/main" id="{8B62E0DA-1133-10A7-463F-B9B6169C9081}"/>
              </a:ext>
            </a:extLst>
          </p:cNvPr>
          <p:cNvSpPr/>
          <p:nvPr/>
        </p:nvSpPr>
        <p:spPr bwMode="gray">
          <a:xfrm>
            <a:off x="523592" y="5738292"/>
            <a:ext cx="8263947" cy="879484"/>
          </a:xfrm>
          <a:prstGeom prst="wedgeRoundRectCallout">
            <a:avLst>
              <a:gd name="adj1" fmla="val -21086"/>
              <a:gd name="adj2" fmla="val -8022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上傳有參數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(Step 2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的檔案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和無參數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(Step 1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的檔案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範本檔案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7B00D-E7AB-D4FE-5992-460BEE79C26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】(5/6)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0633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B4EC017-927C-79DD-BDE8-A167DD1C0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3" y="1230861"/>
            <a:ext cx="9214253" cy="455417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5F496C1-5BEE-102E-4AF3-C128C814F500}"/>
              </a:ext>
            </a:extLst>
          </p:cNvPr>
          <p:cNvSpPr/>
          <p:nvPr/>
        </p:nvSpPr>
        <p:spPr>
          <a:xfrm>
            <a:off x="967299" y="2001562"/>
            <a:ext cx="1288555" cy="44422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08130793-CDFA-3402-955A-5372AF7AF88A}"/>
              </a:ext>
            </a:extLst>
          </p:cNvPr>
          <p:cNvSpPr/>
          <p:nvPr/>
        </p:nvSpPr>
        <p:spPr bwMode="gray">
          <a:xfrm>
            <a:off x="2454154" y="1015147"/>
            <a:ext cx="8288883" cy="890754"/>
          </a:xfrm>
          <a:prstGeom prst="wedgeRoundRectCallout">
            <a:avLst>
              <a:gd name="adj1" fmla="val -57880"/>
              <a:gd name="adj2" fmla="val 5724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新增欄位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有參數範本檔案內有幾個參數，就要新增幾個合約資料欄位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FF7FEBE-C262-4A28-B46E-2DFB7F6B8909}"/>
              </a:ext>
            </a:extLst>
          </p:cNvPr>
          <p:cNvSpPr/>
          <p:nvPr/>
        </p:nvSpPr>
        <p:spPr>
          <a:xfrm>
            <a:off x="1147156" y="3144806"/>
            <a:ext cx="3722061" cy="63761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FBA7FA3-0756-083B-A0EB-62DCC3846D38}"/>
              </a:ext>
            </a:extLst>
          </p:cNvPr>
          <p:cNvSpPr/>
          <p:nvPr/>
        </p:nvSpPr>
        <p:spPr>
          <a:xfrm>
            <a:off x="5159620" y="3144805"/>
            <a:ext cx="3883761" cy="63761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001A2C0-F06E-DEEE-4035-F508B9A139AE}"/>
              </a:ext>
            </a:extLst>
          </p:cNvPr>
          <p:cNvSpPr/>
          <p:nvPr/>
        </p:nvSpPr>
        <p:spPr>
          <a:xfrm>
            <a:off x="957774" y="2533650"/>
            <a:ext cx="8353205" cy="235713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663A156-D24F-12A8-9297-881F0723D36C}"/>
              </a:ext>
            </a:extLst>
          </p:cNvPr>
          <p:cNvSpPr/>
          <p:nvPr/>
        </p:nvSpPr>
        <p:spPr>
          <a:xfrm>
            <a:off x="5159620" y="5225832"/>
            <a:ext cx="862156" cy="44728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A85C5EE-4680-B52B-45E1-0FBFA66F3ACC}"/>
              </a:ext>
            </a:extLst>
          </p:cNvPr>
          <p:cNvSpPr/>
          <p:nvPr/>
        </p:nvSpPr>
        <p:spPr>
          <a:xfrm>
            <a:off x="5159621" y="3933191"/>
            <a:ext cx="3885468" cy="652568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51">
            <a:extLst>
              <a:ext uri="{FF2B5EF4-FFF2-40B4-BE49-F238E27FC236}">
                <a16:creationId xmlns:a16="http://schemas.microsoft.com/office/drawing/2014/main" id="{D5654A7F-E794-BD41-D74F-F965B451163B}"/>
              </a:ext>
            </a:extLst>
          </p:cNvPr>
          <p:cNvSpPr/>
          <p:nvPr/>
        </p:nvSpPr>
        <p:spPr bwMode="gray">
          <a:xfrm>
            <a:off x="330255" y="5215820"/>
            <a:ext cx="3701931" cy="650344"/>
          </a:xfrm>
          <a:prstGeom prst="wedgeRoundRectCallout">
            <a:avLst>
              <a:gd name="adj1" fmla="val -23035"/>
              <a:gd name="adj2" fmla="val -10067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設定合約資料欄位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圓角矩形圖說文字 51">
            <a:extLst>
              <a:ext uri="{FF2B5EF4-FFF2-40B4-BE49-F238E27FC236}">
                <a16:creationId xmlns:a16="http://schemas.microsoft.com/office/drawing/2014/main" id="{9384E541-9875-B0CB-1C38-60D0EE9E99BA}"/>
              </a:ext>
            </a:extLst>
          </p:cNvPr>
          <p:cNvSpPr/>
          <p:nvPr/>
        </p:nvSpPr>
        <p:spPr bwMode="gray">
          <a:xfrm>
            <a:off x="3221686" y="5992033"/>
            <a:ext cx="2972884" cy="650344"/>
          </a:xfrm>
          <a:prstGeom prst="wedgeRoundRectCallout">
            <a:avLst>
              <a:gd name="adj1" fmla="val 21703"/>
              <a:gd name="adj2" fmla="val -9656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8: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17" name="語音泡泡: 圓角矩形 16">
            <a:extLst>
              <a:ext uri="{FF2B5EF4-FFF2-40B4-BE49-F238E27FC236}">
                <a16:creationId xmlns:a16="http://schemas.microsoft.com/office/drawing/2014/main" id="{6850608A-2A7F-6E3F-4EFA-F662D533AB79}"/>
              </a:ext>
            </a:extLst>
          </p:cNvPr>
          <p:cNvSpPr/>
          <p:nvPr/>
        </p:nvSpPr>
        <p:spPr bwMode="gray">
          <a:xfrm>
            <a:off x="6278460" y="4977951"/>
            <a:ext cx="5686648" cy="1378835"/>
          </a:xfrm>
          <a:prstGeom prst="wedgeRoundRectCallout">
            <a:avLst>
              <a:gd name="adj1" fmla="val -23563"/>
              <a:gd name="adj2" fmla="val -78170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若有設定對應的合約欄位，則於申請合約審閱時，合約資料欄位將與合約起案申請欄位連動，使用者無須重複填寫。</a:t>
            </a:r>
          </a:p>
        </p:txBody>
      </p:sp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63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語音泡泡: 圓角矩形 17">
            <a:extLst>
              <a:ext uri="{FF2B5EF4-FFF2-40B4-BE49-F238E27FC236}">
                <a16:creationId xmlns:a16="http://schemas.microsoft.com/office/drawing/2014/main" id="{CDD44DF3-4BC2-A90C-4945-C4E86CB254C6}"/>
              </a:ext>
            </a:extLst>
          </p:cNvPr>
          <p:cNvSpPr/>
          <p:nvPr/>
        </p:nvSpPr>
        <p:spPr bwMode="gray">
          <a:xfrm>
            <a:off x="2471874" y="1978090"/>
            <a:ext cx="4050521" cy="890754"/>
          </a:xfrm>
          <a:prstGeom prst="wedgeRoundRectCallout">
            <a:avLst>
              <a:gd name="adj1" fmla="val -21190"/>
              <a:gd name="adj2" fmla="val 79076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填寫範本檔案內的參數代碼，前後都要有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@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語音泡泡: 圓角矩形 18">
            <a:extLst>
              <a:ext uri="{FF2B5EF4-FFF2-40B4-BE49-F238E27FC236}">
                <a16:creationId xmlns:a16="http://schemas.microsoft.com/office/drawing/2014/main" id="{6272B08B-5D8C-4975-E51A-9FE20CC9E7C7}"/>
              </a:ext>
            </a:extLst>
          </p:cNvPr>
          <p:cNvSpPr/>
          <p:nvPr/>
        </p:nvSpPr>
        <p:spPr bwMode="gray">
          <a:xfrm>
            <a:off x="6679503" y="1975835"/>
            <a:ext cx="4579757" cy="903212"/>
          </a:xfrm>
          <a:prstGeom prst="wedgeRoundRectCallout">
            <a:avLst>
              <a:gd name="adj1" fmla="val -19923"/>
              <a:gd name="adj2" fmla="val 7916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此為使用者選擇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制定合約範本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起案時，需填寫的合約資料欄位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EBD89-682D-2B55-FEDB-5F9B4634E64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6.1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】(6/6)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1491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B161E-E6BD-D546-876C-5D2FC2FD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F2905F8-8515-E4FD-07BC-2AC30BD2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11381718" cy="675970"/>
          </a:xfrm>
        </p:spPr>
        <p:txBody>
          <a:bodyPr/>
          <a:lstStyle/>
          <a:p>
            <a:r>
              <a:rPr lang="en-US" altLang="zh-TW" sz="3600" dirty="0"/>
              <a:t>6.2 </a:t>
            </a:r>
            <a:r>
              <a:rPr lang="zh-TW" altLang="en-US" sz="3600" dirty="0"/>
              <a:t>制定合約範本管理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制定合約範本類型維護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046061407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65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32A768-2B86-3317-90BB-F60D5EA4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93" y="1467818"/>
            <a:ext cx="7380004" cy="480122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F9E17B29-2E83-97D0-457B-38D9A1F52360}"/>
              </a:ext>
            </a:extLst>
          </p:cNvPr>
          <p:cNvSpPr/>
          <p:nvPr/>
        </p:nvSpPr>
        <p:spPr>
          <a:xfrm>
            <a:off x="1776029" y="3386150"/>
            <a:ext cx="1052980" cy="50386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026CACDC-F166-80D2-5AD9-265AF434BC61}"/>
              </a:ext>
            </a:extLst>
          </p:cNvPr>
          <p:cNvSpPr/>
          <p:nvPr/>
        </p:nvSpPr>
        <p:spPr bwMode="gray">
          <a:xfrm>
            <a:off x="2398840" y="2375006"/>
            <a:ext cx="2961263" cy="651878"/>
          </a:xfrm>
          <a:prstGeom prst="wedgeRoundRectCallout">
            <a:avLst>
              <a:gd name="adj1" fmla="val -45339"/>
              <a:gd name="adj2" fmla="val 10349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D509BB-F041-7F15-246B-433D0DCB7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70" y="1282571"/>
            <a:ext cx="5542857" cy="2685714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8BF8551F-5C85-5E2F-5880-5BDCD6343D0A}"/>
              </a:ext>
            </a:extLst>
          </p:cNvPr>
          <p:cNvSpPr/>
          <p:nvPr/>
        </p:nvSpPr>
        <p:spPr>
          <a:xfrm>
            <a:off x="5672745" y="2318560"/>
            <a:ext cx="5034522" cy="76477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C348652C-7E83-68AA-219B-3641350F1C66}"/>
              </a:ext>
            </a:extLst>
          </p:cNvPr>
          <p:cNvSpPr/>
          <p:nvPr/>
        </p:nvSpPr>
        <p:spPr bwMode="gray">
          <a:xfrm>
            <a:off x="8031096" y="4079055"/>
            <a:ext cx="2959331" cy="759022"/>
          </a:xfrm>
          <a:prstGeom prst="wedgeRoundRectCallout">
            <a:avLst>
              <a:gd name="adj1" fmla="val -21033"/>
              <a:gd name="adj2" fmla="val -9020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718D661-D65A-B2B7-55B5-8885B9C5A955}"/>
              </a:ext>
            </a:extLst>
          </p:cNvPr>
          <p:cNvSpPr/>
          <p:nvPr/>
        </p:nvSpPr>
        <p:spPr>
          <a:xfrm>
            <a:off x="8221491" y="3294707"/>
            <a:ext cx="857256" cy="45505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51">
            <a:extLst>
              <a:ext uri="{FF2B5EF4-FFF2-40B4-BE49-F238E27FC236}">
                <a16:creationId xmlns:a16="http://schemas.microsoft.com/office/drawing/2014/main" id="{3C7ACA26-3B42-2218-B683-CBBEDFA25451}"/>
              </a:ext>
            </a:extLst>
          </p:cNvPr>
          <p:cNvSpPr/>
          <p:nvPr/>
        </p:nvSpPr>
        <p:spPr bwMode="gray">
          <a:xfrm>
            <a:off x="8087382" y="1070729"/>
            <a:ext cx="2510409" cy="668601"/>
          </a:xfrm>
          <a:prstGeom prst="wedgeRoundRectCallout">
            <a:avLst>
              <a:gd name="adj1" fmla="val -22810"/>
              <a:gd name="adj2" fmla="val 13432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輸入資料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BDE2D-D18A-EFF6-5A52-D9751D640C6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】(1/2)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65572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F32A768-2B86-3317-90BB-F60D5EA41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68" y="1544018"/>
            <a:ext cx="7380004" cy="480122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B579D3B-AB7B-55DD-1C0F-6C1C6129F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915" y="1228254"/>
            <a:ext cx="5647619" cy="3219048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66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9E17B29-2E83-97D0-457B-38D9A1F52360}"/>
              </a:ext>
            </a:extLst>
          </p:cNvPr>
          <p:cNvSpPr/>
          <p:nvPr/>
        </p:nvSpPr>
        <p:spPr>
          <a:xfrm>
            <a:off x="2850215" y="3506413"/>
            <a:ext cx="997321" cy="44025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圓角矩形圖說文字 51">
            <a:extLst>
              <a:ext uri="{FF2B5EF4-FFF2-40B4-BE49-F238E27FC236}">
                <a16:creationId xmlns:a16="http://schemas.microsoft.com/office/drawing/2014/main" id="{026CACDC-F166-80D2-5AD9-265AF434BC61}"/>
              </a:ext>
            </a:extLst>
          </p:cNvPr>
          <p:cNvSpPr/>
          <p:nvPr/>
        </p:nvSpPr>
        <p:spPr bwMode="gray">
          <a:xfrm>
            <a:off x="2457479" y="2511839"/>
            <a:ext cx="2961263" cy="651878"/>
          </a:xfrm>
          <a:prstGeom prst="wedgeRoundRectCallout">
            <a:avLst>
              <a:gd name="adj1" fmla="val -20556"/>
              <a:gd name="adj2" fmla="val 9941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排序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BF8551F-5C85-5E2F-5880-5BDCD6343D0A}"/>
              </a:ext>
            </a:extLst>
          </p:cNvPr>
          <p:cNvSpPr/>
          <p:nvPr/>
        </p:nvSpPr>
        <p:spPr>
          <a:xfrm>
            <a:off x="5893818" y="2273391"/>
            <a:ext cx="5164708" cy="137580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51">
            <a:extLst>
              <a:ext uri="{FF2B5EF4-FFF2-40B4-BE49-F238E27FC236}">
                <a16:creationId xmlns:a16="http://schemas.microsoft.com/office/drawing/2014/main" id="{C348652C-7E83-68AA-219B-3641350F1C66}"/>
              </a:ext>
            </a:extLst>
          </p:cNvPr>
          <p:cNvSpPr/>
          <p:nvPr/>
        </p:nvSpPr>
        <p:spPr bwMode="gray">
          <a:xfrm>
            <a:off x="8157345" y="4586179"/>
            <a:ext cx="2959331" cy="759022"/>
          </a:xfrm>
          <a:prstGeom prst="wedgeRoundRectCallout">
            <a:avLst>
              <a:gd name="adj1" fmla="val -21676"/>
              <a:gd name="adj2" fmla="val -9647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718D661-D65A-B2B7-55B5-8885B9C5A955}"/>
              </a:ext>
            </a:extLst>
          </p:cNvPr>
          <p:cNvSpPr/>
          <p:nvPr/>
        </p:nvSpPr>
        <p:spPr>
          <a:xfrm>
            <a:off x="8510655" y="3769023"/>
            <a:ext cx="857256" cy="45505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語音泡泡: 圓角矩形 11">
            <a:extLst>
              <a:ext uri="{FF2B5EF4-FFF2-40B4-BE49-F238E27FC236}">
                <a16:creationId xmlns:a16="http://schemas.microsoft.com/office/drawing/2014/main" id="{2D478294-71A0-DEF5-9B6A-54117EF60776}"/>
              </a:ext>
            </a:extLst>
          </p:cNvPr>
          <p:cNvSpPr/>
          <p:nvPr/>
        </p:nvSpPr>
        <p:spPr bwMode="gray">
          <a:xfrm>
            <a:off x="8346289" y="1069514"/>
            <a:ext cx="3360218" cy="645941"/>
          </a:xfrm>
          <a:prstGeom prst="wedgeRoundRectCallout">
            <a:avLst>
              <a:gd name="adj1" fmla="val -20468"/>
              <a:gd name="adj2" fmla="val 13453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可拖曳調整呈現的順序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60C67-782E-6C9B-1E4F-8639A81CC1A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6.2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】(2/2)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84091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21BB-6805-091C-3B33-66BEEF87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5F7FB55-79B2-7256-DE4E-1A960AE8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57" y="3010206"/>
            <a:ext cx="11334093" cy="675970"/>
          </a:xfrm>
        </p:spPr>
        <p:txBody>
          <a:bodyPr/>
          <a:lstStyle/>
          <a:p>
            <a:r>
              <a:rPr lang="en-US" altLang="zh-TW" sz="3600" dirty="0"/>
              <a:t>6.3 </a:t>
            </a:r>
            <a:r>
              <a:rPr lang="zh-TW" altLang="en-US" sz="3600" dirty="0"/>
              <a:t>制定合約範本管理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制定合約範本標籤維護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123897168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投影片編號版面配置區 3">
            <a:extLst>
              <a:ext uri="{FF2B5EF4-FFF2-40B4-BE49-F238E27FC236}">
                <a16:creationId xmlns:a16="http://schemas.microsoft.com/office/drawing/2014/main" id="{2B992813-CA34-E9E9-E0B6-A0456E97C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68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AD40BD-FD6F-D9F9-7C41-CFEF6F289F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" t="1098"/>
          <a:stretch/>
        </p:blipFill>
        <p:spPr>
          <a:xfrm>
            <a:off x="618843" y="1588791"/>
            <a:ext cx="7401597" cy="4818495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FFF77AD-697C-3A22-5303-9D54B4670201}"/>
              </a:ext>
            </a:extLst>
          </p:cNvPr>
          <p:cNvSpPr/>
          <p:nvPr/>
        </p:nvSpPr>
        <p:spPr>
          <a:xfrm>
            <a:off x="1859648" y="3552060"/>
            <a:ext cx="1034461" cy="44272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圖說文字 51">
            <a:extLst>
              <a:ext uri="{FF2B5EF4-FFF2-40B4-BE49-F238E27FC236}">
                <a16:creationId xmlns:a16="http://schemas.microsoft.com/office/drawing/2014/main" id="{1BE4114F-9693-A065-E671-19B316E9F774}"/>
              </a:ext>
            </a:extLst>
          </p:cNvPr>
          <p:cNvSpPr/>
          <p:nvPr/>
        </p:nvSpPr>
        <p:spPr bwMode="gray">
          <a:xfrm>
            <a:off x="2443769" y="2564876"/>
            <a:ext cx="3023562" cy="653435"/>
          </a:xfrm>
          <a:prstGeom prst="wedgeRoundRectCallout">
            <a:avLst>
              <a:gd name="adj1" fmla="val -49962"/>
              <a:gd name="adj2" fmla="val 9689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CAA90161-54A8-3CC2-AC0C-788093F97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48" y="1170646"/>
            <a:ext cx="5580952" cy="275238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DBBC480-7A94-0E78-9D31-3DC12A12F19A}"/>
              </a:ext>
            </a:extLst>
          </p:cNvPr>
          <p:cNvSpPr/>
          <p:nvPr/>
        </p:nvSpPr>
        <p:spPr>
          <a:xfrm>
            <a:off x="5941816" y="2246838"/>
            <a:ext cx="2454418" cy="742108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60E8E114-D18B-42B7-2277-4C2D9C729B52}"/>
              </a:ext>
            </a:extLst>
          </p:cNvPr>
          <p:cNvSpPr/>
          <p:nvPr/>
        </p:nvSpPr>
        <p:spPr bwMode="gray">
          <a:xfrm>
            <a:off x="8123737" y="4027170"/>
            <a:ext cx="3033065" cy="727654"/>
          </a:xfrm>
          <a:prstGeom prst="wedgeRoundRectCallout">
            <a:avLst>
              <a:gd name="adj1" fmla="val -22876"/>
              <a:gd name="adj2" fmla="val -98174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4A0E33A-0F6F-231D-014B-E4B1AB01AC9E}"/>
              </a:ext>
            </a:extLst>
          </p:cNvPr>
          <p:cNvSpPr/>
          <p:nvPr/>
        </p:nvSpPr>
        <p:spPr>
          <a:xfrm>
            <a:off x="8494925" y="3202764"/>
            <a:ext cx="861065" cy="454711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51">
            <a:extLst>
              <a:ext uri="{FF2B5EF4-FFF2-40B4-BE49-F238E27FC236}">
                <a16:creationId xmlns:a16="http://schemas.microsoft.com/office/drawing/2014/main" id="{DAE91BFC-A651-7883-27BE-C0FF94E9F10A}"/>
              </a:ext>
            </a:extLst>
          </p:cNvPr>
          <p:cNvSpPr/>
          <p:nvPr/>
        </p:nvSpPr>
        <p:spPr bwMode="gray">
          <a:xfrm>
            <a:off x="8730592" y="1541572"/>
            <a:ext cx="3126684" cy="727654"/>
          </a:xfrm>
          <a:prstGeom prst="wedgeRoundRectCallout">
            <a:avLst>
              <a:gd name="adj1" fmla="val -60630"/>
              <a:gd name="adj2" fmla="val 54467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輸入標籤名稱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22C00-C3ED-AE39-54BB-67C0CCF90CA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6.3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制訂合約範本標籤維護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endParaRPr lang="zh-TW" altLang="en-US" sz="3200" b="1" dirty="0">
              <a:solidFill>
                <a:srgbClr val="DA291C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06163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DD28-51C4-7D5D-D6CB-6EE118DB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D8F07340-3B69-B921-E642-EB2098A3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32" y="2771774"/>
            <a:ext cx="8812923" cy="131445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600" dirty="0"/>
              <a:t>7.1 </a:t>
            </a:r>
            <a:r>
              <a:rPr lang="zh-TW" altLang="en-US" sz="3600" dirty="0"/>
              <a:t>合約／法律文件範本管理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br>
              <a:rPr lang="en-US" altLang="zh-TW" sz="3600" dirty="0"/>
            </a:br>
            <a:r>
              <a:rPr lang="en-US" altLang="zh-TW" sz="4400" dirty="0"/>
              <a:t>【</a:t>
            </a:r>
            <a:r>
              <a:rPr lang="zh-TW" altLang="en-US" sz="4400" dirty="0"/>
              <a:t>合約／法律文件範本類型維護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754463466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9E2EBC9-A6B8-78ED-64D1-AF270FE85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76" y="1469578"/>
            <a:ext cx="6752381" cy="4866667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F9D9CA6-5FAB-E363-9D5E-8F3493AA7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812" y="998324"/>
            <a:ext cx="5145230" cy="2969184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合約／法律文件範本類型維護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4DB25FB-5095-DF4D-9029-425D43A48F09}"/>
              </a:ext>
            </a:extLst>
          </p:cNvPr>
          <p:cNvSpPr/>
          <p:nvPr/>
        </p:nvSpPr>
        <p:spPr>
          <a:xfrm>
            <a:off x="2153391" y="5000172"/>
            <a:ext cx="820628" cy="1240834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語音泡泡: 圓角矩形 7">
            <a:extLst>
              <a:ext uri="{FF2B5EF4-FFF2-40B4-BE49-F238E27FC236}">
                <a16:creationId xmlns:a16="http://schemas.microsoft.com/office/drawing/2014/main" id="{89E29697-76F4-393A-F0FF-EA984DB3AEB5}"/>
              </a:ext>
            </a:extLst>
          </p:cNvPr>
          <p:cNvSpPr/>
          <p:nvPr/>
        </p:nvSpPr>
        <p:spPr bwMode="gray">
          <a:xfrm>
            <a:off x="3533571" y="5160392"/>
            <a:ext cx="7219692" cy="1080614"/>
          </a:xfrm>
          <a:prstGeom prst="wedgeRoundRectCallout">
            <a:avLst>
              <a:gd name="adj1" fmla="val -57651"/>
              <a:gd name="adj2" fmla="val -32937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合約／法律文件範本維護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設有該類型之範本，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申請合約審閱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時才可以選擇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B45C358-8BB4-CA75-8D58-95DD6897466E}"/>
              </a:ext>
            </a:extLst>
          </p:cNvPr>
          <p:cNvSpPr/>
          <p:nvPr/>
        </p:nvSpPr>
        <p:spPr>
          <a:xfrm>
            <a:off x="6613864" y="2081445"/>
            <a:ext cx="4234649" cy="1238804"/>
          </a:xfrm>
          <a:prstGeom prst="roundRect">
            <a:avLst>
              <a:gd name="adj" fmla="val 4842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B06AABB-294A-72E5-8509-5C3000A37C95}"/>
              </a:ext>
            </a:extLst>
          </p:cNvPr>
          <p:cNvCxnSpPr>
            <a:cxnSpLocks/>
          </p:cNvCxnSpPr>
          <p:nvPr/>
        </p:nvCxnSpPr>
        <p:spPr>
          <a:xfrm flipV="1">
            <a:off x="2974019" y="2840854"/>
            <a:ext cx="3639845" cy="22027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E7AF83EE-33AB-918E-04C7-471CEC278D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" t="14262" r="2027" b="20124"/>
          <a:stretch>
            <a:fillRect/>
          </a:stretch>
        </p:blipFill>
        <p:spPr>
          <a:xfrm>
            <a:off x="5891812" y="1089664"/>
            <a:ext cx="3701505" cy="34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96932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D1244-9018-E2B3-7BFE-9A415D19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FF0080C-D2C8-9081-2F6A-CA0A8E39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32" y="2771774"/>
            <a:ext cx="8812923" cy="131445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600" dirty="0"/>
              <a:t>7.2 </a:t>
            </a:r>
            <a:r>
              <a:rPr lang="zh-TW" altLang="en-US" sz="3600" dirty="0"/>
              <a:t>合約／法律文件範本管理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br>
              <a:rPr lang="en-US" altLang="zh-TW" sz="3600" dirty="0"/>
            </a:br>
            <a:r>
              <a:rPr lang="en-US" altLang="zh-TW" sz="4400" dirty="0"/>
              <a:t>【</a:t>
            </a:r>
            <a:r>
              <a:rPr lang="zh-TW" altLang="en-US" sz="4400" dirty="0"/>
              <a:t>合約／法律文件範本維護</a:t>
            </a:r>
            <a:r>
              <a:rPr lang="en-US" altLang="zh-TW" sz="4400" dirty="0"/>
              <a:t>】</a:t>
            </a:r>
            <a:r>
              <a:rPr lang="en-US" altLang="zh-TW" sz="4000" dirty="0"/>
              <a:t>	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32514016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4235-79D2-17BA-31E9-80B5E204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08A4EBE-B640-5292-2465-CCA1C2135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77" y="806315"/>
            <a:ext cx="10276190" cy="5057143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A25A6C8-D53F-FFD2-BBF4-059EDE08C883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合約／法律文件範本維護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(1/3)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DEFD0E9-9092-841C-7A70-7D9E4DD7C140}"/>
              </a:ext>
            </a:extLst>
          </p:cNvPr>
          <p:cNvSpPr/>
          <p:nvPr/>
        </p:nvSpPr>
        <p:spPr>
          <a:xfrm>
            <a:off x="441377" y="3586781"/>
            <a:ext cx="7869704" cy="83131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219128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F71208CB-0193-09DD-AD0D-18627E316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47" y="820021"/>
            <a:ext cx="9933333" cy="4352381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18EB9A2-ADAD-3B74-1808-A395761CC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11" y="3677749"/>
            <a:ext cx="6920715" cy="31757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A6D3233-4164-7102-7E7A-1E4F691D8B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27" t="1381" r="1115"/>
          <a:stretch/>
        </p:blipFill>
        <p:spPr>
          <a:xfrm>
            <a:off x="4460354" y="2123299"/>
            <a:ext cx="6826199" cy="3871180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2F28D28-F8C7-43CD-80AE-37B6C95549DD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合約／法律文件範本維護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(2/3)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67E2637-D1F0-984F-BF2E-5A58A2799ECB}"/>
              </a:ext>
            </a:extLst>
          </p:cNvPr>
          <p:cNvSpPr/>
          <p:nvPr/>
        </p:nvSpPr>
        <p:spPr>
          <a:xfrm>
            <a:off x="1636989" y="3085627"/>
            <a:ext cx="1026312" cy="45656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圖說文字 51">
            <a:extLst>
              <a:ext uri="{FF2B5EF4-FFF2-40B4-BE49-F238E27FC236}">
                <a16:creationId xmlns:a16="http://schemas.microsoft.com/office/drawing/2014/main" id="{0D2F40C6-E87C-A967-410B-3DE84903D8BA}"/>
              </a:ext>
            </a:extLst>
          </p:cNvPr>
          <p:cNvSpPr/>
          <p:nvPr/>
        </p:nvSpPr>
        <p:spPr bwMode="gray">
          <a:xfrm>
            <a:off x="1189547" y="2081576"/>
            <a:ext cx="3028902" cy="792000"/>
          </a:xfrm>
          <a:prstGeom prst="wedgeRoundRectCallout">
            <a:avLst>
              <a:gd name="adj1" fmla="val -21504"/>
              <a:gd name="adj2" fmla="val 75211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圓角矩形圖說文字 51">
            <a:extLst>
              <a:ext uri="{FF2B5EF4-FFF2-40B4-BE49-F238E27FC236}">
                <a16:creationId xmlns:a16="http://schemas.microsoft.com/office/drawing/2014/main" id="{B60F63F7-CD93-55FB-B501-C2ACFE11E2F2}"/>
              </a:ext>
            </a:extLst>
          </p:cNvPr>
          <p:cNvSpPr/>
          <p:nvPr/>
        </p:nvSpPr>
        <p:spPr bwMode="gray">
          <a:xfrm>
            <a:off x="1596838" y="4716156"/>
            <a:ext cx="2614053" cy="818452"/>
          </a:xfrm>
          <a:prstGeom prst="wedgeRoundRectCallout">
            <a:avLst>
              <a:gd name="adj1" fmla="val 66359"/>
              <a:gd name="adj2" fmla="val -3815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輸入資料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F63CDFE7-C367-EE39-296F-1EC6C3CEF680}"/>
              </a:ext>
            </a:extLst>
          </p:cNvPr>
          <p:cNvSpPr/>
          <p:nvPr/>
        </p:nvSpPr>
        <p:spPr>
          <a:xfrm>
            <a:off x="4638984" y="2878952"/>
            <a:ext cx="6439169" cy="246490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7531D713-99B7-7D0A-6B35-E3DDC5FA20CD}"/>
              </a:ext>
            </a:extLst>
          </p:cNvPr>
          <p:cNvSpPr/>
          <p:nvPr/>
        </p:nvSpPr>
        <p:spPr>
          <a:xfrm>
            <a:off x="7858568" y="5516154"/>
            <a:ext cx="774891" cy="418411"/>
          </a:xfrm>
          <a:prstGeom prst="roundRect">
            <a:avLst>
              <a:gd name="adj" fmla="val 10683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圖說文字 51">
            <a:extLst>
              <a:ext uri="{FF2B5EF4-FFF2-40B4-BE49-F238E27FC236}">
                <a16:creationId xmlns:a16="http://schemas.microsoft.com/office/drawing/2014/main" id="{8AE3C082-914B-150B-E4E6-14BE13A26BF9}"/>
              </a:ext>
            </a:extLst>
          </p:cNvPr>
          <p:cNvSpPr/>
          <p:nvPr/>
        </p:nvSpPr>
        <p:spPr bwMode="gray">
          <a:xfrm>
            <a:off x="3948894" y="5830121"/>
            <a:ext cx="3111398" cy="755097"/>
          </a:xfrm>
          <a:prstGeom prst="wedgeRoundRectCallout">
            <a:avLst>
              <a:gd name="adj1" fmla="val 75212"/>
              <a:gd name="adj2" fmla="val -3959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語音泡泡: 圓角矩形 29">
            <a:extLst>
              <a:ext uri="{FF2B5EF4-FFF2-40B4-BE49-F238E27FC236}">
                <a16:creationId xmlns:a16="http://schemas.microsoft.com/office/drawing/2014/main" id="{9B91FC33-8590-73E9-34C6-FF365760EEF8}"/>
              </a:ext>
            </a:extLst>
          </p:cNvPr>
          <p:cNvSpPr/>
          <p:nvPr/>
        </p:nvSpPr>
        <p:spPr bwMode="gray">
          <a:xfrm>
            <a:off x="6314550" y="994542"/>
            <a:ext cx="5453803" cy="1043384"/>
          </a:xfrm>
          <a:prstGeom prst="wedgeRoundRectCallout">
            <a:avLst>
              <a:gd name="adj1" fmla="val -33184"/>
              <a:gd name="adj2" fmla="val 142998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資料來源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合約／法律文件範本類型維護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功能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F9F8D2C3-3388-5B0A-BED0-99591B5699A4}"/>
              </a:ext>
            </a:extLst>
          </p:cNvPr>
          <p:cNvSpPr/>
          <p:nvPr/>
        </p:nvSpPr>
        <p:spPr>
          <a:xfrm>
            <a:off x="4704770" y="3016084"/>
            <a:ext cx="2964992" cy="576292"/>
          </a:xfrm>
          <a:prstGeom prst="roundRect">
            <a:avLst>
              <a:gd name="adj" fmla="val 8729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039002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5E1C-5131-2960-2241-87390A98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4C0D559-04E9-6396-3AF3-839A077B5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" y="882482"/>
            <a:ext cx="9662399" cy="4746442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3ADCDAC-ADA6-6FA7-5F79-C99101F72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53" y="4053412"/>
            <a:ext cx="7412488" cy="34014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58018EA-2764-7A92-9B1A-DDFB7526912A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7.2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合約／法律文件範本維護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閱覽權限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(3/3)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29901C2-76C3-25AB-7904-6070279458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814"/>
          <a:stretch/>
        </p:blipFill>
        <p:spPr>
          <a:xfrm>
            <a:off x="5734050" y="1936188"/>
            <a:ext cx="5376016" cy="4011196"/>
          </a:xfrm>
          <a:prstGeom prst="rect">
            <a:avLst/>
          </a:prstGeom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</a:effectLst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6BA04582-DB36-E43F-2A75-2CD4D5F426EB}"/>
              </a:ext>
            </a:extLst>
          </p:cNvPr>
          <p:cNvSpPr/>
          <p:nvPr/>
        </p:nvSpPr>
        <p:spPr>
          <a:xfrm>
            <a:off x="2570439" y="5153311"/>
            <a:ext cx="582336" cy="456563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BF5972CF-DA93-3E85-312C-C3308C7A4AEC}"/>
              </a:ext>
            </a:extLst>
          </p:cNvPr>
          <p:cNvSpPr/>
          <p:nvPr/>
        </p:nvSpPr>
        <p:spPr bwMode="gray">
          <a:xfrm>
            <a:off x="1522922" y="4004485"/>
            <a:ext cx="4211128" cy="792000"/>
          </a:xfrm>
          <a:prstGeom prst="wedgeRoundRectCallout">
            <a:avLst>
              <a:gd name="adj1" fmla="val -20698"/>
              <a:gd name="adj2" fmla="val 9325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閱覽權限設定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2B74FAD-C4DF-8B64-13B5-41B43B2763FD}"/>
              </a:ext>
            </a:extLst>
          </p:cNvPr>
          <p:cNvSpPr/>
          <p:nvPr/>
        </p:nvSpPr>
        <p:spPr>
          <a:xfrm>
            <a:off x="5897053" y="2581241"/>
            <a:ext cx="2933700" cy="2790825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圖說文字 51">
            <a:extLst>
              <a:ext uri="{FF2B5EF4-FFF2-40B4-BE49-F238E27FC236}">
                <a16:creationId xmlns:a16="http://schemas.microsoft.com/office/drawing/2014/main" id="{7C7F5D30-E2D5-ACC6-8974-166C8873C67A}"/>
              </a:ext>
            </a:extLst>
          </p:cNvPr>
          <p:cNvSpPr/>
          <p:nvPr/>
        </p:nvSpPr>
        <p:spPr bwMode="gray">
          <a:xfrm>
            <a:off x="5434668" y="5674013"/>
            <a:ext cx="3396085" cy="792000"/>
          </a:xfrm>
          <a:prstGeom prst="wedgeRoundRectCallout">
            <a:avLst>
              <a:gd name="adj1" fmla="val -20780"/>
              <a:gd name="adj2" fmla="val -85945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勾選部門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6F95E40-07D2-59D4-7FCB-683383971B1B}"/>
              </a:ext>
            </a:extLst>
          </p:cNvPr>
          <p:cNvSpPr/>
          <p:nvPr/>
        </p:nvSpPr>
        <p:spPr>
          <a:xfrm>
            <a:off x="10008683" y="5400642"/>
            <a:ext cx="973641" cy="546742"/>
          </a:xfrm>
          <a:prstGeom prst="roundRect">
            <a:avLst>
              <a:gd name="adj" fmla="val 5908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51">
            <a:extLst>
              <a:ext uri="{FF2B5EF4-FFF2-40B4-BE49-F238E27FC236}">
                <a16:creationId xmlns:a16="http://schemas.microsoft.com/office/drawing/2014/main" id="{D387C9E3-9C23-3C09-B04E-79357D744EFE}"/>
              </a:ext>
            </a:extLst>
          </p:cNvPr>
          <p:cNvSpPr/>
          <p:nvPr/>
        </p:nvSpPr>
        <p:spPr bwMode="gray">
          <a:xfrm>
            <a:off x="8979833" y="4053412"/>
            <a:ext cx="3024495" cy="792000"/>
          </a:xfrm>
          <a:prstGeom prst="wedgeRoundRectCallout">
            <a:avLst>
              <a:gd name="adj1" fmla="val -10323"/>
              <a:gd name="adj2" fmla="val 11489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4148959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65E0-2768-7F6D-CD07-70E87C95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E339BC8-AAFE-E350-99A3-EDD05F5B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82" y="3099335"/>
            <a:ext cx="9646965" cy="80852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3600" dirty="0"/>
              <a:t>8.1 </a:t>
            </a:r>
            <a:r>
              <a:rPr lang="zh-TW" altLang="en-US" sz="3600" dirty="0"/>
              <a:t>自訂欄位管理 </a:t>
            </a:r>
            <a:r>
              <a:rPr lang="en-US" altLang="zh-TW" sz="3600" dirty="0"/>
              <a:t>&gt;</a:t>
            </a:r>
            <a:r>
              <a:rPr lang="zh-TW" altLang="en-US" sz="3600" dirty="0"/>
              <a:t> </a:t>
            </a:r>
            <a:r>
              <a:rPr lang="en-US" altLang="zh-TW" sz="4400" dirty="0"/>
              <a:t>【</a:t>
            </a:r>
            <a:r>
              <a:rPr lang="zh-TW" altLang="en-US" sz="4400" dirty="0"/>
              <a:t>自訂欄位維護</a:t>
            </a:r>
            <a:r>
              <a:rPr lang="en-US" altLang="zh-TW" sz="4400" dirty="0"/>
              <a:t>】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78080939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6685-B42B-D8C5-DCD1-46C854D0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4C1C86A1-4C24-6682-060B-FDA73457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76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EF33E16-E8C0-6527-50E8-CB586D94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31"/>
          <a:stretch>
            <a:fillRect/>
          </a:stretch>
        </p:blipFill>
        <p:spPr>
          <a:xfrm>
            <a:off x="427900" y="993726"/>
            <a:ext cx="9835116" cy="448970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0" name="圓角矩形圖說文字 51">
            <a:extLst>
              <a:ext uri="{FF2B5EF4-FFF2-40B4-BE49-F238E27FC236}">
                <a16:creationId xmlns:a16="http://schemas.microsoft.com/office/drawing/2014/main" id="{3CEFCE2E-082F-5452-904A-49E5926B9494}"/>
              </a:ext>
            </a:extLst>
          </p:cNvPr>
          <p:cNvSpPr/>
          <p:nvPr/>
        </p:nvSpPr>
        <p:spPr bwMode="gray">
          <a:xfrm>
            <a:off x="2897252" y="902839"/>
            <a:ext cx="2985564" cy="736310"/>
          </a:xfrm>
          <a:prstGeom prst="wedgeRoundRectCallout">
            <a:avLst>
              <a:gd name="adj1" fmla="val -65945"/>
              <a:gd name="adj2" fmla="val 18412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1: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5C41FF4-E5E6-66A3-C755-A10343CD271C}"/>
              </a:ext>
            </a:extLst>
          </p:cNvPr>
          <p:cNvSpPr/>
          <p:nvPr/>
        </p:nvSpPr>
        <p:spPr>
          <a:xfrm>
            <a:off x="1563171" y="2639570"/>
            <a:ext cx="880487" cy="435936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625FA7C-6E75-A06E-493F-B5153605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011" y="1968660"/>
            <a:ext cx="7454603" cy="4682422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571362E-43A2-DCA9-3D9E-441147099BBF}"/>
              </a:ext>
            </a:extLst>
          </p:cNvPr>
          <p:cNvSpPr/>
          <p:nvPr/>
        </p:nvSpPr>
        <p:spPr>
          <a:xfrm>
            <a:off x="4561367" y="2867234"/>
            <a:ext cx="6815654" cy="2048651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圖說文字 51">
            <a:extLst>
              <a:ext uri="{FF2B5EF4-FFF2-40B4-BE49-F238E27FC236}">
                <a16:creationId xmlns:a16="http://schemas.microsoft.com/office/drawing/2014/main" id="{B909B069-3B20-A261-0119-B20E9E29E6AC}"/>
              </a:ext>
            </a:extLst>
          </p:cNvPr>
          <p:cNvSpPr/>
          <p:nvPr/>
        </p:nvSpPr>
        <p:spPr bwMode="gray">
          <a:xfrm>
            <a:off x="6555716" y="1567415"/>
            <a:ext cx="4380200" cy="736310"/>
          </a:xfrm>
          <a:prstGeom prst="wedgeRoundRectCallout">
            <a:avLst>
              <a:gd name="adj1" fmla="val 21455"/>
              <a:gd name="adj2" fmla="val 12267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2: 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填寫自訂欄位群組資料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FB2D18-092F-1B95-DC6C-F6CADFB74ED0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自訂欄位維護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(1/5)</a:t>
            </a:r>
          </a:p>
        </p:txBody>
      </p:sp>
    </p:spTree>
    <p:extLst>
      <p:ext uri="{BB962C8B-B14F-4D97-AF65-F5344CB8AC3E}">
        <p14:creationId xmlns:p14="http://schemas.microsoft.com/office/powerpoint/2010/main" val="32840350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0EEE-A84A-F518-7F85-057A397A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extLst>
              <a:ext uri="{FF2B5EF4-FFF2-40B4-BE49-F238E27FC236}">
                <a16:creationId xmlns:a16="http://schemas.microsoft.com/office/drawing/2014/main" id="{ECC73D7A-4D5F-B094-29AA-6CF16E5F7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39" y="1273652"/>
            <a:ext cx="9190476" cy="451428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CD5F3329-3731-A119-296A-E5C459FC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96A7574-0D7B-FC45-49D4-BB09284856AC}"/>
              </a:ext>
            </a:extLst>
          </p:cNvPr>
          <p:cNvSpPr/>
          <p:nvPr/>
        </p:nvSpPr>
        <p:spPr>
          <a:xfrm>
            <a:off x="1252414" y="1952636"/>
            <a:ext cx="1283395" cy="49440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圓角矩形圖說文字 51">
            <a:extLst>
              <a:ext uri="{FF2B5EF4-FFF2-40B4-BE49-F238E27FC236}">
                <a16:creationId xmlns:a16="http://schemas.microsoft.com/office/drawing/2014/main" id="{4306F97C-4162-7B8D-E439-F7C6A34108FD}"/>
              </a:ext>
            </a:extLst>
          </p:cNvPr>
          <p:cNvSpPr/>
          <p:nvPr/>
        </p:nvSpPr>
        <p:spPr bwMode="gray">
          <a:xfrm>
            <a:off x="3052995" y="1256870"/>
            <a:ext cx="4097591" cy="1153755"/>
          </a:xfrm>
          <a:prstGeom prst="wedgeRoundRectCallout">
            <a:avLst>
              <a:gd name="adj1" fmla="val -62292"/>
              <a:gd name="adj2" fmla="val 20136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3: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新增欄位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可重複點擊以新增多個欄位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4BC40C6-564B-D557-0DEB-5CA26D578A4A}"/>
              </a:ext>
            </a:extLst>
          </p:cNvPr>
          <p:cNvSpPr/>
          <p:nvPr/>
        </p:nvSpPr>
        <p:spPr>
          <a:xfrm>
            <a:off x="1252415" y="2552178"/>
            <a:ext cx="8221194" cy="227203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圓角矩形圖說文字 51">
            <a:extLst>
              <a:ext uri="{FF2B5EF4-FFF2-40B4-BE49-F238E27FC236}">
                <a16:creationId xmlns:a16="http://schemas.microsoft.com/office/drawing/2014/main" id="{8761ACBC-0DB5-E084-FEC9-BB1EAF37BDAD}"/>
              </a:ext>
            </a:extLst>
          </p:cNvPr>
          <p:cNvSpPr/>
          <p:nvPr/>
        </p:nvSpPr>
        <p:spPr bwMode="gray">
          <a:xfrm>
            <a:off x="1037412" y="5598783"/>
            <a:ext cx="3146592" cy="724672"/>
          </a:xfrm>
          <a:prstGeom prst="wedgeRoundRectCallout">
            <a:avLst>
              <a:gd name="adj1" fmla="val -21645"/>
              <a:gd name="adj2" fmla="val -157412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4: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設定欄位資訊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6B4199E-5109-5CAC-7A76-2E948FAAD2BA}"/>
              </a:ext>
            </a:extLst>
          </p:cNvPr>
          <p:cNvSpPr/>
          <p:nvPr/>
        </p:nvSpPr>
        <p:spPr>
          <a:xfrm>
            <a:off x="3349444" y="2979037"/>
            <a:ext cx="1828616" cy="435936"/>
          </a:xfrm>
          <a:prstGeom prst="roundRect">
            <a:avLst>
              <a:gd name="adj" fmla="val 1508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C7EC9BBD-4124-0869-A788-BAFA2A05FDAE}"/>
              </a:ext>
            </a:extLst>
          </p:cNvPr>
          <p:cNvSpPr/>
          <p:nvPr/>
        </p:nvSpPr>
        <p:spPr bwMode="gray">
          <a:xfrm>
            <a:off x="7966701" y="1216003"/>
            <a:ext cx="2972884" cy="970404"/>
          </a:xfrm>
          <a:prstGeom prst="wedgeRoundRectCallout">
            <a:avLst>
              <a:gd name="adj1" fmla="val -143630"/>
              <a:gd name="adj2" fmla="val 143819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若有加購多國語言，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需設定其他語系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DF466B2-9271-C5C0-7D8A-9B1E350810A2}"/>
              </a:ext>
            </a:extLst>
          </p:cNvPr>
          <p:cNvSpPr/>
          <p:nvPr/>
        </p:nvSpPr>
        <p:spPr>
          <a:xfrm>
            <a:off x="5384278" y="5210304"/>
            <a:ext cx="862156" cy="44728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圖說文字 51">
            <a:extLst>
              <a:ext uri="{FF2B5EF4-FFF2-40B4-BE49-F238E27FC236}">
                <a16:creationId xmlns:a16="http://schemas.microsoft.com/office/drawing/2014/main" id="{1801D349-C58A-FD65-84D6-9BC1C07A461A}"/>
              </a:ext>
            </a:extLst>
          </p:cNvPr>
          <p:cNvSpPr/>
          <p:nvPr/>
        </p:nvSpPr>
        <p:spPr bwMode="gray">
          <a:xfrm>
            <a:off x="6869521" y="5313230"/>
            <a:ext cx="2972884" cy="650344"/>
          </a:xfrm>
          <a:prstGeom prst="wedgeRoundRectCallout">
            <a:avLst>
              <a:gd name="adj1" fmla="val -70571"/>
              <a:gd name="adj2" fmla="val -31163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5: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4E26F-81DF-EC12-4B25-1A7520274BC5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自訂欄位維護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新增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(2/5)</a:t>
            </a:r>
          </a:p>
        </p:txBody>
      </p:sp>
    </p:spTree>
    <p:extLst>
      <p:ext uri="{BB962C8B-B14F-4D97-AF65-F5344CB8AC3E}">
        <p14:creationId xmlns:p14="http://schemas.microsoft.com/office/powerpoint/2010/main" val="402785515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6FD0-1222-6F55-462B-010D6C97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1635F91C-E315-E71F-1B9B-A48924E7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78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471D060-BF93-8999-BC99-DF00DECD4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2" t="3685" r="1716" b="2272"/>
          <a:stretch>
            <a:fillRect/>
          </a:stretch>
        </p:blipFill>
        <p:spPr>
          <a:xfrm>
            <a:off x="561814" y="925033"/>
            <a:ext cx="2989460" cy="1594243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AF8AEAC-D6D5-AD1C-1A39-8DA269DE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058" y="1889409"/>
            <a:ext cx="7705923" cy="342667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95C1E545-BB74-B206-EDC9-835E45132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197" y="4878537"/>
            <a:ext cx="4142857" cy="1323810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4AAA78B-3913-A334-054D-ED75AA0CF601}"/>
              </a:ext>
            </a:extLst>
          </p:cNvPr>
          <p:cNvSpPr/>
          <p:nvPr/>
        </p:nvSpPr>
        <p:spPr>
          <a:xfrm>
            <a:off x="1680405" y="2042396"/>
            <a:ext cx="862156" cy="44728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圓角矩形圖說文字 51">
            <a:extLst>
              <a:ext uri="{FF2B5EF4-FFF2-40B4-BE49-F238E27FC236}">
                <a16:creationId xmlns:a16="http://schemas.microsoft.com/office/drawing/2014/main" id="{A49F5E15-2644-D841-7C2D-60D657F2887B}"/>
              </a:ext>
            </a:extLst>
          </p:cNvPr>
          <p:cNvSpPr/>
          <p:nvPr/>
        </p:nvSpPr>
        <p:spPr bwMode="gray">
          <a:xfrm>
            <a:off x="407993" y="2909953"/>
            <a:ext cx="1995575" cy="845804"/>
          </a:xfrm>
          <a:prstGeom prst="wedgeRoundRectCallout">
            <a:avLst>
              <a:gd name="adj1" fmla="val 21072"/>
              <a:gd name="adj2" fmla="val -9778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6: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22" name="圓角矩形圖說文字 51">
            <a:extLst>
              <a:ext uri="{FF2B5EF4-FFF2-40B4-BE49-F238E27FC236}">
                <a16:creationId xmlns:a16="http://schemas.microsoft.com/office/drawing/2014/main" id="{0AF49DD8-C855-A54F-6EF6-8AD13D68E514}"/>
              </a:ext>
            </a:extLst>
          </p:cNvPr>
          <p:cNvSpPr/>
          <p:nvPr/>
        </p:nvSpPr>
        <p:spPr bwMode="gray">
          <a:xfrm>
            <a:off x="416610" y="4896447"/>
            <a:ext cx="4290401" cy="701748"/>
          </a:xfrm>
          <a:prstGeom prst="wedgeRoundRectCallout">
            <a:avLst>
              <a:gd name="adj1" fmla="val 21728"/>
              <a:gd name="adj2" fmla="val -93410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7: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選擇合約類型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可複選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517D1A2-9B07-7D98-26FD-4FD9423D980C}"/>
              </a:ext>
            </a:extLst>
          </p:cNvPr>
          <p:cNvSpPr/>
          <p:nvPr/>
        </p:nvSpPr>
        <p:spPr>
          <a:xfrm>
            <a:off x="3004772" y="3167946"/>
            <a:ext cx="6510670" cy="1403219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C80E34F2-1C2E-3394-5C06-1C0E504D9D5D}"/>
              </a:ext>
            </a:extLst>
          </p:cNvPr>
          <p:cNvSpPr/>
          <p:nvPr/>
        </p:nvSpPr>
        <p:spPr bwMode="gray">
          <a:xfrm>
            <a:off x="5157195" y="1663163"/>
            <a:ext cx="5306275" cy="1032401"/>
          </a:xfrm>
          <a:prstGeom prst="wedgeRoundRectCallout">
            <a:avLst>
              <a:gd name="adj1" fmla="val -20021"/>
              <a:gd name="adj2" fmla="val 9318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複選框若呈現黑底，表示該合約類型已設定自訂欄位群組，無法重複設定。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CB446D6-03A6-B32D-C015-EAE8A47EF914}"/>
              </a:ext>
            </a:extLst>
          </p:cNvPr>
          <p:cNvSpPr/>
          <p:nvPr/>
        </p:nvSpPr>
        <p:spPr>
          <a:xfrm>
            <a:off x="6574381" y="4696703"/>
            <a:ext cx="760069" cy="447284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圓角矩形圖說文字 51">
            <a:extLst>
              <a:ext uri="{FF2B5EF4-FFF2-40B4-BE49-F238E27FC236}">
                <a16:creationId xmlns:a16="http://schemas.microsoft.com/office/drawing/2014/main" id="{2D992C60-56D7-29A4-8DC8-D07F2F88F880}"/>
              </a:ext>
            </a:extLst>
          </p:cNvPr>
          <p:cNvSpPr/>
          <p:nvPr/>
        </p:nvSpPr>
        <p:spPr bwMode="gray">
          <a:xfrm>
            <a:off x="4202042" y="5740914"/>
            <a:ext cx="3028151" cy="701748"/>
          </a:xfrm>
          <a:prstGeom prst="wedgeRoundRectCallout">
            <a:avLst>
              <a:gd name="adj1" fmla="val 34448"/>
              <a:gd name="adj2" fmla="val -133068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8: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送出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1794FD2-48AC-E038-AE64-D85A74F97E8C}"/>
              </a:ext>
            </a:extLst>
          </p:cNvPr>
          <p:cNvSpPr/>
          <p:nvPr/>
        </p:nvSpPr>
        <p:spPr>
          <a:xfrm>
            <a:off x="10850531" y="5613580"/>
            <a:ext cx="862156" cy="505626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圓角矩形圖說文字 51">
            <a:extLst>
              <a:ext uri="{FF2B5EF4-FFF2-40B4-BE49-F238E27FC236}">
                <a16:creationId xmlns:a16="http://schemas.microsoft.com/office/drawing/2014/main" id="{E1CFB98A-62E6-D358-FC44-99856184EDEF}"/>
              </a:ext>
            </a:extLst>
          </p:cNvPr>
          <p:cNvSpPr/>
          <p:nvPr/>
        </p:nvSpPr>
        <p:spPr bwMode="gray">
          <a:xfrm>
            <a:off x="8435031" y="5683161"/>
            <a:ext cx="1995575" cy="845804"/>
          </a:xfrm>
          <a:prstGeom prst="wedgeRoundRectCallout">
            <a:avLst>
              <a:gd name="adj1" fmla="val 70090"/>
              <a:gd name="adj2" fmla="val -19849"/>
              <a:gd name="adj3" fmla="val 16667"/>
            </a:avLst>
          </a:prstGeom>
          <a:solidFill>
            <a:srgbClr val="75BDA7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66675" tIns="66675" rIns="66675" bIns="66675" rtlCol="0" anchor="ctr"/>
          <a:lstStyle/>
          <a:p>
            <a:pPr>
              <a:lnSpc>
                <a:spcPct val="106000"/>
              </a:lnSpc>
            </a:pP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Step 9: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6000"/>
              </a:lnSpc>
            </a:pP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點擊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確定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E4CA6D-578D-B5D1-F199-6E93805B06A1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自訂欄位維護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設定合約類型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(3/5)</a:t>
            </a:r>
          </a:p>
        </p:txBody>
      </p:sp>
    </p:spTree>
    <p:extLst>
      <p:ext uri="{BB962C8B-B14F-4D97-AF65-F5344CB8AC3E}">
        <p14:creationId xmlns:p14="http://schemas.microsoft.com/office/powerpoint/2010/main" val="3798917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3C142-48F1-FFC1-84F7-81095095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6C400E11-C15E-C590-E5F9-6E51CDDD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79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B2FB077-7AFC-56BD-D3F6-0E5CA58E4631}"/>
              </a:ext>
            </a:extLst>
          </p:cNvPr>
          <p:cNvGrpSpPr/>
          <p:nvPr/>
        </p:nvGrpSpPr>
        <p:grpSpPr>
          <a:xfrm>
            <a:off x="5921121" y="244680"/>
            <a:ext cx="5528933" cy="6476795"/>
            <a:chOff x="3439850" y="-685741"/>
            <a:chExt cx="7492787" cy="8377750"/>
          </a:xfr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B2C3FB8-5C82-978B-2590-C89421F41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168" r="3888"/>
            <a:stretch>
              <a:fillRect/>
            </a:stretch>
          </p:blipFill>
          <p:spPr>
            <a:xfrm>
              <a:off x="3439852" y="-685741"/>
              <a:ext cx="7492785" cy="4287941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B4BC8EC-7FFE-DBD2-3912-69CBDDEF9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295" t="25828" r="4293"/>
            <a:stretch>
              <a:fillRect/>
            </a:stretch>
          </p:blipFill>
          <p:spPr>
            <a:xfrm>
              <a:off x="3439850" y="3602200"/>
              <a:ext cx="7492785" cy="4089809"/>
            </a:xfrm>
            <a:prstGeom prst="rect">
              <a:avLst/>
            </a:prstGeom>
          </p:spPr>
        </p:pic>
      </p:grp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92FF4D-6EE3-2C2F-95E2-A1B6F1DCE519}"/>
              </a:ext>
            </a:extLst>
          </p:cNvPr>
          <p:cNvSpPr/>
          <p:nvPr/>
        </p:nvSpPr>
        <p:spPr>
          <a:xfrm>
            <a:off x="8730114" y="1775639"/>
            <a:ext cx="2170834" cy="425302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0C86316-4464-090D-BFF7-BDC0ECC91510}"/>
              </a:ext>
            </a:extLst>
          </p:cNvPr>
          <p:cNvSpPr/>
          <p:nvPr/>
        </p:nvSpPr>
        <p:spPr>
          <a:xfrm>
            <a:off x="6305668" y="4532704"/>
            <a:ext cx="4890977" cy="1485323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F6CCA388-616D-55A1-B37A-2252342B51C0}"/>
              </a:ext>
            </a:extLst>
          </p:cNvPr>
          <p:cNvSpPr/>
          <p:nvPr/>
        </p:nvSpPr>
        <p:spPr bwMode="gray">
          <a:xfrm>
            <a:off x="345638" y="4270109"/>
            <a:ext cx="5312450" cy="1863423"/>
          </a:xfrm>
          <a:prstGeom prst="wedgeRoundRectCallout">
            <a:avLst>
              <a:gd name="adj1" fmla="val 61977"/>
              <a:gd name="adj2" fmla="val -20155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設定完成後，當申請人於起案時選擇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合約類型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，系統將於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合約其他資訊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區塊，自動帶出對應的自訂欄位群組，供申請人填寫。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2577D6B-5AC6-AC8E-9503-9DB0C71D0825}"/>
              </a:ext>
            </a:extLst>
          </p:cNvPr>
          <p:cNvCxnSpPr/>
          <p:nvPr/>
        </p:nvCxnSpPr>
        <p:spPr>
          <a:xfrm>
            <a:off x="9999438" y="2200941"/>
            <a:ext cx="0" cy="2331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1BE0AB02-6E24-8A06-6EC9-228D7B012B78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自訂欄位維護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</a:p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         設定合約類型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(4/5)</a:t>
            </a:r>
          </a:p>
        </p:txBody>
      </p:sp>
    </p:spTree>
    <p:extLst>
      <p:ext uri="{BB962C8B-B14F-4D97-AF65-F5344CB8AC3E}">
        <p14:creationId xmlns:p14="http://schemas.microsoft.com/office/powerpoint/2010/main" val="20987993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84FF3-349A-3A03-9E1D-A1811BFD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FF93909-541D-6D58-5BBD-0DE90A2E4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" r="-1"/>
          <a:stretch>
            <a:fillRect/>
          </a:stretch>
        </p:blipFill>
        <p:spPr>
          <a:xfrm>
            <a:off x="4382730" y="839973"/>
            <a:ext cx="7148870" cy="5838971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75000"/>
                <a:alpha val="40000"/>
              </a:schemeClr>
            </a:outerShdw>
          </a:effectLst>
        </p:spPr>
      </p:pic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9BA28020-7D2D-A768-0643-0DC66DE6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8CA3B3F4-540F-4BE5-9E7F-DB4B155A1F58}" type="slidenum">
              <a:rPr lang="en-US" sz="1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80</a:t>
            </a:fld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DB99C0F-E4DB-530C-C044-0EEA96000DAA}"/>
              </a:ext>
            </a:extLst>
          </p:cNvPr>
          <p:cNvSpPr/>
          <p:nvPr/>
        </p:nvSpPr>
        <p:spPr>
          <a:xfrm>
            <a:off x="4667692" y="6166884"/>
            <a:ext cx="2743200" cy="512060"/>
          </a:xfrm>
          <a:prstGeom prst="roundRect">
            <a:avLst>
              <a:gd name="adj" fmla="val 3551"/>
            </a:avLst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語音泡泡: 圓角矩形 13">
            <a:extLst>
              <a:ext uri="{FF2B5EF4-FFF2-40B4-BE49-F238E27FC236}">
                <a16:creationId xmlns:a16="http://schemas.microsoft.com/office/drawing/2014/main" id="{AE2882EA-A348-C4CD-1C10-9FA0BC928A15}"/>
              </a:ext>
            </a:extLst>
          </p:cNvPr>
          <p:cNvSpPr/>
          <p:nvPr/>
        </p:nvSpPr>
        <p:spPr bwMode="gray">
          <a:xfrm>
            <a:off x="404037" y="3759458"/>
            <a:ext cx="5312450" cy="1573618"/>
          </a:xfrm>
          <a:prstGeom prst="wedgeRoundRectCallout">
            <a:avLst>
              <a:gd name="adj1" fmla="val 50168"/>
              <a:gd name="adj2" fmla="val 103494"/>
              <a:gd name="adj3" fmla="val 16667"/>
            </a:avLst>
          </a:prstGeom>
          <a:solidFill>
            <a:srgbClr val="FFFF00"/>
          </a:solidFill>
          <a:ln w="3175" algn="ctr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流程維護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新增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修改關卡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中，可設定各關卡中的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合約其他資訊區塊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為「只能檢視」或「可編輯」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F472C3-8361-00C9-E979-9F699939B5EE}"/>
              </a:ext>
            </a:extLst>
          </p:cNvPr>
          <p:cNvSpPr txBox="1">
            <a:spLocks/>
          </p:cNvSpPr>
          <p:nvPr/>
        </p:nvSpPr>
        <p:spPr>
          <a:xfrm>
            <a:off x="1" y="58350"/>
            <a:ext cx="12192000" cy="505672"/>
          </a:xfrm>
          <a:prstGeom prst="rect">
            <a:avLst/>
          </a:prstGeom>
        </p:spPr>
        <p:txBody>
          <a:bodyPr/>
          <a:lstStyle>
            <a:lvl1pPr algn="l" defTabSz="121911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8.1 【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自訂欄位維護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】</a:t>
            </a:r>
            <a:r>
              <a:rPr lang="zh-TW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欄位顯示模式 </a:t>
            </a: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</a:rPr>
              <a:t>(5/5)</a:t>
            </a:r>
          </a:p>
        </p:txBody>
      </p:sp>
    </p:spTree>
    <p:extLst>
      <p:ext uri="{BB962C8B-B14F-4D97-AF65-F5344CB8AC3E}">
        <p14:creationId xmlns:p14="http://schemas.microsoft.com/office/powerpoint/2010/main" val="34434014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C826F-E86B-3F3A-E631-B1EE8AD9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44320-4EB9-6204-140B-06D88473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88" y="3072117"/>
            <a:ext cx="8513378" cy="713765"/>
          </a:xfrm>
        </p:spPr>
        <p:txBody>
          <a:bodyPr/>
          <a:lstStyle/>
          <a:p>
            <a:r>
              <a:rPr lang="zh-TW" altLang="en-US" sz="4400" dirty="0"/>
              <a:t>三、常用系統功能 </a:t>
            </a:r>
            <a:r>
              <a:rPr lang="en-US" altLang="zh-TW" sz="4400" dirty="0"/>
              <a:t>- </a:t>
            </a:r>
            <a:r>
              <a:rPr lang="zh-TW" altLang="en-US" sz="4400" dirty="0">
                <a:solidFill>
                  <a:srgbClr val="FFFF00"/>
                </a:solidFill>
              </a:rPr>
              <a:t>實機操作</a:t>
            </a:r>
          </a:p>
        </p:txBody>
      </p:sp>
    </p:spTree>
    <p:extLst>
      <p:ext uri="{BB962C8B-B14F-4D97-AF65-F5344CB8AC3E}">
        <p14:creationId xmlns:p14="http://schemas.microsoft.com/office/powerpoint/2010/main" val="1111911715"/>
      </p:ext>
    </p:extLst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2CD2-6392-F408-9E1F-A4C10F42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5E9279-914C-768C-6587-173C9057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82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3F0B166-7900-F7B8-46B6-6F855D4C75D7}"/>
              </a:ext>
            </a:extLst>
          </p:cNvPr>
          <p:cNvSpPr/>
          <p:nvPr/>
        </p:nvSpPr>
        <p:spPr bwMode="gray">
          <a:xfrm>
            <a:off x="248402" y="2343217"/>
            <a:ext cx="7042517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2. </a:t>
            </a:r>
            <a:r>
              <a:rPr lang="zh-TW" altLang="en-US" sz="2000" b="1" dirty="0">
                <a:solidFill>
                  <a:schemeClr val="bg1"/>
                </a:solidFill>
              </a:rPr>
              <a:t>系統管理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403AC8-4801-BBE7-52BD-3769891F4D6E}"/>
              </a:ext>
            </a:extLst>
          </p:cNvPr>
          <p:cNvSpPr/>
          <p:nvPr/>
        </p:nvSpPr>
        <p:spPr bwMode="gray">
          <a:xfrm>
            <a:off x="418439" y="29149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2.1 </a:t>
            </a:r>
            <a:r>
              <a:rPr lang="zh-TW" altLang="en-US" sz="1600" b="1" dirty="0"/>
              <a:t>角色與權限維護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42524-A28A-3789-E30E-5E26666E7C1E}"/>
              </a:ext>
            </a:extLst>
          </p:cNvPr>
          <p:cNvSpPr/>
          <p:nvPr/>
        </p:nvSpPr>
        <p:spPr bwMode="gray">
          <a:xfrm>
            <a:off x="418438" y="341678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2.2 </a:t>
            </a:r>
            <a:r>
              <a:rPr lang="zh-TW" altLang="en-US" sz="1600" b="1" dirty="0">
                <a:solidFill>
                  <a:srgbClr val="ED8B00"/>
                </a:solidFill>
              </a:rPr>
              <a:t>使用者維護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4A2F05-C522-7D35-CC7B-1C225260D4ED}"/>
              </a:ext>
            </a:extLst>
          </p:cNvPr>
          <p:cNvSpPr/>
          <p:nvPr/>
        </p:nvSpPr>
        <p:spPr bwMode="gray">
          <a:xfrm>
            <a:off x="418435" y="61297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2.7 </a:t>
            </a:r>
            <a:r>
              <a:rPr lang="zh-TW" altLang="en-US" sz="1600" b="1" dirty="0"/>
              <a:t>信件範本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0D6179-CCCB-FA87-BB10-04C816BD6E80}"/>
              </a:ext>
            </a:extLst>
          </p:cNvPr>
          <p:cNvSpPr/>
          <p:nvPr/>
        </p:nvSpPr>
        <p:spPr bwMode="gray">
          <a:xfrm>
            <a:off x="418436" y="451746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2.4 </a:t>
            </a:r>
            <a:r>
              <a:rPr lang="zh-TW" altLang="en-US" sz="1600" b="1" dirty="0"/>
              <a:t>公司維護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5D4417-830B-12C9-5549-8B373348F7EC}"/>
              </a:ext>
            </a:extLst>
          </p:cNvPr>
          <p:cNvSpPr/>
          <p:nvPr/>
        </p:nvSpPr>
        <p:spPr bwMode="gray">
          <a:xfrm>
            <a:off x="418435" y="507656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2.5 </a:t>
            </a:r>
            <a:r>
              <a:rPr lang="zh-TW" altLang="en-US" sz="1600" b="1" dirty="0"/>
              <a:t>組織維護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405F77-33BA-BE29-9431-AD34DB4EB28C}"/>
              </a:ext>
            </a:extLst>
          </p:cNvPr>
          <p:cNvSpPr/>
          <p:nvPr/>
        </p:nvSpPr>
        <p:spPr bwMode="gray">
          <a:xfrm>
            <a:off x="418435" y="561815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2.6 </a:t>
            </a:r>
            <a:r>
              <a:rPr lang="zh-TW" altLang="en-US" sz="1600" b="1" dirty="0"/>
              <a:t>簽約對象維護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B509A2-1101-17F6-0621-5989404B6B62}"/>
              </a:ext>
            </a:extLst>
          </p:cNvPr>
          <p:cNvSpPr/>
          <p:nvPr/>
        </p:nvSpPr>
        <p:spPr bwMode="gray">
          <a:xfrm>
            <a:off x="418437" y="3959242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2.3 </a:t>
            </a:r>
            <a:r>
              <a:rPr lang="zh-TW" altLang="en-US" sz="1600" b="1" dirty="0"/>
              <a:t>系統設定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468D47-38CB-1D90-4AC3-70916B5EC458}"/>
              </a:ext>
            </a:extLst>
          </p:cNvPr>
          <p:cNvSpPr/>
          <p:nvPr/>
        </p:nvSpPr>
        <p:spPr bwMode="gray">
          <a:xfrm>
            <a:off x="469900" y="17391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1.1 </a:t>
            </a:r>
            <a:r>
              <a:rPr lang="zh-TW" altLang="en-US" sz="1600" b="1" dirty="0"/>
              <a:t>提醒類型維護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742FCB0-1B27-0E70-C5C2-79BAC3E6B3A3}"/>
              </a:ext>
            </a:extLst>
          </p:cNvPr>
          <p:cNvSpPr/>
          <p:nvPr/>
        </p:nvSpPr>
        <p:spPr bwMode="gray">
          <a:xfrm>
            <a:off x="331677" y="1167364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1. </a:t>
            </a:r>
            <a:r>
              <a:rPr lang="zh-TW" altLang="en-US" sz="2000" b="1" dirty="0">
                <a:solidFill>
                  <a:schemeClr val="bg1"/>
                </a:solidFill>
              </a:rPr>
              <a:t>履約管理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0286D5-3C0A-7C1B-9458-6DD585578CF3}"/>
              </a:ext>
            </a:extLst>
          </p:cNvPr>
          <p:cNvSpPr/>
          <p:nvPr/>
        </p:nvSpPr>
        <p:spPr bwMode="gray">
          <a:xfrm>
            <a:off x="3872320" y="29149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2.8 </a:t>
            </a:r>
            <a:r>
              <a:rPr lang="zh-TW" altLang="en-US" sz="1600" b="1" dirty="0">
                <a:solidFill>
                  <a:srgbClr val="ED8B00"/>
                </a:solidFill>
              </a:rPr>
              <a:t>身份維護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DC2B83-31F3-DC9D-0382-07B13BB348E4}"/>
              </a:ext>
            </a:extLst>
          </p:cNvPr>
          <p:cNvSpPr/>
          <p:nvPr/>
        </p:nvSpPr>
        <p:spPr bwMode="gray">
          <a:xfrm>
            <a:off x="3872319" y="347404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2.9 </a:t>
            </a:r>
            <a:r>
              <a:rPr lang="zh-TW" altLang="en-US" sz="1600" b="1" dirty="0"/>
              <a:t>合約編號設定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3B6DC2-AEB6-C751-0178-71D08679E68A}"/>
              </a:ext>
            </a:extLst>
          </p:cNvPr>
          <p:cNvSpPr/>
          <p:nvPr/>
        </p:nvSpPr>
        <p:spPr bwMode="gray">
          <a:xfrm>
            <a:off x="3872320" y="3983117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2.10 </a:t>
            </a:r>
            <a:r>
              <a:rPr lang="zh-TW" altLang="en-US" sz="1600" b="1" dirty="0"/>
              <a:t>審核狀態維護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3337D2-699A-DB94-6F20-F135B2175B80}"/>
              </a:ext>
            </a:extLst>
          </p:cNvPr>
          <p:cNvSpPr/>
          <p:nvPr/>
        </p:nvSpPr>
        <p:spPr bwMode="gray">
          <a:xfrm>
            <a:off x="3872320" y="450247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2.11 </a:t>
            </a:r>
            <a:r>
              <a:rPr lang="zh-TW" altLang="en-US" sz="1600" b="1" dirty="0"/>
              <a:t>行事曆維護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D6B4FD-B5B6-0DB2-B918-44FB535657A8}"/>
              </a:ext>
            </a:extLst>
          </p:cNvPr>
          <p:cNvSpPr/>
          <p:nvPr/>
        </p:nvSpPr>
        <p:spPr bwMode="gray">
          <a:xfrm>
            <a:off x="3872319" y="506157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>
                <a:solidFill>
                  <a:srgbClr val="ED8B00"/>
                </a:solidFill>
              </a:rPr>
              <a:t>2.12 </a:t>
            </a:r>
            <a:r>
              <a:rPr lang="zh-TW" altLang="en-US" sz="1600" b="1" dirty="0">
                <a:solidFill>
                  <a:srgbClr val="ED8B00"/>
                </a:solidFill>
              </a:rPr>
              <a:t>合約類型維護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FD7A7B-23B6-D256-5F95-DD6ED686D131}"/>
              </a:ext>
            </a:extLst>
          </p:cNvPr>
          <p:cNvSpPr/>
          <p:nvPr/>
        </p:nvSpPr>
        <p:spPr bwMode="gray">
          <a:xfrm>
            <a:off x="3872318" y="558092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2.13 </a:t>
            </a:r>
            <a:r>
              <a:rPr lang="zh-TW" altLang="en-US" sz="1600" b="1" dirty="0"/>
              <a:t>寄信紀錄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4C5F806-074F-C2A0-54E9-70F53AE52570}"/>
              </a:ext>
            </a:extLst>
          </p:cNvPr>
          <p:cNvSpPr/>
          <p:nvPr/>
        </p:nvSpPr>
        <p:spPr bwMode="gray">
          <a:xfrm>
            <a:off x="7808175" y="23190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3. </a:t>
            </a:r>
            <a:r>
              <a:rPr lang="zh-TW" altLang="en-US" sz="2000" b="1" dirty="0">
                <a:solidFill>
                  <a:schemeClr val="bg1"/>
                </a:solidFill>
              </a:rPr>
              <a:t>審核設定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E13910C-3923-33DE-50E8-83478CFA62CA}"/>
              </a:ext>
            </a:extLst>
          </p:cNvPr>
          <p:cNvSpPr/>
          <p:nvPr/>
        </p:nvSpPr>
        <p:spPr bwMode="gray">
          <a:xfrm>
            <a:off x="7978212" y="28907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>
                <a:solidFill>
                  <a:srgbClr val="ED8B00"/>
                </a:solidFill>
              </a:rPr>
              <a:t>3.1 </a:t>
            </a:r>
            <a:r>
              <a:rPr lang="zh-TW" altLang="en-US" sz="1600" b="1" dirty="0">
                <a:solidFill>
                  <a:srgbClr val="ED8B00"/>
                </a:solidFill>
              </a:rPr>
              <a:t>流程維護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A99B1DF-DD69-1DB8-175D-EAD0D87D5B7E}"/>
              </a:ext>
            </a:extLst>
          </p:cNvPr>
          <p:cNvSpPr/>
          <p:nvPr/>
        </p:nvSpPr>
        <p:spPr bwMode="gray">
          <a:xfrm>
            <a:off x="7978211" y="338309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3.2 </a:t>
            </a:r>
            <a:r>
              <a:rPr lang="zh-TW" altLang="en-US" sz="1600" b="1" dirty="0"/>
              <a:t>退件原因維護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D9F30C20-48A2-6B0D-0B29-F80A26C22EC7}"/>
              </a:ext>
            </a:extLst>
          </p:cNvPr>
          <p:cNvSpPr/>
          <p:nvPr/>
        </p:nvSpPr>
        <p:spPr bwMode="gray">
          <a:xfrm>
            <a:off x="7808175" y="4083284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4. </a:t>
            </a:r>
            <a:r>
              <a:rPr lang="zh-TW" altLang="en-US" sz="2000" b="1" dirty="0">
                <a:solidFill>
                  <a:schemeClr val="bg1"/>
                </a:solidFill>
              </a:rPr>
              <a:t>公佈欄管理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D726064-FD3E-1677-BC69-AF038A7B3ACA}"/>
              </a:ext>
            </a:extLst>
          </p:cNvPr>
          <p:cNvSpPr/>
          <p:nvPr/>
        </p:nvSpPr>
        <p:spPr bwMode="gray">
          <a:xfrm>
            <a:off x="7946399" y="462573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4.1</a:t>
            </a:r>
            <a:r>
              <a:rPr lang="zh-TW" altLang="en-US" sz="1600" b="1" dirty="0"/>
              <a:t> 公佈欄維護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F7521CF-3167-DE79-87B7-644C32D89FF5}"/>
              </a:ext>
            </a:extLst>
          </p:cNvPr>
          <p:cNvSpPr/>
          <p:nvPr/>
        </p:nvSpPr>
        <p:spPr bwMode="gray">
          <a:xfrm>
            <a:off x="7955925" y="5152431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4.2 </a:t>
            </a:r>
            <a:r>
              <a:rPr lang="zh-TW" altLang="en-US" sz="1600" b="1" dirty="0"/>
              <a:t>公佈欄設定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F92C0B-8E06-A567-9F3C-32BA265C5CCD}"/>
              </a:ext>
            </a:extLst>
          </p:cNvPr>
          <p:cNvSpPr txBox="1"/>
          <p:nvPr/>
        </p:nvSpPr>
        <p:spPr>
          <a:xfrm>
            <a:off x="385126" y="449494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58B6C0"/>
                </a:solidFill>
              </a:rPr>
              <a:t>[</a:t>
            </a:r>
            <a:r>
              <a:rPr lang="zh-TW" altLang="en-US" sz="2400" dirty="0">
                <a:solidFill>
                  <a:srgbClr val="58B6C0"/>
                </a:solidFill>
              </a:rPr>
              <a:t>說明</a:t>
            </a:r>
            <a:r>
              <a:rPr lang="en-US" altLang="zh-TW" sz="2400" dirty="0">
                <a:solidFill>
                  <a:srgbClr val="58B6C0"/>
                </a:solidFill>
              </a:rPr>
              <a:t>] </a:t>
            </a:r>
            <a:r>
              <a:rPr lang="zh-TW" altLang="en-US" sz="2400" dirty="0">
                <a:solidFill>
                  <a:srgbClr val="58B6C0"/>
                </a:solidFill>
              </a:rPr>
              <a:t>標示為</a:t>
            </a:r>
            <a:r>
              <a:rPr lang="zh-TW" altLang="en-US" b="1" dirty="0">
                <a:solidFill>
                  <a:srgbClr val="ED8B00"/>
                </a:solidFill>
              </a:rPr>
              <a:t>橘</a:t>
            </a:r>
            <a:r>
              <a:rPr lang="zh-TW" altLang="en-US" sz="2400" b="1" dirty="0">
                <a:solidFill>
                  <a:srgbClr val="ED8B00"/>
                </a:solidFill>
              </a:rPr>
              <a:t>色</a:t>
            </a:r>
            <a:r>
              <a:rPr lang="zh-TW" altLang="en-US" sz="2400" dirty="0">
                <a:solidFill>
                  <a:srgbClr val="58B6C0"/>
                </a:solidFill>
              </a:rPr>
              <a:t>的功能項目，會進行</a:t>
            </a:r>
            <a:r>
              <a:rPr lang="zh-TW" altLang="en-US" sz="2400" b="1" dirty="0">
                <a:solidFill>
                  <a:srgbClr val="58B6C0"/>
                </a:solidFill>
              </a:rPr>
              <a:t>實機操作展示</a:t>
            </a:r>
            <a:r>
              <a:rPr lang="zh-TW" altLang="en-US" sz="2400" dirty="0">
                <a:solidFill>
                  <a:srgbClr val="58B6C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82132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E11C-3430-ACD8-A531-19848932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8E99A6-8340-8042-9AE4-9B5841A4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3EC1D-ADCF-4A98-9572-EC582E9A97C3}" type="slidenum">
              <a:rPr lang="zh-TW" altLang="en-US" smtClean="0">
                <a:solidFill>
                  <a:schemeClr val="bg1"/>
                </a:solidFill>
              </a:rPr>
              <a:pPr>
                <a:defRPr/>
              </a:pPr>
              <a:t>83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B312921-55A4-B319-BE15-61DA6BC4C87D}"/>
              </a:ext>
            </a:extLst>
          </p:cNvPr>
          <p:cNvSpPr/>
          <p:nvPr/>
        </p:nvSpPr>
        <p:spPr bwMode="gray">
          <a:xfrm>
            <a:off x="469900" y="10617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5. </a:t>
            </a:r>
            <a:r>
              <a:rPr lang="zh-TW" altLang="en-US" sz="2000" b="1" dirty="0">
                <a:solidFill>
                  <a:schemeClr val="bg1"/>
                </a:solidFill>
              </a:rPr>
              <a:t>電子簽章管理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044834-41CC-548B-4CC7-5854E62742F6}"/>
              </a:ext>
            </a:extLst>
          </p:cNvPr>
          <p:cNvSpPr/>
          <p:nvPr/>
        </p:nvSpPr>
        <p:spPr bwMode="gray">
          <a:xfrm>
            <a:off x="639937" y="16334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5.1 </a:t>
            </a:r>
            <a:r>
              <a:rPr lang="zh-TW" altLang="en-US" sz="1600" b="1" dirty="0"/>
              <a:t>電子簽章範本維護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807524A-662C-5690-D227-B3DE4CE49298}"/>
              </a:ext>
            </a:extLst>
          </p:cNvPr>
          <p:cNvSpPr/>
          <p:nvPr/>
        </p:nvSpPr>
        <p:spPr bwMode="gray">
          <a:xfrm>
            <a:off x="469900" y="4632772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7. </a:t>
            </a:r>
            <a:r>
              <a:rPr lang="zh-TW" altLang="en-US" sz="2000" b="1" dirty="0">
                <a:solidFill>
                  <a:schemeClr val="bg1"/>
                </a:solidFill>
              </a:rPr>
              <a:t>合約／法律文件範本管理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E74A4A-4542-E80B-A5C7-F546BB5155AC}"/>
              </a:ext>
            </a:extLst>
          </p:cNvPr>
          <p:cNvSpPr/>
          <p:nvPr/>
        </p:nvSpPr>
        <p:spPr bwMode="gray">
          <a:xfrm>
            <a:off x="608124" y="5175224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7.1 </a:t>
            </a:r>
            <a:r>
              <a:rPr lang="zh-TW" altLang="en-US" sz="1600" b="1" dirty="0"/>
              <a:t>合約／法律文件範本類型維護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CFC3FA-22E2-7DF8-AE83-89CE20C4DA37}"/>
              </a:ext>
            </a:extLst>
          </p:cNvPr>
          <p:cNvSpPr/>
          <p:nvPr/>
        </p:nvSpPr>
        <p:spPr bwMode="gray">
          <a:xfrm>
            <a:off x="617650" y="5701919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7.2 </a:t>
            </a:r>
            <a:r>
              <a:rPr lang="zh-TW" altLang="en-US" sz="1600" b="1" dirty="0"/>
              <a:t>合約／法律文件範本維護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5FFE612-45C8-F57C-9C6E-6CB8BEFFB0B3}"/>
              </a:ext>
            </a:extLst>
          </p:cNvPr>
          <p:cNvSpPr/>
          <p:nvPr/>
        </p:nvSpPr>
        <p:spPr bwMode="gray">
          <a:xfrm>
            <a:off x="469900" y="2339528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6. </a:t>
            </a:r>
            <a:r>
              <a:rPr lang="zh-TW" altLang="en-US" sz="2000" b="1" dirty="0">
                <a:solidFill>
                  <a:schemeClr val="bg1"/>
                </a:solidFill>
              </a:rPr>
              <a:t>制訂合約範本管理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5631A6-E726-D3D4-9D8F-5892591D9364}"/>
              </a:ext>
            </a:extLst>
          </p:cNvPr>
          <p:cNvSpPr/>
          <p:nvPr/>
        </p:nvSpPr>
        <p:spPr bwMode="gray">
          <a:xfrm>
            <a:off x="608124" y="2881980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6.1</a:t>
            </a:r>
            <a:r>
              <a:rPr lang="zh-TW" altLang="en-US" sz="1600" b="1" dirty="0"/>
              <a:t> 制訂合約範本維護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E358D8-5A36-DBBB-7661-640D39F52365}"/>
              </a:ext>
            </a:extLst>
          </p:cNvPr>
          <p:cNvSpPr/>
          <p:nvPr/>
        </p:nvSpPr>
        <p:spPr bwMode="gray">
          <a:xfrm>
            <a:off x="617650" y="3408675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6.2</a:t>
            </a:r>
            <a:r>
              <a:rPr lang="zh-TW" altLang="en-US" sz="1600" b="1" dirty="0"/>
              <a:t> 制訂合約範本類型維護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B12C52-5DB5-59B3-F944-4C49F03EAE72}"/>
              </a:ext>
            </a:extLst>
          </p:cNvPr>
          <p:cNvSpPr/>
          <p:nvPr/>
        </p:nvSpPr>
        <p:spPr bwMode="gray">
          <a:xfrm>
            <a:off x="608123" y="3922356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altLang="zh-TW" sz="1600" b="1" dirty="0"/>
              <a:t>6.3</a:t>
            </a:r>
            <a:r>
              <a:rPr lang="zh-TW" altLang="en-US" sz="1600" b="1" dirty="0"/>
              <a:t> 制訂合約範本標籤維護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5E2AAEF-9CA2-8AED-7977-37C3011B1FDB}"/>
              </a:ext>
            </a:extLst>
          </p:cNvPr>
          <p:cNvSpPr/>
          <p:nvPr/>
        </p:nvSpPr>
        <p:spPr bwMode="gray">
          <a:xfrm>
            <a:off x="4360540" y="1061760"/>
            <a:ext cx="3540642" cy="459026"/>
          </a:xfrm>
          <a:prstGeom prst="roundRect">
            <a:avLst/>
          </a:prstGeom>
          <a:solidFill>
            <a:srgbClr val="58B6C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2000" b="1" dirty="0">
                <a:solidFill>
                  <a:schemeClr val="bg1"/>
                </a:solidFill>
              </a:rPr>
              <a:t>8. </a:t>
            </a:r>
            <a:r>
              <a:rPr lang="zh-TW" altLang="en-US" sz="2000" b="1" dirty="0">
                <a:solidFill>
                  <a:schemeClr val="bg1"/>
                </a:solidFill>
              </a:rPr>
              <a:t>自訂欄位管理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D0EF86-BDEB-1BE6-060E-8B6D939CE0EE}"/>
              </a:ext>
            </a:extLst>
          </p:cNvPr>
          <p:cNvSpPr/>
          <p:nvPr/>
        </p:nvSpPr>
        <p:spPr bwMode="gray">
          <a:xfrm>
            <a:off x="4530577" y="1633483"/>
            <a:ext cx="3264195" cy="4172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altLang="zh-TW" sz="1600" b="1" dirty="0"/>
              <a:t>8.1 </a:t>
            </a:r>
            <a:r>
              <a:rPr lang="zh-TW" altLang="en-US" sz="1600" b="1" dirty="0"/>
              <a:t>自訂欄位維護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7252DB5-AED0-90CE-55D1-4D86690B7DB5}"/>
              </a:ext>
            </a:extLst>
          </p:cNvPr>
          <p:cNvSpPr txBox="1"/>
          <p:nvPr/>
        </p:nvSpPr>
        <p:spPr>
          <a:xfrm>
            <a:off x="385126" y="449494"/>
            <a:ext cx="8372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58B6C0"/>
                </a:solidFill>
              </a:rPr>
              <a:t>[</a:t>
            </a:r>
            <a:r>
              <a:rPr lang="zh-TW" altLang="en-US" sz="2400" dirty="0">
                <a:solidFill>
                  <a:srgbClr val="58B6C0"/>
                </a:solidFill>
              </a:rPr>
              <a:t>說明</a:t>
            </a:r>
            <a:r>
              <a:rPr lang="en-US" altLang="zh-TW" sz="2400" dirty="0">
                <a:solidFill>
                  <a:srgbClr val="58B6C0"/>
                </a:solidFill>
              </a:rPr>
              <a:t>] </a:t>
            </a:r>
            <a:r>
              <a:rPr lang="zh-TW" altLang="en-US" sz="2400" dirty="0">
                <a:solidFill>
                  <a:srgbClr val="58B6C0"/>
                </a:solidFill>
              </a:rPr>
              <a:t>標示為</a:t>
            </a:r>
            <a:r>
              <a:rPr lang="zh-TW" altLang="en-US" b="1" dirty="0">
                <a:solidFill>
                  <a:srgbClr val="ED8B00"/>
                </a:solidFill>
              </a:rPr>
              <a:t>橘</a:t>
            </a:r>
            <a:r>
              <a:rPr lang="zh-TW" altLang="en-US" sz="2400" b="1" dirty="0">
                <a:solidFill>
                  <a:srgbClr val="ED8B00"/>
                </a:solidFill>
              </a:rPr>
              <a:t>色</a:t>
            </a:r>
            <a:r>
              <a:rPr lang="zh-TW" altLang="en-US" sz="2400" dirty="0">
                <a:solidFill>
                  <a:srgbClr val="58B6C0"/>
                </a:solidFill>
              </a:rPr>
              <a:t>的功能項目，會進行</a:t>
            </a:r>
            <a:r>
              <a:rPr lang="zh-TW" altLang="en-US" sz="2400" b="1" dirty="0">
                <a:solidFill>
                  <a:srgbClr val="58B6C0"/>
                </a:solidFill>
              </a:rPr>
              <a:t>實機操作展示</a:t>
            </a:r>
            <a:r>
              <a:rPr lang="zh-TW" altLang="en-US" sz="2400" dirty="0">
                <a:solidFill>
                  <a:srgbClr val="58B6C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08340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225790-396C-476A-8A07-26DC9770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94" y="2781910"/>
            <a:ext cx="2876412" cy="1294179"/>
          </a:xfrm>
        </p:spPr>
        <p:txBody>
          <a:bodyPr/>
          <a:lstStyle/>
          <a:p>
            <a:r>
              <a:rPr lang="en-US" altLang="zh-TW" sz="8800" dirty="0"/>
              <a:t>Q &amp; A</a:t>
            </a:r>
            <a:endParaRPr lang="zh-TW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913932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60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簡報1" id="{3A76CA7C-6AE3-4A3B-9338-D1D1C1093EDE}" vid="{E520128C-F172-4777-B070-9E9B8C0630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35141</TotalTime>
  <Words>2617</Words>
  <Application>Microsoft Office PowerPoint</Application>
  <PresentationFormat>寬螢幕</PresentationFormat>
  <Paragraphs>362</Paragraphs>
  <Slides>84</Slides>
  <Notes>36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84</vt:i4>
      </vt:variant>
    </vt:vector>
  </HeadingPairs>
  <TitlesOfParts>
    <vt:vector size="92" baseType="lpstr">
      <vt:lpstr>Microsoft JhengHei</vt:lpstr>
      <vt:lpstr>Microsoft JhengHei</vt:lpstr>
      <vt:lpstr>Arial</vt:lpstr>
      <vt:lpstr>Calibri</vt:lpstr>
      <vt:lpstr>Verdana</vt:lpstr>
      <vt:lpstr>Wingdings 2</vt:lpstr>
      <vt:lpstr>blank</vt:lpstr>
      <vt:lpstr>think-cell Slide</vt:lpstr>
      <vt:lpstr>PowerPoint 簡報</vt:lpstr>
      <vt:lpstr>大綱</vt:lpstr>
      <vt:lpstr>一、【管理者】系統功能架構說明</vt:lpstr>
      <vt:lpstr>一、【管理者】系統功能架構說明</vt:lpstr>
      <vt:lpstr>一、【管理者】系統功能架構說明</vt:lpstr>
      <vt:lpstr>二、 系統功能 - 操作說明</vt:lpstr>
      <vt:lpstr>1.1 履約管理 &gt; 【提醒類型維護】 </vt:lpstr>
      <vt:lpstr>PowerPoint 簡報</vt:lpstr>
      <vt:lpstr>PowerPoint 簡報</vt:lpstr>
      <vt:lpstr>2.1 系統管理 &gt; 【角色與權限維護】 </vt:lpstr>
      <vt:lpstr>PowerPoint 簡報</vt:lpstr>
      <vt:lpstr>2.2 系統管理 &gt; 【使用者維護】 </vt:lpstr>
      <vt:lpstr>PowerPoint 簡報</vt:lpstr>
      <vt:lpstr>2.3 系統管理 &gt; 【系統設定】 </vt:lpstr>
      <vt:lpstr>PowerPoint 簡報</vt:lpstr>
      <vt:lpstr>PowerPoint 簡報</vt:lpstr>
      <vt:lpstr>2.4 系統管理 &gt; 【公司維護】 </vt:lpstr>
      <vt:lpstr>PowerPoint 簡報</vt:lpstr>
      <vt:lpstr>2.5 系統管理 &gt; 【組織維護】 </vt:lpstr>
      <vt:lpstr>PowerPoint 簡報</vt:lpstr>
      <vt:lpstr>2.6 系統管理 &gt; 【簽約對象維護】 </vt:lpstr>
      <vt:lpstr>PowerPoint 簡報</vt:lpstr>
      <vt:lpstr>2.7 系統管理 &gt; 【信件範本】 </vt:lpstr>
      <vt:lpstr>PowerPoint 簡報</vt:lpstr>
      <vt:lpstr>PowerPoint 簡報</vt:lpstr>
      <vt:lpstr>2.8 系統管理 &gt; 【身份維護】 </vt:lpstr>
      <vt:lpstr>PowerPoint 簡報</vt:lpstr>
      <vt:lpstr>PowerPoint 簡報</vt:lpstr>
      <vt:lpstr>PowerPoint 簡報</vt:lpstr>
      <vt:lpstr>2.9 系統管理 &gt; 【合約編號設定】 </vt:lpstr>
      <vt:lpstr>PowerPoint 簡報</vt:lpstr>
      <vt:lpstr>PowerPoint 簡報</vt:lpstr>
      <vt:lpstr>2.10 系統管理 &gt; 【審核狀態維護】 </vt:lpstr>
      <vt:lpstr>PowerPoint 簡報</vt:lpstr>
      <vt:lpstr>2.11 系統管理 &gt; 【行事曆維護】 </vt:lpstr>
      <vt:lpstr>PowerPoint 簡報</vt:lpstr>
      <vt:lpstr>2.12 系統管理 &gt; 【合約類型維護】 </vt:lpstr>
      <vt:lpstr>PowerPoint 簡報</vt:lpstr>
      <vt:lpstr>2.13 系統管理 &gt; 【寄信紀錄】 </vt:lpstr>
      <vt:lpstr>PowerPoint 簡報</vt:lpstr>
      <vt:lpstr>3.1 審核設定 &gt; 【流程維護】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3.2 審核設定 &gt; 【退件原因維護】 </vt:lpstr>
      <vt:lpstr>PowerPoint 簡報</vt:lpstr>
      <vt:lpstr>4.1 公佈欄管理 &gt; 【公佈欄維護】 </vt:lpstr>
      <vt:lpstr>PowerPoint 簡報</vt:lpstr>
      <vt:lpstr>4.2 公佈欄管理 &gt; 【公佈欄設定】 </vt:lpstr>
      <vt:lpstr>PowerPoint 簡報</vt:lpstr>
      <vt:lpstr>5.1 電子簽章管理 &gt; 【電子簽章範本維護】 </vt:lpstr>
      <vt:lpstr>PowerPoint 簡報</vt:lpstr>
      <vt:lpstr>PowerPoint 簡報</vt:lpstr>
      <vt:lpstr>6.1 制定合約範本管理 &gt; 【制定合約範本維護】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6.2 制定合約範本管理 &gt; 【制定合約範本類型維護】</vt:lpstr>
      <vt:lpstr>PowerPoint 簡報</vt:lpstr>
      <vt:lpstr>PowerPoint 簡報</vt:lpstr>
      <vt:lpstr>6.3 制定合約範本管理 &gt; 【制定合約範本標籤維護】</vt:lpstr>
      <vt:lpstr>PowerPoint 簡報</vt:lpstr>
      <vt:lpstr>7.1 合約／法律文件範本管理 &gt;  【合約／法律文件範本類型維護】 </vt:lpstr>
      <vt:lpstr>PowerPoint 簡報</vt:lpstr>
      <vt:lpstr>7.2 合約／法律文件範本管理 &gt;  【合約／法律文件範本維護】 </vt:lpstr>
      <vt:lpstr>PowerPoint 簡報</vt:lpstr>
      <vt:lpstr>PowerPoint 簡報</vt:lpstr>
      <vt:lpstr>PowerPoint 簡報</vt:lpstr>
      <vt:lpstr>8.1 自訂欄位管理 &gt; 【自訂欄位維護】</vt:lpstr>
      <vt:lpstr>PowerPoint 簡報</vt:lpstr>
      <vt:lpstr>PowerPoint 簡報</vt:lpstr>
      <vt:lpstr>PowerPoint 簡報</vt:lpstr>
      <vt:lpstr>PowerPoint 簡報</vt:lpstr>
      <vt:lpstr>PowerPoint 簡報</vt:lpstr>
      <vt:lpstr>三、常用系統功能 - 實機操作</vt:lpstr>
      <vt:lpstr>PowerPoint 簡報</vt:lpstr>
      <vt:lpstr>PowerPoint 簡報</vt:lpstr>
      <vt:lpstr>Q &amp; A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Chen, Lynn H.</dc:creator>
  <cp:lastModifiedBy>Jie Lin</cp:lastModifiedBy>
  <cp:revision>1089</cp:revision>
  <cp:lastPrinted>2014-06-25T02:16:22Z</cp:lastPrinted>
  <dcterms:created xsi:type="dcterms:W3CDTF">2021-01-29T10:05:21Z</dcterms:created>
  <dcterms:modified xsi:type="dcterms:W3CDTF">2026-03-04T08:57:46Z</dcterms:modified>
</cp:coreProperties>
</file>