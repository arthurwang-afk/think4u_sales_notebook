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3.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50"/>
  </p:notesMasterIdLst>
  <p:handoutMasterIdLst>
    <p:handoutMasterId r:id="rId51"/>
  </p:handoutMasterIdLst>
  <p:sldIdLst>
    <p:sldId id="458" r:id="rId2"/>
    <p:sldId id="772" r:id="rId3"/>
    <p:sldId id="1919" r:id="rId4"/>
    <p:sldId id="1903" r:id="rId5"/>
    <p:sldId id="1904" r:id="rId6"/>
    <p:sldId id="1899" r:id="rId7"/>
    <p:sldId id="1907" r:id="rId8"/>
    <p:sldId id="766" r:id="rId9"/>
    <p:sldId id="1912" r:id="rId10"/>
    <p:sldId id="1906" r:id="rId11"/>
    <p:sldId id="1913" r:id="rId12"/>
    <p:sldId id="773" r:id="rId13"/>
    <p:sldId id="1873" r:id="rId14"/>
    <p:sldId id="1909" r:id="rId15"/>
    <p:sldId id="1874" r:id="rId16"/>
    <p:sldId id="791" r:id="rId17"/>
    <p:sldId id="1875" r:id="rId18"/>
    <p:sldId id="1878" r:id="rId19"/>
    <p:sldId id="1910" r:id="rId20"/>
    <p:sldId id="1881" r:id="rId21"/>
    <p:sldId id="1882" r:id="rId22"/>
    <p:sldId id="1883" r:id="rId23"/>
    <p:sldId id="1884" r:id="rId24"/>
    <p:sldId id="1914" r:id="rId25"/>
    <p:sldId id="1885" r:id="rId26"/>
    <p:sldId id="1889" r:id="rId27"/>
    <p:sldId id="1890" r:id="rId28"/>
    <p:sldId id="1891" r:id="rId29"/>
    <p:sldId id="1886" r:id="rId30"/>
    <p:sldId id="1887" r:id="rId31"/>
    <p:sldId id="1888" r:id="rId32"/>
    <p:sldId id="1915" r:id="rId33"/>
    <p:sldId id="1854" r:id="rId34"/>
    <p:sldId id="1857" r:id="rId35"/>
    <p:sldId id="1856" r:id="rId36"/>
    <p:sldId id="1858" r:id="rId37"/>
    <p:sldId id="1916" r:id="rId38"/>
    <p:sldId id="1892" r:id="rId39"/>
    <p:sldId id="1828" r:id="rId40"/>
    <p:sldId id="1893" r:id="rId41"/>
    <p:sldId id="1917" r:id="rId42"/>
    <p:sldId id="1894" r:id="rId43"/>
    <p:sldId id="1896" r:id="rId44"/>
    <p:sldId id="589" r:id="rId45"/>
    <p:sldId id="790" r:id="rId46"/>
    <p:sldId id="1902" r:id="rId47"/>
    <p:sldId id="774" r:id="rId48"/>
    <p:sldId id="1918" r:id="rId49"/>
  </p:sldIdLst>
  <p:sldSz cx="12192000" cy="6858000"/>
  <p:notesSz cx="7104063" cy="10234613"/>
  <p:custDataLst>
    <p:tags r:id="rId52"/>
  </p:custDataLst>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48B6DA2E-AFD5-40A6-BBE7-475E12EFFB53}">
          <p14:sldIdLst>
            <p14:sldId id="458"/>
            <p14:sldId id="772"/>
            <p14:sldId id="1919"/>
            <p14:sldId id="1903"/>
            <p14:sldId id="1904"/>
            <p14:sldId id="1899"/>
            <p14:sldId id="1907"/>
            <p14:sldId id="766"/>
            <p14:sldId id="1912"/>
            <p14:sldId id="1906"/>
            <p14:sldId id="1913"/>
            <p14:sldId id="773"/>
            <p14:sldId id="1873"/>
            <p14:sldId id="1909"/>
            <p14:sldId id="1874"/>
            <p14:sldId id="791"/>
            <p14:sldId id="1875"/>
            <p14:sldId id="1878"/>
            <p14:sldId id="1910"/>
            <p14:sldId id="1881"/>
            <p14:sldId id="1882"/>
            <p14:sldId id="1883"/>
            <p14:sldId id="1884"/>
            <p14:sldId id="1914"/>
            <p14:sldId id="1885"/>
            <p14:sldId id="1889"/>
            <p14:sldId id="1890"/>
            <p14:sldId id="1891"/>
            <p14:sldId id="1886"/>
            <p14:sldId id="1887"/>
            <p14:sldId id="1888"/>
            <p14:sldId id="1915"/>
            <p14:sldId id="1854"/>
            <p14:sldId id="1857"/>
            <p14:sldId id="1856"/>
            <p14:sldId id="1858"/>
            <p14:sldId id="1916"/>
            <p14:sldId id="1892"/>
            <p14:sldId id="1828"/>
            <p14:sldId id="1893"/>
            <p14:sldId id="1917"/>
            <p14:sldId id="1894"/>
            <p14:sldId id="1896"/>
            <p14:sldId id="589"/>
            <p14:sldId id="790"/>
            <p14:sldId id="1902"/>
            <p14:sldId id="774"/>
            <p14:sldId id="1918"/>
          </p14:sldIdLst>
        </p14:section>
      </p14:sectionLst>
    </p:ext>
    <p:ext uri="{EFAFB233-063F-42B5-8137-9DF3F51BA10A}">
      <p15:sldGuideLst xmlns:p15="http://schemas.microsoft.com/office/powerpoint/2012/main">
        <p15:guide id="10" pos="7" userDrawn="1">
          <p15:clr>
            <a:srgbClr val="A4A3A4"/>
          </p15:clr>
        </p15:guide>
        <p15:guide id="11" orient="horz" pos="2069" userDrawn="1">
          <p15:clr>
            <a:srgbClr val="A4A3A4"/>
          </p15:clr>
        </p15:guide>
        <p15:guide id="12" orient="horz" pos="1570" userDrawn="1">
          <p15:clr>
            <a:srgbClr val="A4A3A4"/>
          </p15:clr>
        </p15:guide>
        <p15:guide id="13" orient="horz" pos="2591" userDrawn="1">
          <p15:clr>
            <a:srgbClr val="A4A3A4"/>
          </p15:clr>
        </p15:guide>
        <p15:guide id="14" orient="horz" pos="3135" userDrawn="1">
          <p15:clr>
            <a:srgbClr val="A4A3A4"/>
          </p15:clr>
        </p15:guide>
        <p15:guide id="15" orient="horz" pos="3612"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9D9"/>
    <a:srgbClr val="FFCCCC"/>
    <a:srgbClr val="C0C0C0"/>
    <a:srgbClr val="FCFCFC"/>
    <a:srgbClr val="FF3399"/>
    <a:srgbClr val="DAA100"/>
    <a:srgbClr val="0000FF"/>
    <a:srgbClr val="EA7500"/>
    <a:srgbClr val="2D747B"/>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6720" autoAdjust="0"/>
  </p:normalViewPr>
  <p:slideViewPr>
    <p:cSldViewPr snapToGrid="0" showGuides="1">
      <p:cViewPr varScale="1">
        <p:scale>
          <a:sx n="85" d="100"/>
          <a:sy n="85" d="100"/>
        </p:scale>
        <p:origin x="360" y="66"/>
      </p:cViewPr>
      <p:guideLst>
        <p:guide pos="7"/>
        <p:guide orient="horz" pos="2069"/>
        <p:guide orient="horz" pos="1570"/>
        <p:guide orient="horz" pos="2591"/>
        <p:guide orient="horz" pos="3135"/>
        <p:guide orient="horz" pos="361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1" d="100"/>
        <a:sy n="81" d="100"/>
      </p:scale>
      <p:origin x="0" y="0"/>
    </p:cViewPr>
  </p:sorterViewPr>
  <p:notesViewPr>
    <p:cSldViewPr snapToGrid="0" showGuides="1">
      <p:cViewPr varScale="1">
        <p:scale>
          <a:sx n="84" d="100"/>
          <a:sy n="84" d="100"/>
        </p:scale>
        <p:origin x="3762" y="90"/>
      </p:cViewPr>
      <p:guideLst>
        <p:guide orient="horz" pos="3224"/>
        <p:guide pos="223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078640" cy="511176"/>
          </a:xfrm>
          <a:prstGeom prst="rect">
            <a:avLst/>
          </a:prstGeom>
        </p:spPr>
        <p:txBody>
          <a:bodyPr vert="horz" lIns="91937" tIns="45970" rIns="91937" bIns="45970"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023837" y="1"/>
            <a:ext cx="3078640" cy="511176"/>
          </a:xfrm>
          <a:prstGeom prst="rect">
            <a:avLst/>
          </a:prstGeom>
        </p:spPr>
        <p:txBody>
          <a:bodyPr vert="horz" lIns="91937" tIns="45970" rIns="91937" bIns="45970" rtlCol="0"/>
          <a:lstStyle>
            <a:lvl1pPr algn="r">
              <a:defRPr sz="1100"/>
            </a:lvl1pPr>
          </a:lstStyle>
          <a:p>
            <a:fld id="{B4AD245C-091B-44E2-BFB0-BD94217887F7}" type="datetimeFigureOut">
              <a:rPr lang="en-US" smtClean="0">
                <a:latin typeface="Arial" panose="020B0604020202020204" pitchFamily="34" charset="0"/>
              </a:rPr>
              <a:t>10/7/2025</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721853"/>
            <a:ext cx="3078640" cy="511176"/>
          </a:xfrm>
          <a:prstGeom prst="rect">
            <a:avLst/>
          </a:prstGeom>
        </p:spPr>
        <p:txBody>
          <a:bodyPr vert="horz" lIns="91937" tIns="45970" rIns="91937" bIns="45970"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023837" y="9721853"/>
            <a:ext cx="3078640" cy="511176"/>
          </a:xfrm>
          <a:prstGeom prst="rect">
            <a:avLst/>
          </a:prstGeom>
        </p:spPr>
        <p:txBody>
          <a:bodyPr vert="horz" lIns="91937" tIns="45970" rIns="91937" bIns="45970"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078427" cy="511731"/>
          </a:xfrm>
          <a:prstGeom prst="rect">
            <a:avLst/>
          </a:prstGeom>
        </p:spPr>
        <p:txBody>
          <a:bodyPr vert="horz" lIns="99588" tIns="49793" rIns="99588" bIns="49793"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023995" y="2"/>
            <a:ext cx="3078427" cy="511731"/>
          </a:xfrm>
          <a:prstGeom prst="rect">
            <a:avLst/>
          </a:prstGeom>
        </p:spPr>
        <p:txBody>
          <a:bodyPr vert="horz" lIns="99588" tIns="49793" rIns="99588" bIns="49793" rtlCol="0"/>
          <a:lstStyle>
            <a:lvl1pPr algn="r">
              <a:defRPr sz="1200">
                <a:latin typeface="Arial" panose="020B0604020202020204" pitchFamily="34" charset="0"/>
              </a:defRPr>
            </a:lvl1pPr>
          </a:lstStyle>
          <a:p>
            <a:fld id="{0BA5BBE4-AEA3-489A-A28E-0C2FAF2506E3}" type="datetimeFigureOut">
              <a:rPr lang="en-US" smtClean="0"/>
              <a:pPr/>
              <a:t>10/7/2025</a:t>
            </a:fld>
            <a:endParaRPr lang="en-US" dirty="0"/>
          </a:p>
        </p:txBody>
      </p:sp>
      <p:sp>
        <p:nvSpPr>
          <p:cNvPr id="4" name="Slide Image Placeholder 3"/>
          <p:cNvSpPr>
            <a:spLocks noGrp="1" noRot="1" noChangeAspect="1"/>
          </p:cNvSpPr>
          <p:nvPr>
            <p:ph type="sldImg" idx="2"/>
          </p:nvPr>
        </p:nvSpPr>
        <p:spPr>
          <a:xfrm>
            <a:off x="141288" y="768350"/>
            <a:ext cx="6821487" cy="3838575"/>
          </a:xfrm>
          <a:prstGeom prst="rect">
            <a:avLst/>
          </a:prstGeom>
          <a:noFill/>
          <a:ln w="12700">
            <a:solidFill>
              <a:prstClr val="black"/>
            </a:solidFill>
          </a:ln>
        </p:spPr>
        <p:txBody>
          <a:bodyPr vert="horz" lIns="99588" tIns="49793" rIns="99588" bIns="49793" rtlCol="0" anchor="ctr"/>
          <a:lstStyle/>
          <a:p>
            <a:endParaRPr lang="en-GB" dirty="0"/>
          </a:p>
        </p:txBody>
      </p:sp>
      <p:sp>
        <p:nvSpPr>
          <p:cNvPr id="5" name="Notes Placeholder 4"/>
          <p:cNvSpPr>
            <a:spLocks noGrp="1"/>
          </p:cNvSpPr>
          <p:nvPr>
            <p:ph type="body" sz="quarter" idx="3"/>
          </p:nvPr>
        </p:nvSpPr>
        <p:spPr>
          <a:xfrm>
            <a:off x="710407" y="4861443"/>
            <a:ext cx="5683250" cy="4605576"/>
          </a:xfrm>
          <a:prstGeom prst="rect">
            <a:avLst/>
          </a:prstGeom>
        </p:spPr>
        <p:txBody>
          <a:bodyPr vert="horz" lIns="99588" tIns="49793" rIns="99588" bIns="49793"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1" y="9721108"/>
            <a:ext cx="3078427" cy="511731"/>
          </a:xfrm>
          <a:prstGeom prst="rect">
            <a:avLst/>
          </a:prstGeom>
        </p:spPr>
        <p:txBody>
          <a:bodyPr vert="horz" lIns="99588" tIns="49793" rIns="99588" bIns="49793"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023995" y="9721108"/>
            <a:ext cx="3078427" cy="511731"/>
          </a:xfrm>
          <a:prstGeom prst="rect">
            <a:avLst/>
          </a:prstGeom>
        </p:spPr>
        <p:txBody>
          <a:bodyPr vert="horz" lIns="99588" tIns="49793" rIns="99588" bIns="49793"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2113" y="709613"/>
            <a:ext cx="6286500" cy="35369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dirty="0"/>
          </a:p>
        </p:txBody>
      </p:sp>
    </p:spTree>
    <p:extLst>
      <p:ext uri="{BB962C8B-B14F-4D97-AF65-F5344CB8AC3E}">
        <p14:creationId xmlns:p14="http://schemas.microsoft.com/office/powerpoint/2010/main" val="2110141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5" name="Slide Image Placeholder 1"/>
          <p:cNvSpPr>
            <a:spLocks noGrp="1" noRot="1" noChangeAspect="1"/>
          </p:cNvSpPr>
          <p:nvPr>
            <p:ph type="sldImg"/>
          </p:nvPr>
        </p:nvSpPr>
        <p:spPr bwMode="auto">
          <a:xfrm>
            <a:off x="142875" y="768350"/>
            <a:ext cx="6818313" cy="3836988"/>
          </a:xfrm>
          <a:noFill/>
          <a:ln>
            <a:solidFill>
              <a:srgbClr val="000000"/>
            </a:solidFill>
            <a:miter lim="800000"/>
            <a:headEnd/>
            <a:tailEnd/>
          </a:ln>
        </p:spPr>
      </p:sp>
      <p:sp>
        <p:nvSpPr>
          <p:cNvPr id="845826" name="Notes Placeholder 2"/>
          <p:cNvSpPr>
            <a:spLocks noGrp="1"/>
          </p:cNvSpPr>
          <p:nvPr>
            <p:ph type="body" idx="1"/>
          </p:nvPr>
        </p:nvSpPr>
        <p:spPr>
          <a:noFill/>
          <a:ln/>
        </p:spPr>
        <p:txBody>
          <a:bodyPr/>
          <a:lstStyle/>
          <a:p>
            <a:endParaRPr lang="en-US"/>
          </a:p>
        </p:txBody>
      </p:sp>
      <p:sp>
        <p:nvSpPr>
          <p:cNvPr id="845827" name="Slide Number Placeholder 3"/>
          <p:cNvSpPr>
            <a:spLocks noGrp="1"/>
          </p:cNvSpPr>
          <p:nvPr>
            <p:ph type="sldNum" sz="quarter" idx="5"/>
          </p:nvPr>
        </p:nvSpPr>
        <p:spPr>
          <a:noFill/>
        </p:spPr>
        <p:txBody>
          <a:bodyPr/>
          <a:lstStyle/>
          <a:p>
            <a:fld id="{A559B68C-5915-4D23-A2C6-5B96549FD7A0}" type="slidenum">
              <a:rPr lang="en-US" smtClean="0"/>
              <a:pPr/>
              <a:t>2</a:t>
            </a:fld>
            <a:endParaRPr lang="en-US"/>
          </a:p>
        </p:txBody>
      </p:sp>
    </p:spTree>
    <p:extLst>
      <p:ext uri="{BB962C8B-B14F-4D97-AF65-F5344CB8AC3E}">
        <p14:creationId xmlns:p14="http://schemas.microsoft.com/office/powerpoint/2010/main" val="23273095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611CB-FBAD-E412-4045-FD4A0C5E44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2BDF68-A876-B753-3207-81717DFA37CB}"/>
              </a:ext>
            </a:extLst>
          </p:cNvPr>
          <p:cNvSpPr>
            <a:spLocks noGrp="1" noRot="1" noChangeAspect="1"/>
          </p:cNvSpPr>
          <p:nvPr>
            <p:ph type="sldImg"/>
          </p:nvPr>
        </p:nvSpPr>
        <p:spPr>
          <a:xfrm>
            <a:off x="141288" y="768350"/>
            <a:ext cx="6821487" cy="3838575"/>
          </a:xfrm>
        </p:spPr>
      </p:sp>
      <p:sp>
        <p:nvSpPr>
          <p:cNvPr id="3" name="Notes Placeholder 2">
            <a:extLst>
              <a:ext uri="{FF2B5EF4-FFF2-40B4-BE49-F238E27FC236}">
                <a16:creationId xmlns:a16="http://schemas.microsoft.com/office/drawing/2014/main" id="{2DCDCE2B-B75D-0C84-0926-EEB96195D18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5F9223D-2414-9872-709F-F208EDD0437F}"/>
              </a:ext>
            </a:extLst>
          </p:cNvPr>
          <p:cNvSpPr>
            <a:spLocks noGrp="1"/>
          </p:cNvSpPr>
          <p:nvPr>
            <p:ph type="sldNum" sz="quarter" idx="10"/>
          </p:nvPr>
        </p:nvSpPr>
        <p:spPr/>
        <p:txBody>
          <a:bodyPr/>
          <a:lstStyle/>
          <a:p>
            <a:fld id="{C0F4A2C8-6C88-4E71-83EE-698B9D4FE22F}" type="slidenum">
              <a:rPr lang="en-US" smtClean="0"/>
              <a:pPr/>
              <a:t>4</a:t>
            </a:fld>
            <a:endParaRPr lang="en-US" dirty="0"/>
          </a:p>
        </p:txBody>
      </p:sp>
    </p:spTree>
    <p:extLst>
      <p:ext uri="{BB962C8B-B14F-4D97-AF65-F5344CB8AC3E}">
        <p14:creationId xmlns:p14="http://schemas.microsoft.com/office/powerpoint/2010/main" val="2228123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5" name="Slide Image Placeholder 1"/>
          <p:cNvSpPr>
            <a:spLocks noGrp="1" noRot="1" noChangeAspect="1"/>
          </p:cNvSpPr>
          <p:nvPr>
            <p:ph type="sldImg"/>
          </p:nvPr>
        </p:nvSpPr>
        <p:spPr bwMode="auto">
          <a:xfrm>
            <a:off x="142875" y="768350"/>
            <a:ext cx="6818313" cy="3836988"/>
          </a:xfrm>
          <a:noFill/>
          <a:ln>
            <a:solidFill>
              <a:srgbClr val="000000"/>
            </a:solidFill>
            <a:miter lim="800000"/>
            <a:headEnd/>
            <a:tailEnd/>
          </a:ln>
        </p:spPr>
      </p:sp>
      <p:sp>
        <p:nvSpPr>
          <p:cNvPr id="845826" name="Notes Placeholder 2"/>
          <p:cNvSpPr>
            <a:spLocks noGrp="1"/>
          </p:cNvSpPr>
          <p:nvPr>
            <p:ph type="body" idx="1"/>
          </p:nvPr>
        </p:nvSpPr>
        <p:spPr>
          <a:noFill/>
          <a:ln/>
        </p:spPr>
        <p:txBody>
          <a:bodyPr/>
          <a:lstStyle/>
          <a:p>
            <a:endParaRPr lang="en-US"/>
          </a:p>
        </p:txBody>
      </p:sp>
      <p:sp>
        <p:nvSpPr>
          <p:cNvPr id="845827" name="Slide Number Placeholder 3"/>
          <p:cNvSpPr>
            <a:spLocks noGrp="1"/>
          </p:cNvSpPr>
          <p:nvPr>
            <p:ph type="sldNum" sz="quarter" idx="5"/>
          </p:nvPr>
        </p:nvSpPr>
        <p:spPr>
          <a:noFill/>
        </p:spPr>
        <p:txBody>
          <a:bodyPr/>
          <a:lstStyle/>
          <a:p>
            <a:fld id="{A559B68C-5915-4D23-A2C6-5B96549FD7A0}" type="slidenum">
              <a:rPr lang="en-US" smtClean="0"/>
              <a:pPr/>
              <a:t>5</a:t>
            </a:fld>
            <a:endParaRPr lang="en-US"/>
          </a:p>
        </p:txBody>
      </p:sp>
    </p:spTree>
    <p:extLst>
      <p:ext uri="{BB962C8B-B14F-4D97-AF65-F5344CB8AC3E}">
        <p14:creationId xmlns:p14="http://schemas.microsoft.com/office/powerpoint/2010/main" val="7400051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A4358-AAC1-9F33-FA93-1289965A9C94}"/>
            </a:ext>
          </a:extLst>
        </p:cNvPr>
        <p:cNvGrpSpPr/>
        <p:nvPr/>
      </p:nvGrpSpPr>
      <p:grpSpPr>
        <a:xfrm>
          <a:off x="0" y="0"/>
          <a:ext cx="0" cy="0"/>
          <a:chOff x="0" y="0"/>
          <a:chExt cx="0" cy="0"/>
        </a:xfrm>
      </p:grpSpPr>
      <p:sp>
        <p:nvSpPr>
          <p:cNvPr id="845825" name="Slide Image Placeholder 1">
            <a:extLst>
              <a:ext uri="{FF2B5EF4-FFF2-40B4-BE49-F238E27FC236}">
                <a16:creationId xmlns:a16="http://schemas.microsoft.com/office/drawing/2014/main" id="{462E9085-5633-B209-1C4D-707143DDFFAD}"/>
              </a:ext>
            </a:extLst>
          </p:cNvPr>
          <p:cNvSpPr>
            <a:spLocks noGrp="1" noRot="1" noChangeAspect="1"/>
          </p:cNvSpPr>
          <p:nvPr>
            <p:ph type="sldImg"/>
          </p:nvPr>
        </p:nvSpPr>
        <p:spPr bwMode="auto">
          <a:xfrm>
            <a:off x="142875" y="768350"/>
            <a:ext cx="6818313" cy="3836988"/>
          </a:xfrm>
          <a:noFill/>
          <a:ln>
            <a:solidFill>
              <a:srgbClr val="000000"/>
            </a:solidFill>
            <a:miter lim="800000"/>
            <a:headEnd/>
            <a:tailEnd/>
          </a:ln>
        </p:spPr>
      </p:sp>
      <p:sp>
        <p:nvSpPr>
          <p:cNvPr id="845826" name="Notes Placeholder 2">
            <a:extLst>
              <a:ext uri="{FF2B5EF4-FFF2-40B4-BE49-F238E27FC236}">
                <a16:creationId xmlns:a16="http://schemas.microsoft.com/office/drawing/2014/main" id="{2499936F-5189-AD74-F35B-D793DCD4E0FE}"/>
              </a:ext>
            </a:extLst>
          </p:cNvPr>
          <p:cNvSpPr>
            <a:spLocks noGrp="1"/>
          </p:cNvSpPr>
          <p:nvPr>
            <p:ph type="body" idx="1"/>
          </p:nvPr>
        </p:nvSpPr>
        <p:spPr>
          <a:noFill/>
          <a:ln/>
        </p:spPr>
        <p:txBody>
          <a:bodyPr/>
          <a:lstStyle/>
          <a:p>
            <a:endParaRPr lang="en-US"/>
          </a:p>
        </p:txBody>
      </p:sp>
      <p:sp>
        <p:nvSpPr>
          <p:cNvPr id="845827" name="Slide Number Placeholder 3">
            <a:extLst>
              <a:ext uri="{FF2B5EF4-FFF2-40B4-BE49-F238E27FC236}">
                <a16:creationId xmlns:a16="http://schemas.microsoft.com/office/drawing/2014/main" id="{14410AF1-7528-F738-C6F4-85ABC99AC660}"/>
              </a:ext>
            </a:extLst>
          </p:cNvPr>
          <p:cNvSpPr>
            <a:spLocks noGrp="1"/>
          </p:cNvSpPr>
          <p:nvPr>
            <p:ph type="sldNum" sz="quarter" idx="5"/>
          </p:nvPr>
        </p:nvSpPr>
        <p:spPr>
          <a:noFill/>
        </p:spPr>
        <p:txBody>
          <a:bodyPr/>
          <a:lstStyle/>
          <a:p>
            <a:fld id="{A559B68C-5915-4D23-A2C6-5B96549FD7A0}" type="slidenum">
              <a:rPr lang="en-US" smtClean="0"/>
              <a:pPr/>
              <a:t>6</a:t>
            </a:fld>
            <a:endParaRPr lang="en-US"/>
          </a:p>
        </p:txBody>
      </p:sp>
    </p:spTree>
    <p:extLst>
      <p:ext uri="{BB962C8B-B14F-4D97-AF65-F5344CB8AC3E}">
        <p14:creationId xmlns:p14="http://schemas.microsoft.com/office/powerpoint/2010/main" val="35003556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0748C-7B7D-C620-BCA7-81670A5AFE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C17D44-EAAE-4E26-2E8C-50961ED2C544}"/>
              </a:ext>
            </a:extLst>
          </p:cNvPr>
          <p:cNvSpPr>
            <a:spLocks noGrp="1" noRot="1" noChangeAspect="1"/>
          </p:cNvSpPr>
          <p:nvPr>
            <p:ph type="sldImg"/>
          </p:nvPr>
        </p:nvSpPr>
        <p:spPr>
          <a:xfrm>
            <a:off x="141288" y="768350"/>
            <a:ext cx="6821487" cy="3838575"/>
          </a:xfrm>
        </p:spPr>
      </p:sp>
      <p:sp>
        <p:nvSpPr>
          <p:cNvPr id="3" name="Notes Placeholder 2">
            <a:extLst>
              <a:ext uri="{FF2B5EF4-FFF2-40B4-BE49-F238E27FC236}">
                <a16:creationId xmlns:a16="http://schemas.microsoft.com/office/drawing/2014/main" id="{B8DDB91C-BF08-5898-901D-9C1B978CA83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E10E472-F990-DE86-7E71-21BD38FB1C82}"/>
              </a:ext>
            </a:extLst>
          </p:cNvPr>
          <p:cNvSpPr>
            <a:spLocks noGrp="1"/>
          </p:cNvSpPr>
          <p:nvPr>
            <p:ph type="sldNum" sz="quarter" idx="10"/>
          </p:nvPr>
        </p:nvSpPr>
        <p:spPr/>
        <p:txBody>
          <a:bodyPr/>
          <a:lstStyle/>
          <a:p>
            <a:fld id="{C0F4A2C8-6C88-4E71-83EE-698B9D4FE22F}" type="slidenum">
              <a:rPr lang="en-US" smtClean="0"/>
              <a:pPr/>
              <a:t>7</a:t>
            </a:fld>
            <a:endParaRPr lang="en-US" dirty="0"/>
          </a:p>
        </p:txBody>
      </p:sp>
    </p:spTree>
    <p:extLst>
      <p:ext uri="{BB962C8B-B14F-4D97-AF65-F5344CB8AC3E}">
        <p14:creationId xmlns:p14="http://schemas.microsoft.com/office/powerpoint/2010/main" val="5615587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0F4A2C8-6C88-4E71-83EE-698B9D4FE22F}" type="slidenum">
              <a:rPr lang="en-US" smtClean="0"/>
              <a:pPr/>
              <a:t>9</a:t>
            </a:fld>
            <a:endParaRPr lang="en-US" dirty="0"/>
          </a:p>
        </p:txBody>
      </p:sp>
    </p:spTree>
    <p:extLst>
      <p:ext uri="{BB962C8B-B14F-4D97-AF65-F5344CB8AC3E}">
        <p14:creationId xmlns:p14="http://schemas.microsoft.com/office/powerpoint/2010/main" val="3250104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C3FD3-3279-F29D-9DEC-25169CF4FC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A88D6B-99CA-E86C-B50D-EB3A58742B68}"/>
              </a:ext>
            </a:extLst>
          </p:cNvPr>
          <p:cNvSpPr>
            <a:spLocks noGrp="1" noRot="1" noChangeAspect="1"/>
          </p:cNvSpPr>
          <p:nvPr>
            <p:ph type="sldImg"/>
          </p:nvPr>
        </p:nvSpPr>
        <p:spPr>
          <a:xfrm>
            <a:off x="141288" y="768350"/>
            <a:ext cx="6821487" cy="3838575"/>
          </a:xfrm>
        </p:spPr>
      </p:sp>
      <p:sp>
        <p:nvSpPr>
          <p:cNvPr id="3" name="Notes Placeholder 2">
            <a:extLst>
              <a:ext uri="{FF2B5EF4-FFF2-40B4-BE49-F238E27FC236}">
                <a16:creationId xmlns:a16="http://schemas.microsoft.com/office/drawing/2014/main" id="{444A95E8-1907-0B93-DCC6-EC6FDD80897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772C779-AD34-61AC-FB52-FA9971906342}"/>
              </a:ext>
            </a:extLst>
          </p:cNvPr>
          <p:cNvSpPr>
            <a:spLocks noGrp="1"/>
          </p:cNvSpPr>
          <p:nvPr>
            <p:ph type="sldNum" sz="quarter" idx="10"/>
          </p:nvPr>
        </p:nvSpPr>
        <p:spPr/>
        <p:txBody>
          <a:bodyPr/>
          <a:lstStyle/>
          <a:p>
            <a:fld id="{C0F4A2C8-6C88-4E71-83EE-698B9D4FE22F}" type="slidenum">
              <a:rPr lang="en-US" smtClean="0"/>
              <a:pPr/>
              <a:t>10</a:t>
            </a:fld>
            <a:endParaRPr lang="en-US" dirty="0"/>
          </a:p>
        </p:txBody>
      </p:sp>
    </p:spTree>
    <p:extLst>
      <p:ext uri="{BB962C8B-B14F-4D97-AF65-F5344CB8AC3E}">
        <p14:creationId xmlns:p14="http://schemas.microsoft.com/office/powerpoint/2010/main" val="4281629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D6E18-D8D4-B050-D48C-F0CC34EDBE6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286243B-9A30-8C0E-4ADE-3D2710D943A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08E1023-CE7E-8D7C-4A85-4E86946A279E}"/>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76E2404C-53EF-B45A-22E5-589640C80F91}"/>
              </a:ext>
            </a:extLst>
          </p:cNvPr>
          <p:cNvSpPr>
            <a:spLocks noGrp="1"/>
          </p:cNvSpPr>
          <p:nvPr>
            <p:ph type="sldNum" sz="quarter" idx="5"/>
          </p:nvPr>
        </p:nvSpPr>
        <p:spPr/>
        <p:txBody>
          <a:bodyPr/>
          <a:lstStyle/>
          <a:p>
            <a:fld id="{C0F4A2C8-6C88-4E71-83EE-698B9D4FE22F}" type="slidenum">
              <a:rPr lang="en-US" smtClean="0"/>
              <a:pPr/>
              <a:t>11</a:t>
            </a:fld>
            <a:endParaRPr lang="en-US" dirty="0"/>
          </a:p>
        </p:txBody>
      </p:sp>
    </p:spTree>
    <p:extLst>
      <p:ext uri="{BB962C8B-B14F-4D97-AF65-F5344CB8AC3E}">
        <p14:creationId xmlns:p14="http://schemas.microsoft.com/office/powerpoint/2010/main" val="40243280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230A3-5946-D237-C2FE-8C311621F6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4B8049-1457-9E20-AFF8-7E9D028D879E}"/>
              </a:ext>
            </a:extLst>
          </p:cNvPr>
          <p:cNvSpPr>
            <a:spLocks noGrp="1" noRot="1" noChangeAspect="1"/>
          </p:cNvSpPr>
          <p:nvPr>
            <p:ph type="sldImg"/>
          </p:nvPr>
        </p:nvSpPr>
        <p:spPr>
          <a:xfrm>
            <a:off x="141288" y="768350"/>
            <a:ext cx="6821487" cy="3838575"/>
          </a:xfrm>
        </p:spPr>
      </p:sp>
      <p:sp>
        <p:nvSpPr>
          <p:cNvPr id="3" name="Notes Placeholder 2">
            <a:extLst>
              <a:ext uri="{FF2B5EF4-FFF2-40B4-BE49-F238E27FC236}">
                <a16:creationId xmlns:a16="http://schemas.microsoft.com/office/drawing/2014/main" id="{DB5D2BF3-461B-52AB-0678-A12B2DC4207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05793A5-9ED5-F986-E12E-B58FA8A5FF8B}"/>
              </a:ext>
            </a:extLst>
          </p:cNvPr>
          <p:cNvSpPr>
            <a:spLocks noGrp="1"/>
          </p:cNvSpPr>
          <p:nvPr>
            <p:ph type="sldNum" sz="quarter" idx="10"/>
          </p:nvPr>
        </p:nvSpPr>
        <p:spPr/>
        <p:txBody>
          <a:bodyPr/>
          <a:lstStyle/>
          <a:p>
            <a:fld id="{C0F4A2C8-6C88-4E71-83EE-698B9D4FE22F}" type="slidenum">
              <a:rPr lang="en-US" smtClean="0"/>
              <a:pPr/>
              <a:t>14</a:t>
            </a:fld>
            <a:endParaRPr lang="en-US" dirty="0"/>
          </a:p>
        </p:txBody>
      </p:sp>
    </p:spTree>
    <p:extLst>
      <p:ext uri="{BB962C8B-B14F-4D97-AF65-F5344CB8AC3E}">
        <p14:creationId xmlns:p14="http://schemas.microsoft.com/office/powerpoint/2010/main" val="32271216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0F4A2C8-6C88-4E71-83EE-698B9D4FE22F}" type="slidenum">
              <a:rPr lang="en-US" smtClean="0"/>
              <a:pPr/>
              <a:t>17</a:t>
            </a:fld>
            <a:endParaRPr lang="en-US" dirty="0"/>
          </a:p>
        </p:txBody>
      </p:sp>
    </p:spTree>
    <p:extLst>
      <p:ext uri="{BB962C8B-B14F-4D97-AF65-F5344CB8AC3E}">
        <p14:creationId xmlns:p14="http://schemas.microsoft.com/office/powerpoint/2010/main" val="14698795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6FCC1-DA02-2975-3C2F-459DAEFFEA0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3DE4EAF-7619-BA4D-21BC-A70C8C75DE0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27909E9-80FA-BD41-B861-4404F42A9490}"/>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84263893-BE8B-2BA2-CF5D-0D9D50C8FF28}"/>
              </a:ext>
            </a:extLst>
          </p:cNvPr>
          <p:cNvSpPr>
            <a:spLocks noGrp="1"/>
          </p:cNvSpPr>
          <p:nvPr>
            <p:ph type="sldNum" sz="quarter" idx="5"/>
          </p:nvPr>
        </p:nvSpPr>
        <p:spPr/>
        <p:txBody>
          <a:bodyPr/>
          <a:lstStyle/>
          <a:p>
            <a:fld id="{C0F4A2C8-6C88-4E71-83EE-698B9D4FE22F}" type="slidenum">
              <a:rPr lang="en-US" smtClean="0"/>
              <a:pPr/>
              <a:t>18</a:t>
            </a:fld>
            <a:endParaRPr lang="en-US" dirty="0"/>
          </a:p>
        </p:txBody>
      </p:sp>
    </p:spTree>
    <p:extLst>
      <p:ext uri="{BB962C8B-B14F-4D97-AF65-F5344CB8AC3E}">
        <p14:creationId xmlns:p14="http://schemas.microsoft.com/office/powerpoint/2010/main" val="30211820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5E526-90C2-AA24-E1BE-1094BF1AED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055B47-4B53-CCD1-A60B-DB45DF6F471E}"/>
              </a:ext>
            </a:extLst>
          </p:cNvPr>
          <p:cNvSpPr>
            <a:spLocks noGrp="1" noRot="1" noChangeAspect="1"/>
          </p:cNvSpPr>
          <p:nvPr>
            <p:ph type="sldImg"/>
          </p:nvPr>
        </p:nvSpPr>
        <p:spPr>
          <a:xfrm>
            <a:off x="141288" y="768350"/>
            <a:ext cx="6821487" cy="3838575"/>
          </a:xfrm>
        </p:spPr>
      </p:sp>
      <p:sp>
        <p:nvSpPr>
          <p:cNvPr id="3" name="Notes Placeholder 2">
            <a:extLst>
              <a:ext uri="{FF2B5EF4-FFF2-40B4-BE49-F238E27FC236}">
                <a16:creationId xmlns:a16="http://schemas.microsoft.com/office/drawing/2014/main" id="{E1BAD26A-3CCD-791F-1E54-4B5E35BC176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51EBC96-A3A1-4DA6-95EF-F5E51A21E551}"/>
              </a:ext>
            </a:extLst>
          </p:cNvPr>
          <p:cNvSpPr>
            <a:spLocks noGrp="1"/>
          </p:cNvSpPr>
          <p:nvPr>
            <p:ph type="sldNum" sz="quarter" idx="10"/>
          </p:nvPr>
        </p:nvSpPr>
        <p:spPr/>
        <p:txBody>
          <a:bodyPr/>
          <a:lstStyle/>
          <a:p>
            <a:fld id="{C0F4A2C8-6C88-4E71-83EE-698B9D4FE22F}" type="slidenum">
              <a:rPr lang="en-US" smtClean="0"/>
              <a:pPr/>
              <a:t>19</a:t>
            </a:fld>
            <a:endParaRPr lang="en-US" dirty="0"/>
          </a:p>
        </p:txBody>
      </p:sp>
    </p:spTree>
    <p:extLst>
      <p:ext uri="{BB962C8B-B14F-4D97-AF65-F5344CB8AC3E}">
        <p14:creationId xmlns:p14="http://schemas.microsoft.com/office/powerpoint/2010/main" val="42659602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C7F45-9A42-0BC6-80AD-C6A65F303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BE75A7-2F12-9790-27DF-DE7376816654}"/>
              </a:ext>
            </a:extLst>
          </p:cNvPr>
          <p:cNvSpPr>
            <a:spLocks noGrp="1" noRot="1" noChangeAspect="1"/>
          </p:cNvSpPr>
          <p:nvPr>
            <p:ph type="sldImg"/>
          </p:nvPr>
        </p:nvSpPr>
        <p:spPr>
          <a:xfrm>
            <a:off x="141288" y="768350"/>
            <a:ext cx="6821487" cy="3838575"/>
          </a:xfrm>
        </p:spPr>
      </p:sp>
      <p:sp>
        <p:nvSpPr>
          <p:cNvPr id="3" name="Notes Placeholder 2">
            <a:extLst>
              <a:ext uri="{FF2B5EF4-FFF2-40B4-BE49-F238E27FC236}">
                <a16:creationId xmlns:a16="http://schemas.microsoft.com/office/drawing/2014/main" id="{A001E866-9EA5-C2F2-1641-89CDE6998C5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B040A42-EC3D-02E8-5261-F9798ADC19C6}"/>
              </a:ext>
            </a:extLst>
          </p:cNvPr>
          <p:cNvSpPr>
            <a:spLocks noGrp="1"/>
          </p:cNvSpPr>
          <p:nvPr>
            <p:ph type="sldNum" sz="quarter" idx="10"/>
          </p:nvPr>
        </p:nvSpPr>
        <p:spPr/>
        <p:txBody>
          <a:bodyPr/>
          <a:lstStyle/>
          <a:p>
            <a:fld id="{C0F4A2C8-6C88-4E71-83EE-698B9D4FE22F}" type="slidenum">
              <a:rPr lang="en-US" smtClean="0"/>
              <a:pPr/>
              <a:t>24</a:t>
            </a:fld>
            <a:endParaRPr lang="en-US" dirty="0"/>
          </a:p>
        </p:txBody>
      </p:sp>
    </p:spTree>
    <p:extLst>
      <p:ext uri="{BB962C8B-B14F-4D97-AF65-F5344CB8AC3E}">
        <p14:creationId xmlns:p14="http://schemas.microsoft.com/office/powerpoint/2010/main" val="34122420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0F4A2C8-6C88-4E71-83EE-698B9D4FE22F}" type="slidenum">
              <a:rPr lang="en-US" smtClean="0"/>
              <a:pPr/>
              <a:t>26</a:t>
            </a:fld>
            <a:endParaRPr lang="en-US" dirty="0"/>
          </a:p>
        </p:txBody>
      </p:sp>
    </p:spTree>
    <p:extLst>
      <p:ext uri="{BB962C8B-B14F-4D97-AF65-F5344CB8AC3E}">
        <p14:creationId xmlns:p14="http://schemas.microsoft.com/office/powerpoint/2010/main" val="23365096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8B8A7-41C0-36E0-BB12-451B2327FF1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DA2BDAB-EFFA-5B33-104F-0D82296BB2A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C3B770E-938E-C729-9684-C1832687D2D5}"/>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F5044CC7-45D1-3DA8-D098-504FF619E50F}"/>
              </a:ext>
            </a:extLst>
          </p:cNvPr>
          <p:cNvSpPr>
            <a:spLocks noGrp="1"/>
          </p:cNvSpPr>
          <p:nvPr>
            <p:ph type="sldNum" sz="quarter" idx="5"/>
          </p:nvPr>
        </p:nvSpPr>
        <p:spPr/>
        <p:txBody>
          <a:bodyPr/>
          <a:lstStyle/>
          <a:p>
            <a:fld id="{C0F4A2C8-6C88-4E71-83EE-698B9D4FE22F}" type="slidenum">
              <a:rPr lang="en-US" smtClean="0"/>
              <a:pPr/>
              <a:t>27</a:t>
            </a:fld>
            <a:endParaRPr lang="en-US" dirty="0"/>
          </a:p>
        </p:txBody>
      </p:sp>
    </p:spTree>
    <p:extLst>
      <p:ext uri="{BB962C8B-B14F-4D97-AF65-F5344CB8AC3E}">
        <p14:creationId xmlns:p14="http://schemas.microsoft.com/office/powerpoint/2010/main" val="38339386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F8F05-EDB2-3EF3-1348-D5B8ABEEE6F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1394249-20C9-5981-D191-CA3012F3F71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F47694A-9C3E-C874-527D-71F485AE7F3C}"/>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4FD263F4-21F2-BC87-2856-93433C7E8075}"/>
              </a:ext>
            </a:extLst>
          </p:cNvPr>
          <p:cNvSpPr>
            <a:spLocks noGrp="1"/>
          </p:cNvSpPr>
          <p:nvPr>
            <p:ph type="sldNum" sz="quarter" idx="5"/>
          </p:nvPr>
        </p:nvSpPr>
        <p:spPr/>
        <p:txBody>
          <a:bodyPr/>
          <a:lstStyle/>
          <a:p>
            <a:fld id="{C0F4A2C8-6C88-4E71-83EE-698B9D4FE22F}" type="slidenum">
              <a:rPr lang="en-US" smtClean="0"/>
              <a:pPr/>
              <a:t>28</a:t>
            </a:fld>
            <a:endParaRPr lang="en-US" dirty="0"/>
          </a:p>
        </p:txBody>
      </p:sp>
    </p:spTree>
    <p:extLst>
      <p:ext uri="{BB962C8B-B14F-4D97-AF65-F5344CB8AC3E}">
        <p14:creationId xmlns:p14="http://schemas.microsoft.com/office/powerpoint/2010/main" val="23527482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3DDC4-AC4C-34F6-936F-35BE2821EB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AC2256-2A7B-3C8F-75D9-63E3BFB7DA20}"/>
              </a:ext>
            </a:extLst>
          </p:cNvPr>
          <p:cNvSpPr>
            <a:spLocks noGrp="1" noRot="1" noChangeAspect="1"/>
          </p:cNvSpPr>
          <p:nvPr>
            <p:ph type="sldImg"/>
          </p:nvPr>
        </p:nvSpPr>
        <p:spPr>
          <a:xfrm>
            <a:off x="141288" y="768350"/>
            <a:ext cx="6821487" cy="3838575"/>
          </a:xfrm>
        </p:spPr>
      </p:sp>
      <p:sp>
        <p:nvSpPr>
          <p:cNvPr id="3" name="Notes Placeholder 2">
            <a:extLst>
              <a:ext uri="{FF2B5EF4-FFF2-40B4-BE49-F238E27FC236}">
                <a16:creationId xmlns:a16="http://schemas.microsoft.com/office/drawing/2014/main" id="{ABB8B351-77D7-E291-798D-72C8DB93AFD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6798DF4-8318-62ED-BD7E-7E5C1F1C7B30}"/>
              </a:ext>
            </a:extLst>
          </p:cNvPr>
          <p:cNvSpPr>
            <a:spLocks noGrp="1"/>
          </p:cNvSpPr>
          <p:nvPr>
            <p:ph type="sldNum" sz="quarter" idx="10"/>
          </p:nvPr>
        </p:nvSpPr>
        <p:spPr/>
        <p:txBody>
          <a:bodyPr/>
          <a:lstStyle/>
          <a:p>
            <a:fld id="{C0F4A2C8-6C88-4E71-83EE-698B9D4FE22F}" type="slidenum">
              <a:rPr lang="en-US" smtClean="0"/>
              <a:pPr/>
              <a:t>32</a:t>
            </a:fld>
            <a:endParaRPr lang="en-US" dirty="0"/>
          </a:p>
        </p:txBody>
      </p:sp>
    </p:spTree>
    <p:extLst>
      <p:ext uri="{BB962C8B-B14F-4D97-AF65-F5344CB8AC3E}">
        <p14:creationId xmlns:p14="http://schemas.microsoft.com/office/powerpoint/2010/main" val="38272984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911E0-E3D6-6F71-BBE4-F234DCD493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18E336-FCF4-30F8-E2DD-9241F41E7789}"/>
              </a:ext>
            </a:extLst>
          </p:cNvPr>
          <p:cNvSpPr>
            <a:spLocks noGrp="1" noRot="1" noChangeAspect="1"/>
          </p:cNvSpPr>
          <p:nvPr>
            <p:ph type="sldImg"/>
          </p:nvPr>
        </p:nvSpPr>
        <p:spPr>
          <a:xfrm>
            <a:off x="141288" y="768350"/>
            <a:ext cx="6821487" cy="3838575"/>
          </a:xfrm>
        </p:spPr>
      </p:sp>
      <p:sp>
        <p:nvSpPr>
          <p:cNvPr id="3" name="Notes Placeholder 2">
            <a:extLst>
              <a:ext uri="{FF2B5EF4-FFF2-40B4-BE49-F238E27FC236}">
                <a16:creationId xmlns:a16="http://schemas.microsoft.com/office/drawing/2014/main" id="{8F77A8AA-6FF4-896A-E2B4-BEACF22A6DE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574F69B-9427-E613-F310-B83040A82855}"/>
              </a:ext>
            </a:extLst>
          </p:cNvPr>
          <p:cNvSpPr>
            <a:spLocks noGrp="1"/>
          </p:cNvSpPr>
          <p:nvPr>
            <p:ph type="sldNum" sz="quarter" idx="10"/>
          </p:nvPr>
        </p:nvSpPr>
        <p:spPr/>
        <p:txBody>
          <a:bodyPr/>
          <a:lstStyle/>
          <a:p>
            <a:fld id="{C0F4A2C8-6C88-4E71-83EE-698B9D4FE22F}" type="slidenum">
              <a:rPr lang="en-US" smtClean="0"/>
              <a:pPr/>
              <a:t>37</a:t>
            </a:fld>
            <a:endParaRPr lang="en-US" dirty="0"/>
          </a:p>
        </p:txBody>
      </p:sp>
    </p:spTree>
    <p:extLst>
      <p:ext uri="{BB962C8B-B14F-4D97-AF65-F5344CB8AC3E}">
        <p14:creationId xmlns:p14="http://schemas.microsoft.com/office/powerpoint/2010/main" val="13912236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20156-24A5-2CF3-557C-0FDACDC6DC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A870ED-4CE1-05D1-C473-434B358790F7}"/>
              </a:ext>
            </a:extLst>
          </p:cNvPr>
          <p:cNvSpPr>
            <a:spLocks noGrp="1" noRot="1" noChangeAspect="1"/>
          </p:cNvSpPr>
          <p:nvPr>
            <p:ph type="sldImg"/>
          </p:nvPr>
        </p:nvSpPr>
        <p:spPr>
          <a:xfrm>
            <a:off x="141288" y="768350"/>
            <a:ext cx="6821487" cy="3838575"/>
          </a:xfrm>
        </p:spPr>
      </p:sp>
      <p:sp>
        <p:nvSpPr>
          <p:cNvPr id="3" name="Notes Placeholder 2">
            <a:extLst>
              <a:ext uri="{FF2B5EF4-FFF2-40B4-BE49-F238E27FC236}">
                <a16:creationId xmlns:a16="http://schemas.microsoft.com/office/drawing/2014/main" id="{5F9A4344-1CD8-D3EB-4B18-F0A2A41A537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4EA3DAD-57FD-7A7A-60B3-5F1ADCE1AF60}"/>
              </a:ext>
            </a:extLst>
          </p:cNvPr>
          <p:cNvSpPr>
            <a:spLocks noGrp="1"/>
          </p:cNvSpPr>
          <p:nvPr>
            <p:ph type="sldNum" sz="quarter" idx="10"/>
          </p:nvPr>
        </p:nvSpPr>
        <p:spPr/>
        <p:txBody>
          <a:bodyPr/>
          <a:lstStyle/>
          <a:p>
            <a:fld id="{C0F4A2C8-6C88-4E71-83EE-698B9D4FE22F}" type="slidenum">
              <a:rPr lang="en-US" smtClean="0"/>
              <a:pPr/>
              <a:t>41</a:t>
            </a:fld>
            <a:endParaRPr lang="en-US" dirty="0"/>
          </a:p>
        </p:txBody>
      </p:sp>
    </p:spTree>
    <p:extLst>
      <p:ext uri="{BB962C8B-B14F-4D97-AF65-F5344CB8AC3E}">
        <p14:creationId xmlns:p14="http://schemas.microsoft.com/office/powerpoint/2010/main" val="22124663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288" y="768350"/>
            <a:ext cx="6821487" cy="383857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44</a:t>
            </a:fld>
            <a:endParaRPr lang="en-US" dirty="0"/>
          </a:p>
        </p:txBody>
      </p:sp>
    </p:spTree>
    <p:extLst>
      <p:ext uri="{BB962C8B-B14F-4D97-AF65-F5344CB8AC3E}">
        <p14:creationId xmlns:p14="http://schemas.microsoft.com/office/powerpoint/2010/main" val="24929866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0F4A2C8-6C88-4E71-83EE-698B9D4FE22F}" type="slidenum">
              <a:rPr lang="en-US" smtClean="0"/>
              <a:pPr/>
              <a:t>45</a:t>
            </a:fld>
            <a:endParaRPr lang="en-US" dirty="0"/>
          </a:p>
        </p:txBody>
      </p:sp>
    </p:spTree>
    <p:extLst>
      <p:ext uri="{BB962C8B-B14F-4D97-AF65-F5344CB8AC3E}">
        <p14:creationId xmlns:p14="http://schemas.microsoft.com/office/powerpoint/2010/main" val="40357941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9C6BC-C042-E488-B97A-59F557DFA3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D12E1-E2CF-A054-43BC-30437FA79020}"/>
              </a:ext>
            </a:extLst>
          </p:cNvPr>
          <p:cNvSpPr>
            <a:spLocks noGrp="1" noRot="1" noChangeAspect="1"/>
          </p:cNvSpPr>
          <p:nvPr>
            <p:ph type="sldImg"/>
          </p:nvPr>
        </p:nvSpPr>
        <p:spPr>
          <a:xfrm>
            <a:off x="141288" y="768350"/>
            <a:ext cx="6821487" cy="3838575"/>
          </a:xfrm>
        </p:spPr>
      </p:sp>
      <p:sp>
        <p:nvSpPr>
          <p:cNvPr id="3" name="Notes Placeholder 2">
            <a:extLst>
              <a:ext uri="{FF2B5EF4-FFF2-40B4-BE49-F238E27FC236}">
                <a16:creationId xmlns:a16="http://schemas.microsoft.com/office/drawing/2014/main" id="{FBF1337A-41C2-63CE-BE4A-81E4D5D6248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8C82C05-EDED-4CC1-ADF1-9DDA84985909}"/>
              </a:ext>
            </a:extLst>
          </p:cNvPr>
          <p:cNvSpPr>
            <a:spLocks noGrp="1"/>
          </p:cNvSpPr>
          <p:nvPr>
            <p:ph type="sldNum" sz="quarter" idx="10"/>
          </p:nvPr>
        </p:nvSpPr>
        <p:spPr/>
        <p:txBody>
          <a:bodyPr/>
          <a:lstStyle/>
          <a:p>
            <a:fld id="{C0F4A2C8-6C88-4E71-83EE-698B9D4FE22F}" type="slidenum">
              <a:rPr lang="en-US" smtClean="0"/>
              <a:pPr/>
              <a:t>46</a:t>
            </a:fld>
            <a:endParaRPr lang="en-US" dirty="0"/>
          </a:p>
        </p:txBody>
      </p:sp>
    </p:spTree>
    <p:extLst>
      <p:ext uri="{BB962C8B-B14F-4D97-AF65-F5344CB8AC3E}">
        <p14:creationId xmlns:p14="http://schemas.microsoft.com/office/powerpoint/2010/main" val="15810143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25B02-932A-AE1C-6B14-889F196D07C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0B5FF7B-8D51-49C1-6F52-D1DAE2D1238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D375203-6E46-7A56-2340-E96ABED59808}"/>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CA878A58-98CF-A2CB-FC0F-D78125620B4C}"/>
              </a:ext>
            </a:extLst>
          </p:cNvPr>
          <p:cNvSpPr>
            <a:spLocks noGrp="1"/>
          </p:cNvSpPr>
          <p:nvPr>
            <p:ph type="sldNum" sz="quarter" idx="5"/>
          </p:nvPr>
        </p:nvSpPr>
        <p:spPr/>
        <p:txBody>
          <a:bodyPr/>
          <a:lstStyle/>
          <a:p>
            <a:fld id="{C0F4A2C8-6C88-4E71-83EE-698B9D4FE22F}" type="slidenum">
              <a:rPr lang="en-US" smtClean="0"/>
              <a:pPr/>
              <a:t>47</a:t>
            </a:fld>
            <a:endParaRPr lang="en-US" dirty="0"/>
          </a:p>
        </p:txBody>
      </p:sp>
    </p:spTree>
    <p:extLst>
      <p:ext uri="{BB962C8B-B14F-4D97-AF65-F5344CB8AC3E}">
        <p14:creationId xmlns:p14="http://schemas.microsoft.com/office/powerpoint/2010/main" val="34296248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288" y="768350"/>
            <a:ext cx="6821487" cy="383857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48</a:t>
            </a:fld>
            <a:endParaRPr lang="en-US" dirty="0"/>
          </a:p>
        </p:txBody>
      </p:sp>
    </p:spTree>
    <p:extLst>
      <p:ext uri="{BB962C8B-B14F-4D97-AF65-F5344CB8AC3E}">
        <p14:creationId xmlns:p14="http://schemas.microsoft.com/office/powerpoint/2010/main" val="22123273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首頁_黑底圖片">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1" y="5495278"/>
            <a:ext cx="5592011" cy="855553"/>
          </a:xfrm>
          <a:prstGeom prst="rect">
            <a:avLst/>
          </a:prstGeom>
        </p:spPr>
        <p:txBody>
          <a:bodyPr lIns="0" tIns="0" rIns="0" bIns="0" anchor="b" anchorCtr="0">
            <a:noAutofit/>
          </a:bodyPr>
          <a:lstStyle>
            <a:lvl1pPr marL="0" indent="0" algn="l">
              <a:lnSpc>
                <a:spcPct val="100000"/>
              </a:lnSpc>
              <a:spcAft>
                <a:spcPts val="0"/>
              </a:spcAft>
              <a:buNone/>
              <a:defRPr sz="1600" b="0">
                <a:solidFill>
                  <a:srgbClr val="86BC25"/>
                </a:solidFill>
                <a:latin typeface="Calibri" panose="020F0502020204030204" pitchFamily="34" charset="0"/>
                <a:cs typeface="Calibri" panose="020F0502020204030204" pitchFamily="34" charset="0"/>
              </a:defRPr>
            </a:lvl1pPr>
            <a:lvl2pPr marL="0" indent="0" algn="l">
              <a:buNone/>
              <a:defRPr sz="1600" b="0">
                <a:solidFill>
                  <a:schemeClr val="bg1"/>
                </a:solidFill>
                <a:latin typeface="Calibri" panose="020F0502020204030204" pitchFamily="34" charset="0"/>
                <a:cs typeface="Calibri" panose="020F0502020204030204" pitchFamily="34" charset="0"/>
              </a:defRPr>
            </a:lvl2pPr>
            <a:lvl3pPr marL="1219110" indent="0" algn="ctr">
              <a:buNone/>
              <a:defRPr sz="2400"/>
            </a:lvl3pPr>
            <a:lvl4pPr marL="1828664" indent="0" algn="ctr">
              <a:buNone/>
              <a:defRPr sz="2133"/>
            </a:lvl4pPr>
            <a:lvl5pPr marL="2438218" indent="0" algn="ctr">
              <a:buNone/>
              <a:defRPr sz="2133"/>
            </a:lvl5pPr>
            <a:lvl6pPr marL="3047772" indent="0" algn="ctr">
              <a:buNone/>
              <a:defRPr sz="2133"/>
            </a:lvl6pPr>
            <a:lvl7pPr marL="3657327" indent="0" algn="ctr">
              <a:buNone/>
              <a:defRPr sz="2133"/>
            </a:lvl7pPr>
            <a:lvl8pPr marL="4266880" indent="0" algn="ctr">
              <a:buNone/>
              <a:defRPr sz="2133"/>
            </a:lvl8pPr>
            <a:lvl9pPr marL="4876435"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0" y="6362705"/>
            <a:ext cx="5594349" cy="298451"/>
          </a:xfrm>
          <a:prstGeom prst="rect">
            <a:avLst/>
          </a:prstGeom>
        </p:spPr>
        <p:txBody>
          <a:bodyPr/>
          <a:lstStyle>
            <a:lvl1pPr>
              <a:spcAft>
                <a:spcPts val="0"/>
              </a:spcAft>
              <a:defRPr sz="1051">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TW" altLang="en-US" noProof="0"/>
              <a:t>編輯母片文字樣式</a:t>
            </a:r>
          </a:p>
        </p:txBody>
      </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zh-TW" altLang="en-US" noProof="0"/>
              <a:t>按一下圖示以新增圖片</a:t>
            </a:r>
            <a:endParaRPr lang="en-US" noProof="0" dirty="0"/>
          </a:p>
        </p:txBody>
      </p:sp>
      <p:cxnSp>
        <p:nvCxnSpPr>
          <p:cNvPr id="32" name="直線接點 31"/>
          <p:cNvCxnSpPr/>
          <p:nvPr userDrawn="1"/>
        </p:nvCxnSpPr>
        <p:spPr>
          <a:xfrm>
            <a:off x="24926928" y="6299200"/>
            <a:ext cx="542925" cy="0"/>
          </a:xfrm>
          <a:prstGeom prst="line">
            <a:avLst/>
          </a:prstGeom>
          <a:ln/>
        </p:spPr>
        <p:style>
          <a:lnRef idx="1">
            <a:schemeClr val="dk1"/>
          </a:lnRef>
          <a:fillRef idx="0">
            <a:schemeClr val="dk1"/>
          </a:fillRef>
          <a:effectRef idx="0">
            <a:schemeClr val="dk1"/>
          </a:effectRef>
          <a:fontRef idx="minor">
            <a:schemeClr val="tx1"/>
          </a:fontRef>
        </p:style>
      </p:cxnSp>
      <p:cxnSp>
        <p:nvCxnSpPr>
          <p:cNvPr id="72" name="Straight Arrow Connector 12"/>
          <p:cNvCxnSpPr/>
          <p:nvPr userDrawn="1"/>
        </p:nvCxnSpPr>
        <p:spPr>
          <a:xfrm>
            <a:off x="12287249" y="6478594"/>
            <a:ext cx="654443" cy="1401"/>
          </a:xfrm>
          <a:prstGeom prst="straightConnector1">
            <a:avLst/>
          </a:prstGeom>
          <a:ln>
            <a:solidFill>
              <a:schemeClr val="bg1">
                <a:lumMod val="85000"/>
              </a:schemeClr>
            </a:solidFill>
            <a:tailEnd type="none"/>
          </a:ln>
        </p:spPr>
        <p:style>
          <a:lnRef idx="1">
            <a:schemeClr val="dk1"/>
          </a:lnRef>
          <a:fillRef idx="0">
            <a:schemeClr val="dk1"/>
          </a:fillRef>
          <a:effectRef idx="0">
            <a:schemeClr val="dk1"/>
          </a:effectRef>
          <a:fontRef idx="minor">
            <a:schemeClr val="tx1"/>
          </a:fontRef>
        </p:style>
      </p:cxnSp>
      <p:cxnSp>
        <p:nvCxnSpPr>
          <p:cNvPr id="73" name="Straight Arrow Connector 14"/>
          <p:cNvCxnSpPr/>
          <p:nvPr userDrawn="1"/>
        </p:nvCxnSpPr>
        <p:spPr>
          <a:xfrm>
            <a:off x="11722100" y="6953250"/>
            <a:ext cx="0" cy="317582"/>
          </a:xfrm>
          <a:prstGeom prst="straightConnector1">
            <a:avLst/>
          </a:prstGeom>
          <a:ln>
            <a:solidFill>
              <a:schemeClr val="bg1">
                <a:lumMod val="85000"/>
              </a:schemeClr>
            </a:solidFill>
            <a:tailEnd type="none"/>
          </a:ln>
        </p:spPr>
        <p:style>
          <a:lnRef idx="1">
            <a:schemeClr val="dk1"/>
          </a:lnRef>
          <a:fillRef idx="0">
            <a:schemeClr val="dk1"/>
          </a:fillRef>
          <a:effectRef idx="0">
            <a:schemeClr val="dk1"/>
          </a:effectRef>
          <a:fontRef idx="minor">
            <a:schemeClr val="tx1"/>
          </a:fontRef>
        </p:style>
      </p:cxnSp>
      <p:cxnSp>
        <p:nvCxnSpPr>
          <p:cNvPr id="86" name="Straight Arrow Connector 14"/>
          <p:cNvCxnSpPr/>
          <p:nvPr userDrawn="1"/>
        </p:nvCxnSpPr>
        <p:spPr>
          <a:xfrm>
            <a:off x="462471" y="6953250"/>
            <a:ext cx="0" cy="317582"/>
          </a:xfrm>
          <a:prstGeom prst="straightConnector1">
            <a:avLst/>
          </a:prstGeom>
          <a:ln>
            <a:solidFill>
              <a:schemeClr val="bg1">
                <a:lumMod val="85000"/>
              </a:schemeClr>
            </a:solidFill>
            <a:tailEnd type="none"/>
          </a:ln>
        </p:spPr>
        <p:style>
          <a:lnRef idx="1">
            <a:schemeClr val="dk1"/>
          </a:lnRef>
          <a:fillRef idx="0">
            <a:schemeClr val="dk1"/>
          </a:fillRef>
          <a:effectRef idx="0">
            <a:schemeClr val="dk1"/>
          </a:effectRef>
          <a:fontRef idx="minor">
            <a:schemeClr val="tx1"/>
          </a:fontRef>
        </p:style>
      </p:cxnSp>
      <p:pic>
        <p:nvPicPr>
          <p:cNvPr id="36" name="圖片 35">
            <a:extLst>
              <a:ext uri="{FF2B5EF4-FFF2-40B4-BE49-F238E27FC236}">
                <a16:creationId xmlns:a16="http://schemas.microsoft.com/office/drawing/2014/main" id="{6422E296-AB66-4E59-9A95-AFE44E137ABF}"/>
              </a:ext>
            </a:extLst>
          </p:cNvPr>
          <p:cNvPicPr>
            <a:picLocks noChangeAspect="1"/>
          </p:cNvPicPr>
          <p:nvPr userDrawn="1"/>
        </p:nvPicPr>
        <p:blipFill>
          <a:blip r:embed="rId3"/>
          <a:stretch>
            <a:fillRect/>
          </a:stretch>
        </p:blipFill>
        <p:spPr>
          <a:xfrm>
            <a:off x="462471" y="433806"/>
            <a:ext cx="1713627" cy="680411"/>
          </a:xfrm>
          <a:prstGeom prst="rect">
            <a:avLst/>
          </a:prstGeom>
        </p:spPr>
      </p:pic>
      <p:sp>
        <p:nvSpPr>
          <p:cNvPr id="2" name="文字方塊 4">
            <a:extLst>
              <a:ext uri="{FF2B5EF4-FFF2-40B4-BE49-F238E27FC236}">
                <a16:creationId xmlns:a16="http://schemas.microsoft.com/office/drawing/2014/main" id="{34AE62B3-39E6-7D44-EDE8-D6DE5B865A24}"/>
              </a:ext>
            </a:extLst>
          </p:cNvPr>
          <p:cNvSpPr txBox="1"/>
          <p:nvPr userDrawn="1"/>
        </p:nvSpPr>
        <p:spPr>
          <a:xfrm rot="2327163">
            <a:off x="10382896" y="504811"/>
            <a:ext cx="2059384"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TW" sz="1100" b="1" dirty="0">
                <a:solidFill>
                  <a:schemeClr val="bg1">
                    <a:lumMod val="50000"/>
                  </a:schemeClr>
                </a:solidFill>
                <a:latin typeface="+mn-ea"/>
              </a:rPr>
              <a:t>【</a:t>
            </a:r>
            <a:r>
              <a:rPr lang="zh-TW" altLang="en-US" sz="1100" b="1" dirty="0">
                <a:solidFill>
                  <a:schemeClr val="bg1">
                    <a:lumMod val="50000"/>
                  </a:schemeClr>
                </a:solidFill>
                <a:latin typeface="+mn-ea"/>
              </a:rPr>
              <a:t>本文件僅提供</a:t>
            </a:r>
            <a:r>
              <a:rPr lang="zh-TW" altLang="en-US" sz="1100" b="1" dirty="0">
                <a:solidFill>
                  <a:srgbClr val="0076A8"/>
                </a:solidFill>
                <a:latin typeface="+mn-ea"/>
              </a:rPr>
              <a:t>勤業眾信</a:t>
            </a:r>
            <a:r>
              <a:rPr lang="zh-TW" altLang="en-US" sz="1100" b="1" dirty="0">
                <a:solidFill>
                  <a:schemeClr val="bg1">
                    <a:lumMod val="50000"/>
                  </a:schemeClr>
                </a:solidFill>
                <a:latin typeface="+mn-ea"/>
              </a:rPr>
              <a:t>參考</a:t>
            </a:r>
            <a:r>
              <a:rPr lang="en-US" altLang="zh-TW" sz="1100" b="1" dirty="0">
                <a:solidFill>
                  <a:schemeClr val="bg1">
                    <a:lumMod val="50000"/>
                  </a:schemeClr>
                </a:solidFill>
                <a:latin typeface="+mn-ea"/>
              </a:rPr>
              <a:t>】</a:t>
            </a:r>
            <a:endParaRPr lang="zh-TW" altLang="en-US" sz="1100" b="1" dirty="0">
              <a:solidFill>
                <a:schemeClr val="bg1">
                  <a:lumMod val="50000"/>
                </a:schemeClr>
              </a:solidFill>
              <a:latin typeface="+mn-ea"/>
            </a:endParaRPr>
          </a:p>
        </p:txBody>
      </p:sp>
    </p:spTree>
    <p:extLst>
      <p:ext uri="{BB962C8B-B14F-4D97-AF65-F5344CB8AC3E}">
        <p14:creationId xmlns:p14="http://schemas.microsoft.com/office/powerpoint/2010/main" val="89634285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6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首頁_白底圖片">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388912"/>
            <a:ext cx="5594348" cy="961920"/>
          </a:xfrm>
          <a:prstGeom prst="rect">
            <a:avLst/>
          </a:prstGeom>
        </p:spPr>
        <p:txBody>
          <a:bodyPr lIns="0" tIns="0" rIns="0" bIns="0" anchor="b" anchorCtr="0">
            <a:noAutofit/>
          </a:bodyPr>
          <a:lstStyle>
            <a:lvl1pPr marL="0" indent="0" algn="l">
              <a:lnSpc>
                <a:spcPct val="100000"/>
              </a:lnSpc>
              <a:spcAft>
                <a:spcPts val="0"/>
              </a:spcAft>
              <a:buNone/>
              <a:defRPr sz="1600" b="0">
                <a:solidFill>
                  <a:srgbClr val="86BC25"/>
                </a:solidFill>
                <a:latin typeface="Calibri" panose="020F0502020204030204" pitchFamily="34" charset="0"/>
                <a:cs typeface="Calibri" panose="020F0502020204030204" pitchFamily="34" charset="0"/>
              </a:defRPr>
            </a:lvl1pPr>
            <a:lvl2pPr marL="0" indent="0" algn="l">
              <a:buNone/>
              <a:defRPr sz="1600" b="0">
                <a:solidFill>
                  <a:schemeClr val="tx1"/>
                </a:solidFill>
                <a:latin typeface="Calibri" panose="020F0502020204030204" pitchFamily="34" charset="0"/>
                <a:cs typeface="Calibri" panose="020F0502020204030204" pitchFamily="34" charset="0"/>
              </a:defRPr>
            </a:lvl2pPr>
            <a:lvl3pPr marL="1219110" indent="0" algn="ctr">
              <a:buNone/>
              <a:defRPr sz="2400"/>
            </a:lvl3pPr>
            <a:lvl4pPr marL="1828664" indent="0" algn="ctr">
              <a:buNone/>
              <a:defRPr sz="2133"/>
            </a:lvl4pPr>
            <a:lvl5pPr marL="2438218" indent="0" algn="ctr">
              <a:buNone/>
              <a:defRPr sz="2133"/>
            </a:lvl5pPr>
            <a:lvl6pPr marL="3047772" indent="0" algn="ctr">
              <a:buNone/>
              <a:defRPr sz="2133"/>
            </a:lvl6pPr>
            <a:lvl7pPr marL="3657327" indent="0" algn="ctr">
              <a:buNone/>
              <a:defRPr sz="2133"/>
            </a:lvl7pPr>
            <a:lvl8pPr marL="4266880" indent="0" algn="ctr">
              <a:buNone/>
              <a:defRPr sz="2133"/>
            </a:lvl8pPr>
            <a:lvl9pPr marL="4876435" indent="0" algn="ctr">
              <a:buNone/>
              <a:defRPr sz="2133"/>
            </a:lvl9pPr>
          </a:lstStyle>
          <a:p>
            <a:r>
              <a:rPr lang="en-US" altLang="zh-TW"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5" y="6362705"/>
            <a:ext cx="5594349" cy="298451"/>
          </a:xfrm>
          <a:prstGeom prst="rect">
            <a:avLst/>
          </a:prstGeom>
        </p:spPr>
        <p:txBody>
          <a:bodyPr>
            <a:noAutofit/>
          </a:bodyPr>
          <a:lstStyle>
            <a:lvl1pPr>
              <a:spcAft>
                <a:spcPts val="0"/>
              </a:spcAft>
              <a:defRPr sz="1051">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TW" altLang="en-US" noProof="0"/>
              <a:t>編輯母片文字樣式</a:t>
            </a:r>
          </a:p>
        </p:txBody>
      </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zh-TW" altLang="en-US" noProof="0"/>
              <a:t>按一下圖示以新增圖片</a:t>
            </a:r>
            <a:endParaRPr lang="en-US" noProof="0" dirty="0"/>
          </a:p>
        </p:txBody>
      </p:sp>
      <p:pic>
        <p:nvPicPr>
          <p:cNvPr id="46" name="圖片 45">
            <a:extLst>
              <a:ext uri="{FF2B5EF4-FFF2-40B4-BE49-F238E27FC236}">
                <a16:creationId xmlns:a16="http://schemas.microsoft.com/office/drawing/2014/main" id="{C05BE25D-473F-42C8-A003-A0A9425F53E8}"/>
              </a:ext>
            </a:extLst>
          </p:cNvPr>
          <p:cNvPicPr>
            <a:picLocks noChangeAspect="1"/>
          </p:cNvPicPr>
          <p:nvPr userDrawn="1"/>
        </p:nvPicPr>
        <p:blipFill>
          <a:blip r:embed="rId2"/>
          <a:stretch>
            <a:fillRect/>
          </a:stretch>
        </p:blipFill>
        <p:spPr>
          <a:xfrm>
            <a:off x="462471" y="387389"/>
            <a:ext cx="1713627" cy="680411"/>
          </a:xfrm>
          <a:prstGeom prst="rect">
            <a:avLst/>
          </a:prstGeom>
        </p:spPr>
      </p:pic>
      <p:sp>
        <p:nvSpPr>
          <p:cNvPr id="4" name="文字方塊 4">
            <a:extLst>
              <a:ext uri="{FF2B5EF4-FFF2-40B4-BE49-F238E27FC236}">
                <a16:creationId xmlns:a16="http://schemas.microsoft.com/office/drawing/2014/main" id="{A0EC48EC-A2A1-64A3-4290-79BB9D4969F6}"/>
              </a:ext>
            </a:extLst>
          </p:cNvPr>
          <p:cNvSpPr txBox="1"/>
          <p:nvPr userDrawn="1"/>
        </p:nvSpPr>
        <p:spPr>
          <a:xfrm rot="2549065">
            <a:off x="10261511" y="684478"/>
            <a:ext cx="2128607"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TW" sz="1100" b="1" dirty="0">
                <a:solidFill>
                  <a:schemeClr val="bg1">
                    <a:lumMod val="50000"/>
                  </a:schemeClr>
                </a:solidFill>
                <a:latin typeface="+mn-ea"/>
              </a:rPr>
              <a:t>【</a:t>
            </a:r>
            <a:r>
              <a:rPr lang="zh-TW" altLang="en-US" sz="1100" b="1" dirty="0">
                <a:solidFill>
                  <a:schemeClr val="bg1">
                    <a:lumMod val="50000"/>
                  </a:schemeClr>
                </a:solidFill>
                <a:latin typeface="+mn-ea"/>
              </a:rPr>
              <a:t>本文件僅提供</a:t>
            </a:r>
            <a:r>
              <a:rPr lang="zh-TW" altLang="en-US" sz="1100" b="1" dirty="0">
                <a:solidFill>
                  <a:srgbClr val="0070C0"/>
                </a:solidFill>
                <a:latin typeface="+mn-ea"/>
              </a:rPr>
              <a:t>公司名稱</a:t>
            </a:r>
            <a:r>
              <a:rPr lang="zh-TW" altLang="en-US" sz="1100" b="1" dirty="0">
                <a:solidFill>
                  <a:schemeClr val="bg1">
                    <a:lumMod val="50000"/>
                  </a:schemeClr>
                </a:solidFill>
                <a:latin typeface="+mn-ea"/>
              </a:rPr>
              <a:t>參考</a:t>
            </a:r>
            <a:r>
              <a:rPr lang="en-US" altLang="zh-TW" sz="1100" b="1" dirty="0">
                <a:solidFill>
                  <a:schemeClr val="bg1">
                    <a:lumMod val="50000"/>
                  </a:schemeClr>
                </a:solidFill>
                <a:latin typeface="+mn-ea"/>
              </a:rPr>
              <a:t>】</a:t>
            </a:r>
            <a:endParaRPr lang="zh-TW" altLang="en-US" sz="1100" b="1" dirty="0">
              <a:solidFill>
                <a:schemeClr val="bg1">
                  <a:lumMod val="50000"/>
                </a:schemeClr>
              </a:solidFill>
              <a:latin typeface="+mn-ea"/>
            </a:endParaRPr>
          </a:p>
        </p:txBody>
      </p:sp>
    </p:spTree>
    <p:extLst>
      <p:ext uri="{BB962C8B-B14F-4D97-AF65-F5344CB8AC3E}">
        <p14:creationId xmlns:p14="http://schemas.microsoft.com/office/powerpoint/2010/main" val="3012027843"/>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首頁_黑底文字">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49"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mj-ea"/>
                <a:cs typeface="Open Sans" panose="020B0606030504020204" pitchFamily="34" charset="0"/>
              </a:defRPr>
            </a:lvl1pPr>
          </a:lstStyle>
          <a:p>
            <a:r>
              <a:rPr lang="zh-TW" altLang="en-US" noProof="0"/>
              <a:t>按一下以編輯母片標題樣式</a:t>
            </a:r>
            <a:endParaRPr lang="en-US" noProof="0" dirty="0"/>
          </a:p>
        </p:txBody>
      </p:sp>
      <p:sp>
        <p:nvSpPr>
          <p:cNvPr id="3" name="Subtitle 2"/>
          <p:cNvSpPr>
            <a:spLocks noGrp="1"/>
          </p:cNvSpPr>
          <p:nvPr>
            <p:ph type="subTitle" idx="1"/>
          </p:nvPr>
        </p:nvSpPr>
        <p:spPr bwMode="gray">
          <a:xfrm>
            <a:off x="475201" y="5845186"/>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latin typeface="+mj-lt"/>
              </a:defRPr>
            </a:lvl1pPr>
            <a:lvl2pPr marL="609555" indent="0" algn="ctr">
              <a:buNone/>
              <a:defRPr sz="2667"/>
            </a:lvl2pPr>
            <a:lvl3pPr marL="1219110" indent="0" algn="ctr">
              <a:buNone/>
              <a:defRPr sz="2400"/>
            </a:lvl3pPr>
            <a:lvl4pPr marL="1828664" indent="0" algn="ctr">
              <a:buNone/>
              <a:defRPr sz="2133"/>
            </a:lvl4pPr>
            <a:lvl5pPr marL="2438218" indent="0" algn="ctr">
              <a:buNone/>
              <a:defRPr sz="2133"/>
            </a:lvl5pPr>
            <a:lvl6pPr marL="3047772" indent="0" algn="ctr">
              <a:buNone/>
              <a:defRPr sz="2133"/>
            </a:lvl6pPr>
            <a:lvl7pPr marL="3657327" indent="0" algn="ctr">
              <a:buNone/>
              <a:defRPr sz="2133"/>
            </a:lvl7pPr>
            <a:lvl8pPr marL="4266880" indent="0" algn="ctr">
              <a:buNone/>
              <a:defRPr sz="2133"/>
            </a:lvl8pPr>
            <a:lvl9pPr marL="4876435" indent="0" algn="ctr">
              <a:buNone/>
              <a:defRPr sz="2133"/>
            </a:lvl9pPr>
          </a:lstStyle>
          <a:p>
            <a:r>
              <a:rPr lang="zh-TW" altLang="en-US" noProof="0"/>
              <a:t>按一下以編輯母片副標題樣式</a:t>
            </a:r>
            <a:endParaRPr lang="en-US" noProof="0" dirty="0"/>
          </a:p>
        </p:txBody>
      </p:sp>
      <p:sp>
        <p:nvSpPr>
          <p:cNvPr id="5" name="Text Placeholder 4"/>
          <p:cNvSpPr>
            <a:spLocks noGrp="1"/>
          </p:cNvSpPr>
          <p:nvPr>
            <p:ph type="body" sz="quarter" idx="10"/>
          </p:nvPr>
        </p:nvSpPr>
        <p:spPr>
          <a:xfrm>
            <a:off x="475200" y="6362705"/>
            <a:ext cx="5594349" cy="298451"/>
          </a:xfrm>
          <a:prstGeom prst="rect">
            <a:avLst/>
          </a:prstGeom>
        </p:spPr>
        <p:txBody>
          <a:bodyPr/>
          <a:lstStyle>
            <a:lvl1pPr>
              <a:spcAft>
                <a:spcPts val="0"/>
              </a:spcAft>
              <a:defRPr sz="1051">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TW" altLang="en-US" noProof="0"/>
              <a:t>編輯母片文字樣式</a:t>
            </a:r>
          </a:p>
        </p:txBody>
      </p:sp>
      <p:cxnSp>
        <p:nvCxnSpPr>
          <p:cNvPr id="54" name="Straight Arrow Connector 12"/>
          <p:cNvCxnSpPr/>
          <p:nvPr userDrawn="1"/>
        </p:nvCxnSpPr>
        <p:spPr>
          <a:xfrm>
            <a:off x="-801522" y="451571"/>
            <a:ext cx="654443" cy="1401"/>
          </a:xfrm>
          <a:prstGeom prst="straightConnector1">
            <a:avLst/>
          </a:prstGeom>
          <a:ln>
            <a:solidFill>
              <a:schemeClr val="bg1">
                <a:lumMod val="85000"/>
              </a:schemeClr>
            </a:solidFill>
            <a:tailEnd type="none"/>
          </a:ln>
        </p:spPr>
        <p:style>
          <a:lnRef idx="1">
            <a:schemeClr val="dk1"/>
          </a:lnRef>
          <a:fillRef idx="0">
            <a:schemeClr val="dk1"/>
          </a:fillRef>
          <a:effectRef idx="0">
            <a:schemeClr val="dk1"/>
          </a:effectRef>
          <a:fontRef idx="minor">
            <a:schemeClr val="tx1"/>
          </a:fontRef>
        </p:style>
      </p:cxnSp>
      <p:cxnSp>
        <p:nvCxnSpPr>
          <p:cNvPr id="58" name="Straight Arrow Connector 14"/>
          <p:cNvCxnSpPr/>
          <p:nvPr userDrawn="1"/>
        </p:nvCxnSpPr>
        <p:spPr>
          <a:xfrm>
            <a:off x="462471" y="-422357"/>
            <a:ext cx="0" cy="317582"/>
          </a:xfrm>
          <a:prstGeom prst="straightConnector1">
            <a:avLst/>
          </a:prstGeom>
          <a:ln>
            <a:solidFill>
              <a:schemeClr val="bg1">
                <a:lumMod val="85000"/>
              </a:schemeClr>
            </a:solidFill>
            <a:tailEnd type="none"/>
          </a:ln>
        </p:spPr>
        <p:style>
          <a:lnRef idx="1">
            <a:schemeClr val="dk1"/>
          </a:lnRef>
          <a:fillRef idx="0">
            <a:schemeClr val="dk1"/>
          </a:fillRef>
          <a:effectRef idx="0">
            <a:schemeClr val="dk1"/>
          </a:effectRef>
          <a:fontRef idx="minor">
            <a:schemeClr val="tx1"/>
          </a:fontRef>
        </p:style>
      </p:cxnSp>
      <p:pic>
        <p:nvPicPr>
          <p:cNvPr id="35" name="圖片 34">
            <a:extLst>
              <a:ext uri="{FF2B5EF4-FFF2-40B4-BE49-F238E27FC236}">
                <a16:creationId xmlns:a16="http://schemas.microsoft.com/office/drawing/2014/main" id="{81EA0CE2-EC11-4B2F-8C2D-3621152A76B2}"/>
              </a:ext>
            </a:extLst>
          </p:cNvPr>
          <p:cNvPicPr>
            <a:picLocks noChangeAspect="1"/>
          </p:cNvPicPr>
          <p:nvPr userDrawn="1"/>
        </p:nvPicPr>
        <p:blipFill>
          <a:blip r:embed="rId3"/>
          <a:stretch>
            <a:fillRect/>
          </a:stretch>
        </p:blipFill>
        <p:spPr>
          <a:xfrm>
            <a:off x="475325" y="341504"/>
            <a:ext cx="1713627" cy="680411"/>
          </a:xfrm>
          <a:prstGeom prst="rect">
            <a:avLst/>
          </a:prstGeom>
        </p:spPr>
      </p:pic>
      <p:sp>
        <p:nvSpPr>
          <p:cNvPr id="6" name="文字方塊 4">
            <a:extLst>
              <a:ext uri="{FF2B5EF4-FFF2-40B4-BE49-F238E27FC236}">
                <a16:creationId xmlns:a16="http://schemas.microsoft.com/office/drawing/2014/main" id="{89F54122-7ABD-A334-26FB-9F6D63A4A905}"/>
              </a:ext>
            </a:extLst>
          </p:cNvPr>
          <p:cNvSpPr txBox="1"/>
          <p:nvPr userDrawn="1"/>
        </p:nvSpPr>
        <p:spPr>
          <a:xfrm rot="2549065">
            <a:off x="10261511" y="684478"/>
            <a:ext cx="2128607"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TW" sz="1100" b="1" dirty="0">
                <a:solidFill>
                  <a:schemeClr val="bg1">
                    <a:lumMod val="50000"/>
                  </a:schemeClr>
                </a:solidFill>
                <a:latin typeface="+mn-ea"/>
              </a:rPr>
              <a:t>【</a:t>
            </a:r>
            <a:r>
              <a:rPr lang="zh-TW" altLang="en-US" sz="1100" b="1" dirty="0">
                <a:solidFill>
                  <a:schemeClr val="bg1">
                    <a:lumMod val="50000"/>
                  </a:schemeClr>
                </a:solidFill>
                <a:latin typeface="+mn-ea"/>
              </a:rPr>
              <a:t>本文件僅提供</a:t>
            </a:r>
            <a:r>
              <a:rPr lang="zh-TW" altLang="en-US" sz="1100" b="1" dirty="0">
                <a:solidFill>
                  <a:srgbClr val="0070C0"/>
                </a:solidFill>
                <a:latin typeface="+mn-ea"/>
              </a:rPr>
              <a:t>公司名稱</a:t>
            </a:r>
            <a:r>
              <a:rPr lang="zh-TW" altLang="en-US" sz="1100" b="1" dirty="0">
                <a:solidFill>
                  <a:schemeClr val="bg1">
                    <a:lumMod val="50000"/>
                  </a:schemeClr>
                </a:solidFill>
                <a:latin typeface="+mn-ea"/>
              </a:rPr>
              <a:t>參考</a:t>
            </a:r>
            <a:r>
              <a:rPr lang="en-US" altLang="zh-TW" sz="1100" b="1" dirty="0">
                <a:solidFill>
                  <a:schemeClr val="bg1">
                    <a:lumMod val="50000"/>
                  </a:schemeClr>
                </a:solidFill>
                <a:latin typeface="+mn-ea"/>
              </a:rPr>
              <a:t>】</a:t>
            </a:r>
            <a:endParaRPr lang="zh-TW" altLang="en-US" sz="1100" b="1" dirty="0">
              <a:solidFill>
                <a:schemeClr val="bg1">
                  <a:lumMod val="50000"/>
                </a:schemeClr>
              </a:solidFill>
              <a:latin typeface="+mn-ea"/>
            </a:endParaRPr>
          </a:p>
        </p:txBody>
      </p:sp>
    </p:spTree>
    <p:extLst>
      <p:ext uri="{BB962C8B-B14F-4D97-AF65-F5344CB8AC3E}">
        <p14:creationId xmlns:p14="http://schemas.microsoft.com/office/powerpoint/2010/main" val="22743138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首頁_白底文字">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mj-ea"/>
                <a:cs typeface="Open Sans" panose="020B0606030504020204" pitchFamily="34" charset="0"/>
              </a:defRPr>
            </a:lvl1pPr>
          </a:lstStyle>
          <a:p>
            <a:r>
              <a:rPr lang="zh-TW" altLang="en-US" noProof="0"/>
              <a:t>按一下以編輯母片標題樣式</a:t>
            </a:r>
            <a:endParaRPr lang="en-US" noProof="0" dirty="0"/>
          </a:p>
        </p:txBody>
      </p:sp>
      <p:sp>
        <p:nvSpPr>
          <p:cNvPr id="3" name="Subtitle 2"/>
          <p:cNvSpPr>
            <a:spLocks noGrp="1"/>
          </p:cNvSpPr>
          <p:nvPr>
            <p:ph type="subTitle" idx="1"/>
          </p:nvPr>
        </p:nvSpPr>
        <p:spPr bwMode="gray">
          <a:xfrm>
            <a:off x="475327" y="5845186"/>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latin typeface="+mj-lt"/>
              </a:defRPr>
            </a:lvl1pPr>
            <a:lvl2pPr marL="609555" indent="0" algn="ctr">
              <a:buNone/>
              <a:defRPr sz="2667"/>
            </a:lvl2pPr>
            <a:lvl3pPr marL="1219110" indent="0" algn="ctr">
              <a:buNone/>
              <a:defRPr sz="2400"/>
            </a:lvl3pPr>
            <a:lvl4pPr marL="1828664" indent="0" algn="ctr">
              <a:buNone/>
              <a:defRPr sz="2133"/>
            </a:lvl4pPr>
            <a:lvl5pPr marL="2438218" indent="0" algn="ctr">
              <a:buNone/>
              <a:defRPr sz="2133"/>
            </a:lvl5pPr>
            <a:lvl6pPr marL="3047772" indent="0" algn="ctr">
              <a:buNone/>
              <a:defRPr sz="2133"/>
            </a:lvl6pPr>
            <a:lvl7pPr marL="3657327" indent="0" algn="ctr">
              <a:buNone/>
              <a:defRPr sz="2133"/>
            </a:lvl7pPr>
            <a:lvl8pPr marL="4266880" indent="0" algn="ctr">
              <a:buNone/>
              <a:defRPr sz="2133"/>
            </a:lvl8pPr>
            <a:lvl9pPr marL="4876435" indent="0" algn="ctr">
              <a:buNone/>
              <a:defRPr sz="2133"/>
            </a:lvl9pPr>
          </a:lstStyle>
          <a:p>
            <a:r>
              <a:rPr lang="zh-TW" altLang="en-US" noProof="0"/>
              <a:t>按一下以編輯母片副標題樣式</a:t>
            </a:r>
            <a:endParaRPr lang="en-US" noProof="0" dirty="0"/>
          </a:p>
        </p:txBody>
      </p:sp>
      <p:sp>
        <p:nvSpPr>
          <p:cNvPr id="5" name="Text Placeholder 4"/>
          <p:cNvSpPr>
            <a:spLocks noGrp="1"/>
          </p:cNvSpPr>
          <p:nvPr>
            <p:ph type="body" sz="quarter" idx="10"/>
          </p:nvPr>
        </p:nvSpPr>
        <p:spPr>
          <a:xfrm>
            <a:off x="475325" y="6362705"/>
            <a:ext cx="5594349" cy="298451"/>
          </a:xfrm>
          <a:prstGeom prst="rect">
            <a:avLst/>
          </a:prstGeom>
        </p:spPr>
        <p:txBody>
          <a:bodyPr>
            <a:noAutofit/>
          </a:bodyPr>
          <a:lstStyle>
            <a:lvl1pPr>
              <a:spcAft>
                <a:spcPts val="0"/>
              </a:spcAft>
              <a:defRPr sz="1051">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TW" altLang="en-US" noProof="0"/>
              <a:t>編輯母片文字樣式</a:t>
            </a:r>
          </a:p>
        </p:txBody>
      </p:sp>
      <p:cxnSp>
        <p:nvCxnSpPr>
          <p:cNvPr id="53" name="Straight Arrow Connector 12"/>
          <p:cNvCxnSpPr/>
          <p:nvPr userDrawn="1"/>
        </p:nvCxnSpPr>
        <p:spPr>
          <a:xfrm>
            <a:off x="12287249" y="6478594"/>
            <a:ext cx="654443" cy="1401"/>
          </a:xfrm>
          <a:prstGeom prst="straightConnector1">
            <a:avLst/>
          </a:prstGeom>
          <a:ln>
            <a:solidFill>
              <a:schemeClr val="bg1">
                <a:lumMod val="85000"/>
              </a:schemeClr>
            </a:solidFill>
            <a:tailEnd type="none"/>
          </a:ln>
        </p:spPr>
        <p:style>
          <a:lnRef idx="1">
            <a:schemeClr val="dk1"/>
          </a:lnRef>
          <a:fillRef idx="0">
            <a:schemeClr val="dk1"/>
          </a:fillRef>
          <a:effectRef idx="0">
            <a:schemeClr val="dk1"/>
          </a:effectRef>
          <a:fontRef idx="minor">
            <a:schemeClr val="tx1"/>
          </a:fontRef>
        </p:style>
      </p:cxnSp>
      <p:cxnSp>
        <p:nvCxnSpPr>
          <p:cNvPr id="54" name="Straight Arrow Connector 14"/>
          <p:cNvCxnSpPr/>
          <p:nvPr userDrawn="1"/>
        </p:nvCxnSpPr>
        <p:spPr>
          <a:xfrm>
            <a:off x="11722100" y="6953250"/>
            <a:ext cx="0" cy="317582"/>
          </a:xfrm>
          <a:prstGeom prst="straightConnector1">
            <a:avLst/>
          </a:prstGeom>
          <a:ln>
            <a:solidFill>
              <a:schemeClr val="bg1">
                <a:lumMod val="85000"/>
              </a:schemeClr>
            </a:solidFill>
            <a:tailEnd type="none"/>
          </a:ln>
        </p:spPr>
        <p:style>
          <a:lnRef idx="1">
            <a:schemeClr val="dk1"/>
          </a:lnRef>
          <a:fillRef idx="0">
            <a:schemeClr val="dk1"/>
          </a:fillRef>
          <a:effectRef idx="0">
            <a:schemeClr val="dk1"/>
          </a:effectRef>
          <a:fontRef idx="minor">
            <a:schemeClr val="tx1"/>
          </a:fontRef>
        </p:style>
      </p:cxnSp>
      <p:pic>
        <p:nvPicPr>
          <p:cNvPr id="46" name="圖片 45">
            <a:extLst>
              <a:ext uri="{FF2B5EF4-FFF2-40B4-BE49-F238E27FC236}">
                <a16:creationId xmlns:a16="http://schemas.microsoft.com/office/drawing/2014/main" id="{E759307D-D4C5-4AAB-B100-F5554D4B5BA7}"/>
              </a:ext>
            </a:extLst>
          </p:cNvPr>
          <p:cNvPicPr>
            <a:picLocks noChangeAspect="1"/>
          </p:cNvPicPr>
          <p:nvPr userDrawn="1"/>
        </p:nvPicPr>
        <p:blipFill>
          <a:blip r:embed="rId2"/>
          <a:stretch>
            <a:fillRect/>
          </a:stretch>
        </p:blipFill>
        <p:spPr>
          <a:xfrm>
            <a:off x="475325" y="341504"/>
            <a:ext cx="1713627" cy="680411"/>
          </a:xfrm>
          <a:prstGeom prst="rect">
            <a:avLst/>
          </a:prstGeom>
        </p:spPr>
      </p:pic>
      <p:sp>
        <p:nvSpPr>
          <p:cNvPr id="6" name="文字方塊 4">
            <a:extLst>
              <a:ext uri="{FF2B5EF4-FFF2-40B4-BE49-F238E27FC236}">
                <a16:creationId xmlns:a16="http://schemas.microsoft.com/office/drawing/2014/main" id="{14AE7716-60A4-9AB3-69CC-3286453EAD03}"/>
              </a:ext>
            </a:extLst>
          </p:cNvPr>
          <p:cNvSpPr txBox="1"/>
          <p:nvPr userDrawn="1"/>
        </p:nvSpPr>
        <p:spPr>
          <a:xfrm rot="2549065">
            <a:off x="10261511" y="684478"/>
            <a:ext cx="2128607"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TW" sz="1100" b="1" dirty="0">
                <a:solidFill>
                  <a:schemeClr val="bg1">
                    <a:lumMod val="50000"/>
                  </a:schemeClr>
                </a:solidFill>
                <a:latin typeface="+mn-ea"/>
              </a:rPr>
              <a:t>【</a:t>
            </a:r>
            <a:r>
              <a:rPr lang="zh-TW" altLang="en-US" sz="1100" b="1" dirty="0">
                <a:solidFill>
                  <a:schemeClr val="bg1">
                    <a:lumMod val="50000"/>
                  </a:schemeClr>
                </a:solidFill>
                <a:latin typeface="+mn-ea"/>
              </a:rPr>
              <a:t>本文件僅提供</a:t>
            </a:r>
            <a:r>
              <a:rPr lang="zh-TW" altLang="en-US" sz="1100" b="1" dirty="0">
                <a:solidFill>
                  <a:srgbClr val="0070C0"/>
                </a:solidFill>
                <a:latin typeface="+mn-ea"/>
              </a:rPr>
              <a:t>公司名稱</a:t>
            </a:r>
            <a:r>
              <a:rPr lang="zh-TW" altLang="en-US" sz="1100" b="1" dirty="0">
                <a:solidFill>
                  <a:schemeClr val="bg1">
                    <a:lumMod val="50000"/>
                  </a:schemeClr>
                </a:solidFill>
                <a:latin typeface="+mn-ea"/>
              </a:rPr>
              <a:t>參考</a:t>
            </a:r>
            <a:r>
              <a:rPr lang="en-US" altLang="zh-TW" sz="1100" b="1" dirty="0">
                <a:solidFill>
                  <a:schemeClr val="bg1">
                    <a:lumMod val="50000"/>
                  </a:schemeClr>
                </a:solidFill>
                <a:latin typeface="+mn-ea"/>
              </a:rPr>
              <a:t>】</a:t>
            </a:r>
            <a:endParaRPr lang="zh-TW" altLang="en-US" sz="1100" b="1" dirty="0">
              <a:solidFill>
                <a:schemeClr val="bg1">
                  <a:lumMod val="50000"/>
                </a:schemeClr>
              </a:solidFill>
              <a:latin typeface="+mn-ea"/>
            </a:endParaRPr>
          </a:p>
        </p:txBody>
      </p:sp>
    </p:spTree>
    <p:extLst>
      <p:ext uri="{BB962C8B-B14F-4D97-AF65-F5344CB8AC3E}">
        <p14:creationId xmlns:p14="http://schemas.microsoft.com/office/powerpoint/2010/main" val="3272302599"/>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分隔頁_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4" y="1700219"/>
            <a:ext cx="10418233" cy="1592403"/>
          </a:xfrm>
        </p:spPr>
        <p:txBody>
          <a:bodyPr anchor="b"/>
          <a:lstStyle>
            <a:lvl1pPr>
              <a:lnSpc>
                <a:spcPct val="95000"/>
              </a:lnSpc>
              <a:defRPr sz="3700" b="1">
                <a:solidFill>
                  <a:schemeClr val="bg1"/>
                </a:solidFill>
                <a:latin typeface="+mj-lt"/>
                <a:ea typeface="微軟正黑體" panose="020B0604030504040204" pitchFamily="34" charset="-120"/>
                <a:cs typeface="微軟正黑體" panose="020B0604030504040204" pitchFamily="34" charset="-120"/>
              </a:defRPr>
            </a:lvl1pPr>
          </a:lstStyle>
          <a:p>
            <a:r>
              <a:rPr lang="zh-TW" altLang="en-US" noProof="0"/>
              <a:t>按一下以編輯母片標題樣式</a:t>
            </a:r>
            <a:endParaRPr lang="en-US" noProof="0" dirty="0"/>
          </a:p>
        </p:txBody>
      </p:sp>
      <p:sp>
        <p:nvSpPr>
          <p:cNvPr id="3" name="Text Placeholder 2"/>
          <p:cNvSpPr>
            <a:spLocks noGrp="1"/>
          </p:cNvSpPr>
          <p:nvPr>
            <p:ph type="body" idx="1"/>
          </p:nvPr>
        </p:nvSpPr>
        <p:spPr bwMode="gray">
          <a:xfrm>
            <a:off x="469901" y="3423545"/>
            <a:ext cx="10418235" cy="1566532"/>
          </a:xfrm>
        </p:spPr>
        <p:txBody>
          <a:bodyPr lIns="0" tIns="0" rIns="0" bIns="0">
            <a:noAutofit/>
          </a:bodyPr>
          <a:lstStyle>
            <a:lvl1pPr marL="0" indent="0">
              <a:lnSpc>
                <a:spcPct val="95000"/>
              </a:lnSpc>
              <a:spcAft>
                <a:spcPts val="0"/>
              </a:spcAft>
              <a:buNone/>
              <a:defRPr sz="3700">
                <a:solidFill>
                  <a:schemeClr val="bg1"/>
                </a:solidFill>
                <a:latin typeface="+mj-lt"/>
              </a:defRPr>
            </a:lvl1pPr>
            <a:lvl2pPr marL="609555" indent="0">
              <a:buNone/>
              <a:defRPr sz="2667">
                <a:solidFill>
                  <a:schemeClr val="tx1">
                    <a:tint val="75000"/>
                  </a:schemeClr>
                </a:solidFill>
              </a:defRPr>
            </a:lvl2pPr>
            <a:lvl3pPr marL="1219110" indent="0">
              <a:buNone/>
              <a:defRPr sz="2400">
                <a:solidFill>
                  <a:schemeClr val="tx1">
                    <a:tint val="75000"/>
                  </a:schemeClr>
                </a:solidFill>
              </a:defRPr>
            </a:lvl3pPr>
            <a:lvl4pPr marL="1828664" indent="0">
              <a:buNone/>
              <a:defRPr sz="2133">
                <a:solidFill>
                  <a:schemeClr val="tx1">
                    <a:tint val="75000"/>
                  </a:schemeClr>
                </a:solidFill>
              </a:defRPr>
            </a:lvl4pPr>
            <a:lvl5pPr marL="2438218" indent="0">
              <a:buNone/>
              <a:defRPr sz="2133">
                <a:solidFill>
                  <a:schemeClr val="tx1">
                    <a:tint val="75000"/>
                  </a:schemeClr>
                </a:solidFill>
              </a:defRPr>
            </a:lvl5pPr>
            <a:lvl6pPr marL="3047772" indent="0">
              <a:buNone/>
              <a:defRPr sz="2133">
                <a:solidFill>
                  <a:schemeClr val="tx1">
                    <a:tint val="75000"/>
                  </a:schemeClr>
                </a:solidFill>
              </a:defRPr>
            </a:lvl6pPr>
            <a:lvl7pPr marL="3657327" indent="0">
              <a:buNone/>
              <a:defRPr sz="2133">
                <a:solidFill>
                  <a:schemeClr val="tx1">
                    <a:tint val="75000"/>
                  </a:schemeClr>
                </a:solidFill>
              </a:defRPr>
            </a:lvl7pPr>
            <a:lvl8pPr marL="4266880" indent="0">
              <a:buNone/>
              <a:defRPr sz="2133">
                <a:solidFill>
                  <a:schemeClr val="tx1">
                    <a:tint val="75000"/>
                  </a:schemeClr>
                </a:solidFill>
              </a:defRPr>
            </a:lvl8pPr>
            <a:lvl9pPr marL="4876435" indent="0">
              <a:buNone/>
              <a:defRPr sz="2133">
                <a:solidFill>
                  <a:schemeClr val="tx1">
                    <a:tint val="75000"/>
                  </a:schemeClr>
                </a:solidFill>
              </a:defRPr>
            </a:lvl9pPr>
          </a:lstStyle>
          <a:p>
            <a:pPr lvl="0"/>
            <a:r>
              <a:rPr lang="zh-TW" altLang="en-US" noProof="0"/>
              <a:t>編輯母片文字樣式</a:t>
            </a:r>
          </a:p>
        </p:txBody>
      </p:sp>
      <p:sp>
        <p:nvSpPr>
          <p:cNvPr id="13" name="TextBox 12"/>
          <p:cNvSpPr txBox="1"/>
          <p:nvPr userDrawn="1"/>
        </p:nvSpPr>
        <p:spPr>
          <a:xfrm>
            <a:off x="469905" y="6477002"/>
            <a:ext cx="5355167" cy="100156"/>
          </a:xfrm>
          <a:prstGeom prst="rect">
            <a:avLst/>
          </a:prstGeom>
          <a:noFill/>
        </p:spPr>
        <p:txBody>
          <a:bodyPr wrap="square" lIns="0" tIns="0" rIns="0" bIns="0" rtlCol="0">
            <a:spAutoFit/>
          </a:bodyPr>
          <a:lstStyle/>
          <a:p>
            <a:pPr marL="0" indent="0">
              <a:spcBef>
                <a:spcPts val="600"/>
              </a:spcBef>
              <a:buSzPct val="100000"/>
              <a:buFont typeface="Arial"/>
              <a:buNone/>
            </a:pPr>
            <a:r>
              <a:rPr lang="zh-TW" altLang="en-US" sz="651" kern="1200" dirty="0">
                <a:solidFill>
                  <a:schemeClr val="bg1"/>
                </a:solidFill>
                <a:latin typeface="微軟正黑體" panose="020B0604030504040204" pitchFamily="34" charset="-120"/>
                <a:ea typeface="微軟正黑體" panose="020B0604030504040204" pitchFamily="34" charset="-120"/>
                <a:cs typeface="+mn-cs"/>
              </a:rPr>
              <a:t>宏思</a:t>
            </a:r>
            <a:r>
              <a:rPr lang="zh-TW" altLang="en-US" sz="651" noProof="0" dirty="0">
                <a:solidFill>
                  <a:schemeClr val="bg1"/>
                </a:solidFill>
                <a:latin typeface="微軟正黑體" panose="020B0604030504040204" pitchFamily="34" charset="-120"/>
                <a:ea typeface="微軟正黑體" panose="020B0604030504040204" pitchFamily="34" charset="-120"/>
              </a:rPr>
              <a:t>版權所有 保留一切權利</a:t>
            </a:r>
          </a:p>
        </p:txBody>
      </p:sp>
      <p:sp>
        <p:nvSpPr>
          <p:cNvPr id="14" name="TextBox 13"/>
          <p:cNvSpPr txBox="1"/>
          <p:nvPr userDrawn="1"/>
        </p:nvSpPr>
        <p:spPr>
          <a:xfrm>
            <a:off x="11414129" y="6477002"/>
            <a:ext cx="307975" cy="100156"/>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1" noProof="0" smtClean="0">
                <a:solidFill>
                  <a:schemeClr val="bg1"/>
                </a:solidFill>
              </a:rPr>
              <a:pPr marL="0" indent="0" algn="r">
                <a:spcBef>
                  <a:spcPts val="800"/>
                </a:spcBef>
                <a:buSzPct val="100000"/>
                <a:buFont typeface="Arial"/>
                <a:buNone/>
              </a:pPr>
              <a:t>‹#›</a:t>
            </a:fld>
            <a:endParaRPr lang="en-US" sz="651" noProof="0" dirty="0">
              <a:solidFill>
                <a:schemeClr val="bg1"/>
              </a:solidFill>
            </a:endParaRPr>
          </a:p>
        </p:txBody>
      </p:sp>
      <p:cxnSp>
        <p:nvCxnSpPr>
          <p:cNvPr id="18" name="Straight Arrow Connector 12"/>
          <p:cNvCxnSpPr/>
          <p:nvPr userDrawn="1"/>
        </p:nvCxnSpPr>
        <p:spPr>
          <a:xfrm>
            <a:off x="-801522" y="451571"/>
            <a:ext cx="654443" cy="1401"/>
          </a:xfrm>
          <a:prstGeom prst="straightConnector1">
            <a:avLst/>
          </a:prstGeom>
          <a:ln>
            <a:solidFill>
              <a:schemeClr val="bg1">
                <a:lumMod val="85000"/>
              </a:schemeClr>
            </a:solidFill>
            <a:tailEnd type="none"/>
          </a:ln>
        </p:spPr>
        <p:style>
          <a:lnRef idx="1">
            <a:schemeClr val="dk1"/>
          </a:lnRef>
          <a:fillRef idx="0">
            <a:schemeClr val="dk1"/>
          </a:fillRef>
          <a:effectRef idx="0">
            <a:schemeClr val="dk1"/>
          </a:effectRef>
          <a:fontRef idx="minor">
            <a:schemeClr val="tx1"/>
          </a:fontRef>
        </p:style>
      </p:cxnSp>
      <p:cxnSp>
        <p:nvCxnSpPr>
          <p:cNvPr id="22" name="Straight Arrow Connector 14"/>
          <p:cNvCxnSpPr/>
          <p:nvPr userDrawn="1"/>
        </p:nvCxnSpPr>
        <p:spPr>
          <a:xfrm>
            <a:off x="462471" y="-422357"/>
            <a:ext cx="0" cy="317582"/>
          </a:xfrm>
          <a:prstGeom prst="straightConnector1">
            <a:avLst/>
          </a:prstGeom>
          <a:ln>
            <a:solidFill>
              <a:schemeClr val="bg1">
                <a:lumMod val="85000"/>
              </a:schemeClr>
            </a:solidFill>
            <a:tailEnd type="none"/>
          </a:ln>
        </p:spPr>
        <p:style>
          <a:lnRef idx="1">
            <a:schemeClr val="dk1"/>
          </a:lnRef>
          <a:fillRef idx="0">
            <a:schemeClr val="dk1"/>
          </a:fillRef>
          <a:effectRef idx="0">
            <a:schemeClr val="dk1"/>
          </a:effectRef>
          <a:fontRef idx="minor">
            <a:schemeClr val="tx1"/>
          </a:fontRef>
        </p:style>
      </p:cxnSp>
      <p:sp>
        <p:nvSpPr>
          <p:cNvPr id="5" name="文字方塊 4">
            <a:extLst>
              <a:ext uri="{FF2B5EF4-FFF2-40B4-BE49-F238E27FC236}">
                <a16:creationId xmlns:a16="http://schemas.microsoft.com/office/drawing/2014/main" id="{7266E305-67C5-107C-34FF-B02B7C37BAB8}"/>
              </a:ext>
            </a:extLst>
          </p:cNvPr>
          <p:cNvSpPr txBox="1"/>
          <p:nvPr userDrawn="1"/>
        </p:nvSpPr>
        <p:spPr>
          <a:xfrm rot="2549065">
            <a:off x="10261511" y="684478"/>
            <a:ext cx="2128607"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TW" sz="1100" b="1" dirty="0">
                <a:solidFill>
                  <a:schemeClr val="bg1">
                    <a:lumMod val="50000"/>
                  </a:schemeClr>
                </a:solidFill>
                <a:latin typeface="+mn-ea"/>
              </a:rPr>
              <a:t>【</a:t>
            </a:r>
            <a:r>
              <a:rPr lang="zh-TW" altLang="en-US" sz="1100" b="1" dirty="0">
                <a:solidFill>
                  <a:schemeClr val="bg1">
                    <a:lumMod val="50000"/>
                  </a:schemeClr>
                </a:solidFill>
                <a:latin typeface="+mn-ea"/>
              </a:rPr>
              <a:t>本文件僅提供</a:t>
            </a:r>
            <a:r>
              <a:rPr lang="zh-TW" altLang="en-US" sz="1100" b="1" dirty="0">
                <a:solidFill>
                  <a:srgbClr val="0070C0"/>
                </a:solidFill>
                <a:latin typeface="+mn-ea"/>
              </a:rPr>
              <a:t>公司名稱</a:t>
            </a:r>
            <a:r>
              <a:rPr lang="zh-TW" altLang="en-US" sz="1100" b="1" dirty="0">
                <a:solidFill>
                  <a:schemeClr val="bg1">
                    <a:lumMod val="50000"/>
                  </a:schemeClr>
                </a:solidFill>
                <a:latin typeface="+mn-ea"/>
              </a:rPr>
              <a:t>參考</a:t>
            </a:r>
            <a:r>
              <a:rPr lang="en-US" altLang="zh-TW" sz="1100" b="1" dirty="0">
                <a:solidFill>
                  <a:schemeClr val="bg1">
                    <a:lumMod val="50000"/>
                  </a:schemeClr>
                </a:solidFill>
                <a:latin typeface="+mn-ea"/>
              </a:rPr>
              <a:t>】</a:t>
            </a:r>
            <a:endParaRPr lang="zh-TW" altLang="en-US" sz="1100" b="1" dirty="0">
              <a:solidFill>
                <a:schemeClr val="bg1">
                  <a:lumMod val="50000"/>
                </a:schemeClr>
              </a:solidFill>
              <a:latin typeface="+mn-ea"/>
            </a:endParaRPr>
          </a:p>
        </p:txBody>
      </p:sp>
    </p:spTree>
    <p:extLst>
      <p:ext uri="{BB962C8B-B14F-4D97-AF65-F5344CB8AC3E}">
        <p14:creationId xmlns:p14="http://schemas.microsoft.com/office/powerpoint/2010/main" val="345807810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分隔頁_Deloitte teal">
    <p:bg bwMode="gray">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4" y="1700219"/>
            <a:ext cx="10418233" cy="1592403"/>
          </a:xfrm>
        </p:spPr>
        <p:txBody>
          <a:bodyPr anchor="b"/>
          <a:lstStyle>
            <a:lvl1pPr>
              <a:lnSpc>
                <a:spcPct val="95000"/>
              </a:lnSpc>
              <a:defRPr sz="3700" b="1">
                <a:solidFill>
                  <a:schemeClr val="bg1"/>
                </a:solidFill>
                <a:latin typeface="+mj-lt"/>
                <a:ea typeface="微軟正黑體" panose="020B0604030504040204" pitchFamily="34" charset="-120"/>
                <a:cs typeface="微軟正黑體" panose="020B0604030504040204" pitchFamily="34" charset="-120"/>
              </a:defRPr>
            </a:lvl1pPr>
          </a:lstStyle>
          <a:p>
            <a:r>
              <a:rPr lang="zh-TW" altLang="en-US" noProof="0"/>
              <a:t>按一下以編輯母片標題樣式</a:t>
            </a:r>
            <a:endParaRPr lang="en-US" noProof="0" dirty="0"/>
          </a:p>
        </p:txBody>
      </p:sp>
      <p:sp>
        <p:nvSpPr>
          <p:cNvPr id="3" name="Text Placeholder 2"/>
          <p:cNvSpPr>
            <a:spLocks noGrp="1"/>
          </p:cNvSpPr>
          <p:nvPr>
            <p:ph type="body" idx="1"/>
          </p:nvPr>
        </p:nvSpPr>
        <p:spPr bwMode="gray">
          <a:xfrm>
            <a:off x="469901" y="3423545"/>
            <a:ext cx="10418235" cy="1566532"/>
          </a:xfrm>
        </p:spPr>
        <p:txBody>
          <a:bodyPr lIns="0" tIns="0" rIns="0" bIns="0">
            <a:noAutofit/>
          </a:bodyPr>
          <a:lstStyle>
            <a:lvl1pPr marL="0" indent="0">
              <a:lnSpc>
                <a:spcPct val="95000"/>
              </a:lnSpc>
              <a:spcAft>
                <a:spcPts val="0"/>
              </a:spcAft>
              <a:buNone/>
              <a:defRPr sz="3700">
                <a:solidFill>
                  <a:schemeClr val="bg1"/>
                </a:solidFill>
                <a:latin typeface="+mj-lt"/>
              </a:defRPr>
            </a:lvl1pPr>
            <a:lvl2pPr marL="609555" indent="0">
              <a:buNone/>
              <a:defRPr sz="2667">
                <a:solidFill>
                  <a:schemeClr val="tx1">
                    <a:tint val="75000"/>
                  </a:schemeClr>
                </a:solidFill>
              </a:defRPr>
            </a:lvl2pPr>
            <a:lvl3pPr marL="1219110" indent="0">
              <a:buNone/>
              <a:defRPr sz="2400">
                <a:solidFill>
                  <a:schemeClr val="tx1">
                    <a:tint val="75000"/>
                  </a:schemeClr>
                </a:solidFill>
              </a:defRPr>
            </a:lvl3pPr>
            <a:lvl4pPr marL="1828664" indent="0">
              <a:buNone/>
              <a:defRPr sz="2133">
                <a:solidFill>
                  <a:schemeClr val="tx1">
                    <a:tint val="75000"/>
                  </a:schemeClr>
                </a:solidFill>
              </a:defRPr>
            </a:lvl4pPr>
            <a:lvl5pPr marL="2438218" indent="0">
              <a:buNone/>
              <a:defRPr sz="2133">
                <a:solidFill>
                  <a:schemeClr val="tx1">
                    <a:tint val="75000"/>
                  </a:schemeClr>
                </a:solidFill>
              </a:defRPr>
            </a:lvl5pPr>
            <a:lvl6pPr marL="3047772" indent="0">
              <a:buNone/>
              <a:defRPr sz="2133">
                <a:solidFill>
                  <a:schemeClr val="tx1">
                    <a:tint val="75000"/>
                  </a:schemeClr>
                </a:solidFill>
              </a:defRPr>
            </a:lvl6pPr>
            <a:lvl7pPr marL="3657327" indent="0">
              <a:buNone/>
              <a:defRPr sz="2133">
                <a:solidFill>
                  <a:schemeClr val="tx1">
                    <a:tint val="75000"/>
                  </a:schemeClr>
                </a:solidFill>
              </a:defRPr>
            </a:lvl7pPr>
            <a:lvl8pPr marL="4266880" indent="0">
              <a:buNone/>
              <a:defRPr sz="2133">
                <a:solidFill>
                  <a:schemeClr val="tx1">
                    <a:tint val="75000"/>
                  </a:schemeClr>
                </a:solidFill>
              </a:defRPr>
            </a:lvl8pPr>
            <a:lvl9pPr marL="4876435" indent="0">
              <a:buNone/>
              <a:defRPr sz="2133">
                <a:solidFill>
                  <a:schemeClr val="tx1">
                    <a:tint val="75000"/>
                  </a:schemeClr>
                </a:solidFill>
              </a:defRPr>
            </a:lvl9pPr>
          </a:lstStyle>
          <a:p>
            <a:pPr lvl="0"/>
            <a:r>
              <a:rPr lang="zh-TW" altLang="en-US" noProof="0"/>
              <a:t>編輯母片文字樣式</a:t>
            </a:r>
          </a:p>
        </p:txBody>
      </p:sp>
      <p:sp>
        <p:nvSpPr>
          <p:cNvPr id="13" name="TextBox 12"/>
          <p:cNvSpPr txBox="1"/>
          <p:nvPr userDrawn="1"/>
        </p:nvSpPr>
        <p:spPr>
          <a:xfrm>
            <a:off x="469905" y="6477002"/>
            <a:ext cx="5355167" cy="100156"/>
          </a:xfrm>
          <a:prstGeom prst="rect">
            <a:avLst/>
          </a:prstGeom>
          <a:noFill/>
        </p:spPr>
        <p:txBody>
          <a:bodyPr wrap="square" lIns="0" tIns="0" rIns="0" bIns="0" rtlCol="0">
            <a:spAutoFit/>
          </a:bodyPr>
          <a:lstStyle/>
          <a:p>
            <a:pPr marL="0" indent="0">
              <a:spcBef>
                <a:spcPts val="600"/>
              </a:spcBef>
              <a:buSzPct val="100000"/>
              <a:buFont typeface="Arial"/>
              <a:buNone/>
            </a:pPr>
            <a:r>
              <a:rPr lang="zh-TW" altLang="en-US" sz="651" kern="1200" dirty="0">
                <a:solidFill>
                  <a:schemeClr val="bg1"/>
                </a:solidFill>
                <a:latin typeface="微軟正黑體" panose="020B0604030504040204" pitchFamily="34" charset="-120"/>
                <a:ea typeface="微軟正黑體" panose="020B0604030504040204" pitchFamily="34" charset="-120"/>
                <a:cs typeface="+mn-cs"/>
              </a:rPr>
              <a:t>宏思科技</a:t>
            </a:r>
            <a:r>
              <a:rPr lang="zh-TW" altLang="en-US" sz="651" noProof="0" dirty="0">
                <a:solidFill>
                  <a:schemeClr val="bg1"/>
                </a:solidFill>
                <a:latin typeface="微軟正黑體" panose="020B0604030504040204" pitchFamily="34" charset="-120"/>
                <a:ea typeface="微軟正黑體" panose="020B0604030504040204" pitchFamily="34" charset="-120"/>
              </a:rPr>
              <a:t>版權所有 保留一切權利</a:t>
            </a:r>
          </a:p>
        </p:txBody>
      </p:sp>
      <p:sp>
        <p:nvSpPr>
          <p:cNvPr id="14" name="TextBox 13"/>
          <p:cNvSpPr txBox="1"/>
          <p:nvPr userDrawn="1"/>
        </p:nvSpPr>
        <p:spPr>
          <a:xfrm>
            <a:off x="11414129" y="6477002"/>
            <a:ext cx="307975" cy="100156"/>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1" noProof="0" smtClean="0">
                <a:solidFill>
                  <a:schemeClr val="bg1"/>
                </a:solidFill>
              </a:rPr>
              <a:pPr marL="0" indent="0" algn="r">
                <a:spcBef>
                  <a:spcPts val="800"/>
                </a:spcBef>
                <a:buSzPct val="100000"/>
                <a:buFont typeface="Arial"/>
                <a:buNone/>
              </a:pPr>
              <a:t>‹#›</a:t>
            </a:fld>
            <a:endParaRPr lang="en-US" sz="651" noProof="0" dirty="0">
              <a:solidFill>
                <a:schemeClr val="bg1"/>
              </a:solidFill>
            </a:endParaRPr>
          </a:p>
        </p:txBody>
      </p:sp>
      <p:cxnSp>
        <p:nvCxnSpPr>
          <p:cNvPr id="18" name="Straight Arrow Connector 12"/>
          <p:cNvCxnSpPr/>
          <p:nvPr userDrawn="1"/>
        </p:nvCxnSpPr>
        <p:spPr>
          <a:xfrm>
            <a:off x="-801522" y="451571"/>
            <a:ext cx="654443" cy="1401"/>
          </a:xfrm>
          <a:prstGeom prst="straightConnector1">
            <a:avLst/>
          </a:prstGeom>
          <a:ln>
            <a:solidFill>
              <a:schemeClr val="bg1">
                <a:lumMod val="85000"/>
              </a:schemeClr>
            </a:solidFill>
            <a:tailEnd type="none"/>
          </a:ln>
        </p:spPr>
        <p:style>
          <a:lnRef idx="1">
            <a:schemeClr val="dk1"/>
          </a:lnRef>
          <a:fillRef idx="0">
            <a:schemeClr val="dk1"/>
          </a:fillRef>
          <a:effectRef idx="0">
            <a:schemeClr val="dk1"/>
          </a:effectRef>
          <a:fontRef idx="minor">
            <a:schemeClr val="tx1"/>
          </a:fontRef>
        </p:style>
      </p:cxnSp>
      <p:cxnSp>
        <p:nvCxnSpPr>
          <p:cNvPr id="22" name="Straight Arrow Connector 14"/>
          <p:cNvCxnSpPr/>
          <p:nvPr userDrawn="1"/>
        </p:nvCxnSpPr>
        <p:spPr>
          <a:xfrm>
            <a:off x="462471" y="-422357"/>
            <a:ext cx="0" cy="317582"/>
          </a:xfrm>
          <a:prstGeom prst="straightConnector1">
            <a:avLst/>
          </a:prstGeom>
          <a:ln>
            <a:solidFill>
              <a:schemeClr val="bg1">
                <a:lumMod val="85000"/>
              </a:schemeClr>
            </a:solidFill>
            <a:tailEnd type="none"/>
          </a:ln>
        </p:spPr>
        <p:style>
          <a:lnRef idx="1">
            <a:schemeClr val="dk1"/>
          </a:lnRef>
          <a:fillRef idx="0">
            <a:schemeClr val="dk1"/>
          </a:fillRef>
          <a:effectRef idx="0">
            <a:schemeClr val="dk1"/>
          </a:effectRef>
          <a:fontRef idx="minor">
            <a:schemeClr val="tx1"/>
          </a:fontRef>
        </p:style>
      </p:cxnSp>
      <p:sp>
        <p:nvSpPr>
          <p:cNvPr id="5" name="文字方塊 4">
            <a:extLst>
              <a:ext uri="{FF2B5EF4-FFF2-40B4-BE49-F238E27FC236}">
                <a16:creationId xmlns:a16="http://schemas.microsoft.com/office/drawing/2014/main" id="{20BB7CE0-EB06-283A-7BEC-589133778262}"/>
              </a:ext>
            </a:extLst>
          </p:cNvPr>
          <p:cNvSpPr txBox="1"/>
          <p:nvPr userDrawn="1"/>
        </p:nvSpPr>
        <p:spPr>
          <a:xfrm rot="2549065">
            <a:off x="10261511" y="684478"/>
            <a:ext cx="2128607"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TW" sz="1100" b="1" dirty="0">
                <a:solidFill>
                  <a:schemeClr val="bg1">
                    <a:lumMod val="50000"/>
                  </a:schemeClr>
                </a:solidFill>
                <a:latin typeface="+mn-ea"/>
              </a:rPr>
              <a:t>【</a:t>
            </a:r>
            <a:r>
              <a:rPr lang="zh-TW" altLang="en-US" sz="1100" b="1" dirty="0">
                <a:solidFill>
                  <a:schemeClr val="bg1">
                    <a:lumMod val="50000"/>
                  </a:schemeClr>
                </a:solidFill>
                <a:latin typeface="+mn-ea"/>
              </a:rPr>
              <a:t>本文件僅提供</a:t>
            </a:r>
            <a:r>
              <a:rPr lang="zh-TW" altLang="en-US" sz="1100" b="1" dirty="0">
                <a:solidFill>
                  <a:srgbClr val="0070C0"/>
                </a:solidFill>
                <a:latin typeface="+mn-ea"/>
              </a:rPr>
              <a:t>公司名稱</a:t>
            </a:r>
            <a:r>
              <a:rPr lang="zh-TW" altLang="en-US" sz="1100" b="1" dirty="0">
                <a:solidFill>
                  <a:schemeClr val="bg1">
                    <a:lumMod val="50000"/>
                  </a:schemeClr>
                </a:solidFill>
                <a:latin typeface="+mn-ea"/>
              </a:rPr>
              <a:t>參考</a:t>
            </a:r>
            <a:r>
              <a:rPr lang="en-US" altLang="zh-TW" sz="1100" b="1" dirty="0">
                <a:solidFill>
                  <a:schemeClr val="bg1">
                    <a:lumMod val="50000"/>
                  </a:schemeClr>
                </a:solidFill>
                <a:latin typeface="+mn-ea"/>
              </a:rPr>
              <a:t>】</a:t>
            </a:r>
            <a:endParaRPr lang="zh-TW" altLang="en-US" sz="1100" b="1" dirty="0">
              <a:solidFill>
                <a:schemeClr val="bg1">
                  <a:lumMod val="50000"/>
                </a:schemeClr>
              </a:solidFill>
              <a:latin typeface="+mn-ea"/>
            </a:endParaRPr>
          </a:p>
        </p:txBody>
      </p:sp>
    </p:spTree>
    <p:extLst>
      <p:ext uri="{BB962C8B-B14F-4D97-AF65-F5344CB8AC3E}">
        <p14:creationId xmlns:p14="http://schemas.microsoft.com/office/powerpoint/2010/main" val="21045741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分隔頁_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4" y="1705674"/>
            <a:ext cx="10418233" cy="1592403"/>
          </a:xfrm>
        </p:spPr>
        <p:txBody>
          <a:bodyPr anchor="b"/>
          <a:lstStyle>
            <a:lvl1pPr>
              <a:lnSpc>
                <a:spcPct val="95000"/>
              </a:lnSpc>
              <a:defRPr sz="3700" b="1">
                <a:solidFill>
                  <a:schemeClr val="bg1"/>
                </a:solidFill>
                <a:latin typeface="+mj-lt"/>
                <a:ea typeface="微軟正黑體" panose="020B0604030504040204" pitchFamily="34" charset="-120"/>
                <a:cs typeface="微軟正黑體" panose="020B0604030504040204" pitchFamily="34" charset="-120"/>
              </a:defRPr>
            </a:lvl1pPr>
          </a:lstStyle>
          <a:p>
            <a:r>
              <a:rPr lang="zh-TW" altLang="en-US" noProof="0"/>
              <a:t>按一下以編輯母片標題樣式</a:t>
            </a:r>
            <a:endParaRPr lang="en-US" noProof="0" dirty="0"/>
          </a:p>
        </p:txBody>
      </p:sp>
      <p:sp>
        <p:nvSpPr>
          <p:cNvPr id="19" name="Text Placeholder 2"/>
          <p:cNvSpPr>
            <a:spLocks noGrp="1"/>
          </p:cNvSpPr>
          <p:nvPr>
            <p:ph type="body" idx="1"/>
          </p:nvPr>
        </p:nvSpPr>
        <p:spPr bwMode="gray">
          <a:xfrm>
            <a:off x="469904" y="3429000"/>
            <a:ext cx="10418233" cy="1566532"/>
          </a:xfrm>
        </p:spPr>
        <p:txBody>
          <a:bodyPr lIns="0" tIns="0" rIns="0" bIns="0">
            <a:noAutofit/>
          </a:bodyPr>
          <a:lstStyle>
            <a:lvl1pPr marL="0" indent="0">
              <a:lnSpc>
                <a:spcPct val="95000"/>
              </a:lnSpc>
              <a:spcAft>
                <a:spcPts val="0"/>
              </a:spcAft>
              <a:buNone/>
              <a:defRPr sz="3700">
                <a:solidFill>
                  <a:schemeClr val="bg1"/>
                </a:solidFill>
                <a:latin typeface="+mj-lt"/>
              </a:defRPr>
            </a:lvl1pPr>
            <a:lvl2pPr marL="609555" indent="0">
              <a:buNone/>
              <a:defRPr sz="2667">
                <a:solidFill>
                  <a:schemeClr val="tx1">
                    <a:tint val="75000"/>
                  </a:schemeClr>
                </a:solidFill>
              </a:defRPr>
            </a:lvl2pPr>
            <a:lvl3pPr marL="1219110" indent="0">
              <a:buNone/>
              <a:defRPr sz="2400">
                <a:solidFill>
                  <a:schemeClr val="tx1">
                    <a:tint val="75000"/>
                  </a:schemeClr>
                </a:solidFill>
              </a:defRPr>
            </a:lvl3pPr>
            <a:lvl4pPr marL="1828664" indent="0">
              <a:buNone/>
              <a:defRPr sz="2133">
                <a:solidFill>
                  <a:schemeClr val="tx1">
                    <a:tint val="75000"/>
                  </a:schemeClr>
                </a:solidFill>
              </a:defRPr>
            </a:lvl4pPr>
            <a:lvl5pPr marL="2438218" indent="0">
              <a:buNone/>
              <a:defRPr sz="2133">
                <a:solidFill>
                  <a:schemeClr val="tx1">
                    <a:tint val="75000"/>
                  </a:schemeClr>
                </a:solidFill>
              </a:defRPr>
            </a:lvl5pPr>
            <a:lvl6pPr marL="3047772" indent="0">
              <a:buNone/>
              <a:defRPr sz="2133">
                <a:solidFill>
                  <a:schemeClr val="tx1">
                    <a:tint val="75000"/>
                  </a:schemeClr>
                </a:solidFill>
              </a:defRPr>
            </a:lvl6pPr>
            <a:lvl7pPr marL="3657327" indent="0">
              <a:buNone/>
              <a:defRPr sz="2133">
                <a:solidFill>
                  <a:schemeClr val="tx1">
                    <a:tint val="75000"/>
                  </a:schemeClr>
                </a:solidFill>
              </a:defRPr>
            </a:lvl7pPr>
            <a:lvl8pPr marL="4266880" indent="0">
              <a:buNone/>
              <a:defRPr sz="2133">
                <a:solidFill>
                  <a:schemeClr val="tx1">
                    <a:tint val="75000"/>
                  </a:schemeClr>
                </a:solidFill>
              </a:defRPr>
            </a:lvl8pPr>
            <a:lvl9pPr marL="4876435" indent="0">
              <a:buNone/>
              <a:defRPr sz="2133">
                <a:solidFill>
                  <a:schemeClr val="tx1">
                    <a:tint val="75000"/>
                  </a:schemeClr>
                </a:solidFill>
              </a:defRPr>
            </a:lvl9pPr>
          </a:lstStyle>
          <a:p>
            <a:pPr lvl="0"/>
            <a:r>
              <a:rPr lang="zh-TW" altLang="en-US" noProof="0"/>
              <a:t>編輯母片文字樣式</a:t>
            </a:r>
          </a:p>
        </p:txBody>
      </p:sp>
      <p:sp>
        <p:nvSpPr>
          <p:cNvPr id="21" name="TextBox 20"/>
          <p:cNvSpPr txBox="1"/>
          <p:nvPr userDrawn="1"/>
        </p:nvSpPr>
        <p:spPr>
          <a:xfrm>
            <a:off x="122771" y="6667251"/>
            <a:ext cx="5355167" cy="100156"/>
          </a:xfrm>
          <a:prstGeom prst="rect">
            <a:avLst/>
          </a:prstGeom>
          <a:noFill/>
        </p:spPr>
        <p:txBody>
          <a:bodyPr wrap="square" lIns="0" tIns="0" rIns="0" bIns="0" rtlCol="0">
            <a:spAutoFit/>
          </a:bodyPr>
          <a:lstStyle/>
          <a:p>
            <a:pPr marL="0" indent="0">
              <a:spcBef>
                <a:spcPts val="600"/>
              </a:spcBef>
              <a:buSzPct val="100000"/>
              <a:buFont typeface="Arial"/>
              <a:buNone/>
            </a:pPr>
            <a:r>
              <a:rPr lang="zh-TW" altLang="en-US" sz="651" kern="1200" dirty="0">
                <a:solidFill>
                  <a:schemeClr val="bg1"/>
                </a:solidFill>
                <a:latin typeface="微軟正黑體" panose="020B0604030504040204" pitchFamily="34" charset="-120"/>
                <a:ea typeface="微軟正黑體" panose="020B0604030504040204" pitchFamily="34" charset="-120"/>
                <a:cs typeface="+mn-cs"/>
              </a:rPr>
              <a:t>宏思科技</a:t>
            </a:r>
            <a:r>
              <a:rPr lang="zh-TW" altLang="en-US" sz="651" noProof="0" dirty="0">
                <a:solidFill>
                  <a:schemeClr val="bg1"/>
                </a:solidFill>
                <a:latin typeface="微軟正黑體" panose="020B0604030504040204" pitchFamily="34" charset="-120"/>
                <a:ea typeface="微軟正黑體" panose="020B0604030504040204" pitchFamily="34" charset="-120"/>
              </a:rPr>
              <a:t>版權所有 保留一切權利</a:t>
            </a:r>
          </a:p>
        </p:txBody>
      </p:sp>
      <p:sp>
        <p:nvSpPr>
          <p:cNvPr id="22" name="TextBox 21"/>
          <p:cNvSpPr txBox="1"/>
          <p:nvPr userDrawn="1"/>
        </p:nvSpPr>
        <p:spPr>
          <a:xfrm>
            <a:off x="11574463" y="6667251"/>
            <a:ext cx="307975" cy="153888"/>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1000" noProof="0" smtClean="0">
                <a:solidFill>
                  <a:schemeClr val="bg1"/>
                </a:solidFill>
              </a:rPr>
              <a:pPr marL="0" indent="0" algn="r">
                <a:spcBef>
                  <a:spcPts val="800"/>
                </a:spcBef>
                <a:buSzPct val="100000"/>
                <a:buFont typeface="Arial"/>
                <a:buNone/>
              </a:pPr>
              <a:t>‹#›</a:t>
            </a:fld>
            <a:endParaRPr lang="en-US" sz="1000" noProof="0" dirty="0">
              <a:solidFill>
                <a:schemeClr val="bg1"/>
              </a:solidFill>
            </a:endParaRPr>
          </a:p>
        </p:txBody>
      </p:sp>
      <p:cxnSp>
        <p:nvCxnSpPr>
          <p:cNvPr id="16" name="Straight Arrow Connector 12"/>
          <p:cNvCxnSpPr/>
          <p:nvPr userDrawn="1"/>
        </p:nvCxnSpPr>
        <p:spPr>
          <a:xfrm>
            <a:off x="-801522" y="451571"/>
            <a:ext cx="654443" cy="1401"/>
          </a:xfrm>
          <a:prstGeom prst="straightConnector1">
            <a:avLst/>
          </a:prstGeom>
          <a:ln>
            <a:solidFill>
              <a:schemeClr val="bg1">
                <a:lumMod val="85000"/>
              </a:schemeClr>
            </a:solidFill>
            <a:tailEnd type="none"/>
          </a:ln>
        </p:spPr>
        <p:style>
          <a:lnRef idx="1">
            <a:schemeClr val="dk1"/>
          </a:lnRef>
          <a:fillRef idx="0">
            <a:schemeClr val="dk1"/>
          </a:fillRef>
          <a:effectRef idx="0">
            <a:schemeClr val="dk1"/>
          </a:effectRef>
          <a:fontRef idx="minor">
            <a:schemeClr val="tx1"/>
          </a:fontRef>
        </p:style>
      </p:cxnSp>
      <p:cxnSp>
        <p:nvCxnSpPr>
          <p:cNvPr id="24" name="Straight Arrow Connector 14"/>
          <p:cNvCxnSpPr/>
          <p:nvPr userDrawn="1"/>
        </p:nvCxnSpPr>
        <p:spPr>
          <a:xfrm>
            <a:off x="462471" y="-422357"/>
            <a:ext cx="0" cy="317582"/>
          </a:xfrm>
          <a:prstGeom prst="straightConnector1">
            <a:avLst/>
          </a:prstGeom>
          <a:ln>
            <a:solidFill>
              <a:schemeClr val="bg1">
                <a:lumMod val="85000"/>
              </a:schemeClr>
            </a:solidFill>
            <a:tailEnd type="none"/>
          </a:ln>
        </p:spPr>
        <p:style>
          <a:lnRef idx="1">
            <a:schemeClr val="dk1"/>
          </a:lnRef>
          <a:fillRef idx="0">
            <a:schemeClr val="dk1"/>
          </a:fillRef>
          <a:effectRef idx="0">
            <a:schemeClr val="dk1"/>
          </a:effectRef>
          <a:fontRef idx="minor">
            <a:schemeClr val="tx1"/>
          </a:fontRef>
        </p:style>
      </p:cxnSp>
      <p:sp>
        <p:nvSpPr>
          <p:cNvPr id="3" name="文字方塊 4">
            <a:extLst>
              <a:ext uri="{FF2B5EF4-FFF2-40B4-BE49-F238E27FC236}">
                <a16:creationId xmlns:a16="http://schemas.microsoft.com/office/drawing/2014/main" id="{70F8FC15-2B83-8A83-DC29-7809FF68F70F}"/>
              </a:ext>
            </a:extLst>
          </p:cNvPr>
          <p:cNvSpPr txBox="1"/>
          <p:nvPr userDrawn="1"/>
        </p:nvSpPr>
        <p:spPr>
          <a:xfrm rot="2549065">
            <a:off x="10261511" y="684478"/>
            <a:ext cx="2128607"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TW" sz="1100" b="1" dirty="0">
                <a:solidFill>
                  <a:schemeClr val="bg1">
                    <a:lumMod val="50000"/>
                  </a:schemeClr>
                </a:solidFill>
                <a:latin typeface="+mn-ea"/>
              </a:rPr>
              <a:t>【</a:t>
            </a:r>
            <a:r>
              <a:rPr lang="zh-TW" altLang="en-US" sz="1100" b="1" dirty="0">
                <a:solidFill>
                  <a:schemeClr val="bg1">
                    <a:lumMod val="50000"/>
                  </a:schemeClr>
                </a:solidFill>
                <a:latin typeface="+mn-ea"/>
              </a:rPr>
              <a:t>本文件僅提供</a:t>
            </a:r>
            <a:r>
              <a:rPr lang="zh-TW" altLang="en-US" sz="1100" b="1" dirty="0">
                <a:solidFill>
                  <a:srgbClr val="0070C0"/>
                </a:solidFill>
                <a:latin typeface="+mn-ea"/>
              </a:rPr>
              <a:t>公司名稱</a:t>
            </a:r>
            <a:r>
              <a:rPr lang="zh-TW" altLang="en-US" sz="1100" b="1" dirty="0">
                <a:solidFill>
                  <a:schemeClr val="bg1">
                    <a:lumMod val="50000"/>
                  </a:schemeClr>
                </a:solidFill>
                <a:latin typeface="+mn-ea"/>
              </a:rPr>
              <a:t>參考</a:t>
            </a:r>
            <a:r>
              <a:rPr lang="en-US" altLang="zh-TW" sz="1100" b="1" dirty="0">
                <a:solidFill>
                  <a:schemeClr val="bg1">
                    <a:lumMod val="50000"/>
                  </a:schemeClr>
                </a:solidFill>
                <a:latin typeface="+mn-ea"/>
              </a:rPr>
              <a:t>】</a:t>
            </a:r>
            <a:endParaRPr lang="zh-TW" altLang="en-US" sz="1100" b="1" dirty="0">
              <a:solidFill>
                <a:schemeClr val="bg1">
                  <a:lumMod val="50000"/>
                </a:schemeClr>
              </a:solidFill>
              <a:latin typeface="+mn-ea"/>
            </a:endParaRPr>
          </a:p>
        </p:txBody>
      </p:sp>
    </p:spTree>
    <p:extLst>
      <p:ext uri="{BB962C8B-B14F-4D97-AF65-F5344CB8AC3E}">
        <p14:creationId xmlns:p14="http://schemas.microsoft.com/office/powerpoint/2010/main" val="197648263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分隔頁_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4" y="1705674"/>
            <a:ext cx="10418233" cy="1592403"/>
          </a:xfrm>
        </p:spPr>
        <p:txBody>
          <a:bodyPr anchor="b"/>
          <a:lstStyle>
            <a:lvl1pPr>
              <a:lnSpc>
                <a:spcPct val="95000"/>
              </a:lnSpc>
              <a:defRPr sz="3700" b="1">
                <a:solidFill>
                  <a:schemeClr val="bg1"/>
                </a:solidFill>
                <a:latin typeface="+mj-lt"/>
                <a:ea typeface="微軟正黑體" panose="020B0604030504040204" pitchFamily="34" charset="-120"/>
                <a:cs typeface="微軟正黑體" panose="020B0604030504040204" pitchFamily="34" charset="-120"/>
              </a:defRPr>
            </a:lvl1pPr>
          </a:lstStyle>
          <a:p>
            <a:r>
              <a:rPr lang="zh-TW" altLang="en-US" noProof="0"/>
              <a:t>按一下以編輯母片標題樣式</a:t>
            </a:r>
            <a:endParaRPr lang="en-US" noProof="0" dirty="0"/>
          </a:p>
        </p:txBody>
      </p:sp>
      <p:sp>
        <p:nvSpPr>
          <p:cNvPr id="3" name="Text Placeholder 2"/>
          <p:cNvSpPr>
            <a:spLocks noGrp="1"/>
          </p:cNvSpPr>
          <p:nvPr>
            <p:ph type="body" idx="1"/>
          </p:nvPr>
        </p:nvSpPr>
        <p:spPr bwMode="gray">
          <a:xfrm>
            <a:off x="469904" y="3429000"/>
            <a:ext cx="10418233" cy="1566532"/>
          </a:xfrm>
        </p:spPr>
        <p:txBody>
          <a:bodyPr lIns="0" tIns="0" rIns="0" bIns="0">
            <a:noAutofit/>
          </a:bodyPr>
          <a:lstStyle>
            <a:lvl1pPr marL="0" indent="0">
              <a:lnSpc>
                <a:spcPct val="95000"/>
              </a:lnSpc>
              <a:spcAft>
                <a:spcPts val="0"/>
              </a:spcAft>
              <a:buNone/>
              <a:defRPr sz="3700">
                <a:solidFill>
                  <a:schemeClr val="bg1"/>
                </a:solidFill>
                <a:latin typeface="+mj-lt"/>
              </a:defRPr>
            </a:lvl1pPr>
            <a:lvl2pPr marL="609555" indent="0">
              <a:buNone/>
              <a:defRPr sz="2667">
                <a:solidFill>
                  <a:schemeClr val="tx1">
                    <a:tint val="75000"/>
                  </a:schemeClr>
                </a:solidFill>
              </a:defRPr>
            </a:lvl2pPr>
            <a:lvl3pPr marL="1219110" indent="0">
              <a:buNone/>
              <a:defRPr sz="2400">
                <a:solidFill>
                  <a:schemeClr val="tx1">
                    <a:tint val="75000"/>
                  </a:schemeClr>
                </a:solidFill>
              </a:defRPr>
            </a:lvl3pPr>
            <a:lvl4pPr marL="1828664" indent="0">
              <a:buNone/>
              <a:defRPr sz="2133">
                <a:solidFill>
                  <a:schemeClr val="tx1">
                    <a:tint val="75000"/>
                  </a:schemeClr>
                </a:solidFill>
              </a:defRPr>
            </a:lvl4pPr>
            <a:lvl5pPr marL="2438218" indent="0">
              <a:buNone/>
              <a:defRPr sz="2133">
                <a:solidFill>
                  <a:schemeClr val="tx1">
                    <a:tint val="75000"/>
                  </a:schemeClr>
                </a:solidFill>
              </a:defRPr>
            </a:lvl5pPr>
            <a:lvl6pPr marL="3047772" indent="0">
              <a:buNone/>
              <a:defRPr sz="2133">
                <a:solidFill>
                  <a:schemeClr val="tx1">
                    <a:tint val="75000"/>
                  </a:schemeClr>
                </a:solidFill>
              </a:defRPr>
            </a:lvl6pPr>
            <a:lvl7pPr marL="3657327" indent="0">
              <a:buNone/>
              <a:defRPr sz="2133">
                <a:solidFill>
                  <a:schemeClr val="tx1">
                    <a:tint val="75000"/>
                  </a:schemeClr>
                </a:solidFill>
              </a:defRPr>
            </a:lvl7pPr>
            <a:lvl8pPr marL="4266880" indent="0">
              <a:buNone/>
              <a:defRPr sz="2133">
                <a:solidFill>
                  <a:schemeClr val="tx1">
                    <a:tint val="75000"/>
                  </a:schemeClr>
                </a:solidFill>
              </a:defRPr>
            </a:lvl8pPr>
            <a:lvl9pPr marL="4876435" indent="0">
              <a:buNone/>
              <a:defRPr sz="2133">
                <a:solidFill>
                  <a:schemeClr val="tx1">
                    <a:tint val="75000"/>
                  </a:schemeClr>
                </a:solidFill>
              </a:defRPr>
            </a:lvl9pPr>
          </a:lstStyle>
          <a:p>
            <a:pPr lvl="0"/>
            <a:r>
              <a:rPr lang="zh-TW" altLang="en-US" noProof="0"/>
              <a:t>編輯母片文字樣式</a:t>
            </a:r>
          </a:p>
        </p:txBody>
      </p:sp>
      <p:sp>
        <p:nvSpPr>
          <p:cNvPr id="8" name="TextBox 7"/>
          <p:cNvSpPr txBox="1"/>
          <p:nvPr userDrawn="1"/>
        </p:nvSpPr>
        <p:spPr>
          <a:xfrm>
            <a:off x="469905" y="6477002"/>
            <a:ext cx="5355167" cy="100156"/>
          </a:xfrm>
          <a:prstGeom prst="rect">
            <a:avLst/>
          </a:prstGeom>
          <a:noFill/>
        </p:spPr>
        <p:txBody>
          <a:bodyPr wrap="square" lIns="0" tIns="0" rIns="0" bIns="0" rtlCol="0">
            <a:spAutoFit/>
          </a:bodyPr>
          <a:lstStyle/>
          <a:p>
            <a:pPr marL="0" indent="0">
              <a:spcBef>
                <a:spcPts val="600"/>
              </a:spcBef>
              <a:buSzPct val="100000"/>
              <a:buFont typeface="Arial"/>
              <a:buNone/>
            </a:pPr>
            <a:r>
              <a:rPr lang="zh-TW" altLang="en-US" sz="651" kern="1200" dirty="0">
                <a:solidFill>
                  <a:schemeClr val="bg1"/>
                </a:solidFill>
                <a:latin typeface="微軟正黑體" panose="020B0604030504040204" pitchFamily="34" charset="-120"/>
                <a:ea typeface="微軟正黑體" panose="020B0604030504040204" pitchFamily="34" charset="-120"/>
                <a:cs typeface="+mn-cs"/>
              </a:rPr>
              <a:t>宏思科技</a:t>
            </a:r>
            <a:r>
              <a:rPr lang="zh-TW" altLang="en-US" sz="651" noProof="0" dirty="0">
                <a:solidFill>
                  <a:schemeClr val="bg1"/>
                </a:solidFill>
                <a:latin typeface="微軟正黑體" panose="020B0604030504040204" pitchFamily="34" charset="-120"/>
                <a:ea typeface="微軟正黑體" panose="020B0604030504040204" pitchFamily="34" charset="-120"/>
              </a:rPr>
              <a:t>版權所有 保留一切權利</a:t>
            </a:r>
          </a:p>
        </p:txBody>
      </p:sp>
      <p:sp>
        <p:nvSpPr>
          <p:cNvPr id="9" name="TextBox 8"/>
          <p:cNvSpPr txBox="1"/>
          <p:nvPr userDrawn="1"/>
        </p:nvSpPr>
        <p:spPr>
          <a:xfrm>
            <a:off x="11414129" y="6477002"/>
            <a:ext cx="307975" cy="100156"/>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1" noProof="0" smtClean="0">
                <a:solidFill>
                  <a:schemeClr val="bg1"/>
                </a:solidFill>
              </a:rPr>
              <a:pPr marL="0" indent="0" algn="r">
                <a:spcBef>
                  <a:spcPts val="800"/>
                </a:spcBef>
                <a:buSzPct val="100000"/>
                <a:buFont typeface="Arial"/>
                <a:buNone/>
              </a:pPr>
              <a:t>‹#›</a:t>
            </a:fld>
            <a:endParaRPr lang="en-US" sz="651" noProof="0" dirty="0">
              <a:solidFill>
                <a:schemeClr val="bg1"/>
              </a:solidFill>
            </a:endParaRPr>
          </a:p>
        </p:txBody>
      </p:sp>
      <p:cxnSp>
        <p:nvCxnSpPr>
          <p:cNvPr id="18" name="Straight Arrow Connector 12"/>
          <p:cNvCxnSpPr/>
          <p:nvPr userDrawn="1"/>
        </p:nvCxnSpPr>
        <p:spPr>
          <a:xfrm>
            <a:off x="-801522" y="451571"/>
            <a:ext cx="654443" cy="1401"/>
          </a:xfrm>
          <a:prstGeom prst="straightConnector1">
            <a:avLst/>
          </a:prstGeom>
          <a:ln>
            <a:solidFill>
              <a:schemeClr val="bg1">
                <a:lumMod val="85000"/>
              </a:schemeClr>
            </a:solidFill>
            <a:tailEnd type="none"/>
          </a:ln>
        </p:spPr>
        <p:style>
          <a:lnRef idx="1">
            <a:schemeClr val="dk1"/>
          </a:lnRef>
          <a:fillRef idx="0">
            <a:schemeClr val="dk1"/>
          </a:fillRef>
          <a:effectRef idx="0">
            <a:schemeClr val="dk1"/>
          </a:effectRef>
          <a:fontRef idx="minor">
            <a:schemeClr val="tx1"/>
          </a:fontRef>
        </p:style>
      </p:cxnSp>
      <p:cxnSp>
        <p:nvCxnSpPr>
          <p:cNvPr id="22" name="Straight Arrow Connector 14"/>
          <p:cNvCxnSpPr/>
          <p:nvPr userDrawn="1"/>
        </p:nvCxnSpPr>
        <p:spPr>
          <a:xfrm>
            <a:off x="462471" y="-422357"/>
            <a:ext cx="0" cy="317582"/>
          </a:xfrm>
          <a:prstGeom prst="straightConnector1">
            <a:avLst/>
          </a:prstGeom>
          <a:ln>
            <a:solidFill>
              <a:schemeClr val="bg1">
                <a:lumMod val="85000"/>
              </a:schemeClr>
            </a:solidFill>
            <a:tailEnd type="none"/>
          </a:ln>
        </p:spPr>
        <p:style>
          <a:lnRef idx="1">
            <a:schemeClr val="dk1"/>
          </a:lnRef>
          <a:fillRef idx="0">
            <a:schemeClr val="dk1"/>
          </a:fillRef>
          <a:effectRef idx="0">
            <a:schemeClr val="dk1"/>
          </a:effectRef>
          <a:fontRef idx="minor">
            <a:schemeClr val="tx1"/>
          </a:fontRef>
        </p:style>
      </p:cxnSp>
      <p:sp>
        <p:nvSpPr>
          <p:cNvPr id="5" name="文字方塊 4">
            <a:extLst>
              <a:ext uri="{FF2B5EF4-FFF2-40B4-BE49-F238E27FC236}">
                <a16:creationId xmlns:a16="http://schemas.microsoft.com/office/drawing/2014/main" id="{495563F4-6365-CA58-9C91-9575C2FFCC6D}"/>
              </a:ext>
            </a:extLst>
          </p:cNvPr>
          <p:cNvSpPr txBox="1"/>
          <p:nvPr userDrawn="1"/>
        </p:nvSpPr>
        <p:spPr>
          <a:xfrm rot="2549065">
            <a:off x="10261511" y="684478"/>
            <a:ext cx="2128607"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TW" sz="1100" b="1" dirty="0">
                <a:solidFill>
                  <a:schemeClr val="bg1">
                    <a:lumMod val="50000"/>
                  </a:schemeClr>
                </a:solidFill>
                <a:latin typeface="+mn-ea"/>
              </a:rPr>
              <a:t>【</a:t>
            </a:r>
            <a:r>
              <a:rPr lang="zh-TW" altLang="en-US" sz="1100" b="1" dirty="0">
                <a:solidFill>
                  <a:schemeClr val="bg1">
                    <a:lumMod val="50000"/>
                  </a:schemeClr>
                </a:solidFill>
                <a:latin typeface="+mn-ea"/>
              </a:rPr>
              <a:t>本文件僅提供</a:t>
            </a:r>
            <a:r>
              <a:rPr lang="zh-TW" altLang="en-US" sz="1100" b="1" dirty="0">
                <a:solidFill>
                  <a:srgbClr val="0070C0"/>
                </a:solidFill>
                <a:latin typeface="+mn-ea"/>
              </a:rPr>
              <a:t>公司名稱</a:t>
            </a:r>
            <a:r>
              <a:rPr lang="zh-TW" altLang="en-US" sz="1100" b="1" dirty="0">
                <a:solidFill>
                  <a:schemeClr val="bg1">
                    <a:lumMod val="50000"/>
                  </a:schemeClr>
                </a:solidFill>
                <a:latin typeface="+mn-ea"/>
              </a:rPr>
              <a:t>參考</a:t>
            </a:r>
            <a:r>
              <a:rPr lang="en-US" altLang="zh-TW" sz="1100" b="1" dirty="0">
                <a:solidFill>
                  <a:schemeClr val="bg1">
                    <a:lumMod val="50000"/>
                  </a:schemeClr>
                </a:solidFill>
                <a:latin typeface="+mn-ea"/>
              </a:rPr>
              <a:t>】</a:t>
            </a:r>
            <a:endParaRPr lang="zh-TW" altLang="en-US" sz="1100" b="1" dirty="0">
              <a:solidFill>
                <a:schemeClr val="bg1">
                  <a:lumMod val="50000"/>
                </a:schemeClr>
              </a:solidFill>
              <a:latin typeface="+mn-ea"/>
            </a:endParaRPr>
          </a:p>
        </p:txBody>
      </p:sp>
    </p:spTree>
    <p:extLst>
      <p:ext uri="{BB962C8B-B14F-4D97-AF65-F5344CB8AC3E}">
        <p14:creationId xmlns:p14="http://schemas.microsoft.com/office/powerpoint/2010/main" val="165402145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分隔頁_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4" y="1705674"/>
            <a:ext cx="10418233" cy="1592403"/>
          </a:xfrm>
        </p:spPr>
        <p:txBody>
          <a:bodyPr anchor="b"/>
          <a:lstStyle>
            <a:lvl1pPr>
              <a:lnSpc>
                <a:spcPct val="95000"/>
              </a:lnSpc>
              <a:defRPr sz="3700" b="1">
                <a:solidFill>
                  <a:schemeClr val="bg1"/>
                </a:solidFill>
                <a:latin typeface="+mj-lt"/>
                <a:ea typeface="微軟正黑體" panose="020B0604030504040204" pitchFamily="34" charset="-120"/>
                <a:cs typeface="微軟正黑體" panose="020B0604030504040204" pitchFamily="34" charset="-120"/>
              </a:defRPr>
            </a:lvl1pPr>
          </a:lstStyle>
          <a:p>
            <a:r>
              <a:rPr lang="zh-TW" altLang="en-US" noProof="0"/>
              <a:t>按一下以編輯母片標題樣式</a:t>
            </a:r>
            <a:endParaRPr lang="en-US" noProof="0" dirty="0"/>
          </a:p>
        </p:txBody>
      </p:sp>
      <p:sp>
        <p:nvSpPr>
          <p:cNvPr id="19" name="Text Placeholder 2"/>
          <p:cNvSpPr>
            <a:spLocks noGrp="1"/>
          </p:cNvSpPr>
          <p:nvPr>
            <p:ph type="body" idx="1"/>
          </p:nvPr>
        </p:nvSpPr>
        <p:spPr bwMode="gray">
          <a:xfrm>
            <a:off x="469904" y="3429000"/>
            <a:ext cx="10418233" cy="1566532"/>
          </a:xfrm>
        </p:spPr>
        <p:txBody>
          <a:bodyPr lIns="0" tIns="0" rIns="0" bIns="0">
            <a:noAutofit/>
          </a:bodyPr>
          <a:lstStyle>
            <a:lvl1pPr marL="0" indent="0">
              <a:lnSpc>
                <a:spcPct val="95000"/>
              </a:lnSpc>
              <a:spcAft>
                <a:spcPts val="0"/>
              </a:spcAft>
              <a:buNone/>
              <a:defRPr sz="3700">
                <a:solidFill>
                  <a:schemeClr val="bg1"/>
                </a:solidFill>
                <a:latin typeface="+mj-lt"/>
              </a:defRPr>
            </a:lvl1pPr>
            <a:lvl2pPr marL="609555" indent="0">
              <a:buNone/>
              <a:defRPr sz="2667">
                <a:solidFill>
                  <a:schemeClr val="tx1">
                    <a:tint val="75000"/>
                  </a:schemeClr>
                </a:solidFill>
              </a:defRPr>
            </a:lvl2pPr>
            <a:lvl3pPr marL="1219110" indent="0">
              <a:buNone/>
              <a:defRPr sz="2400">
                <a:solidFill>
                  <a:schemeClr val="tx1">
                    <a:tint val="75000"/>
                  </a:schemeClr>
                </a:solidFill>
              </a:defRPr>
            </a:lvl3pPr>
            <a:lvl4pPr marL="1828664" indent="0">
              <a:buNone/>
              <a:defRPr sz="2133">
                <a:solidFill>
                  <a:schemeClr val="tx1">
                    <a:tint val="75000"/>
                  </a:schemeClr>
                </a:solidFill>
              </a:defRPr>
            </a:lvl4pPr>
            <a:lvl5pPr marL="2438218" indent="0">
              <a:buNone/>
              <a:defRPr sz="2133">
                <a:solidFill>
                  <a:schemeClr val="tx1">
                    <a:tint val="75000"/>
                  </a:schemeClr>
                </a:solidFill>
              </a:defRPr>
            </a:lvl5pPr>
            <a:lvl6pPr marL="3047772" indent="0">
              <a:buNone/>
              <a:defRPr sz="2133">
                <a:solidFill>
                  <a:schemeClr val="tx1">
                    <a:tint val="75000"/>
                  </a:schemeClr>
                </a:solidFill>
              </a:defRPr>
            </a:lvl6pPr>
            <a:lvl7pPr marL="3657327" indent="0">
              <a:buNone/>
              <a:defRPr sz="2133">
                <a:solidFill>
                  <a:schemeClr val="tx1">
                    <a:tint val="75000"/>
                  </a:schemeClr>
                </a:solidFill>
              </a:defRPr>
            </a:lvl7pPr>
            <a:lvl8pPr marL="4266880" indent="0">
              <a:buNone/>
              <a:defRPr sz="2133">
                <a:solidFill>
                  <a:schemeClr val="tx1">
                    <a:tint val="75000"/>
                  </a:schemeClr>
                </a:solidFill>
              </a:defRPr>
            </a:lvl8pPr>
            <a:lvl9pPr marL="4876435" indent="0">
              <a:buNone/>
              <a:defRPr sz="2133">
                <a:solidFill>
                  <a:schemeClr val="tx1">
                    <a:tint val="75000"/>
                  </a:schemeClr>
                </a:solidFill>
              </a:defRPr>
            </a:lvl9pPr>
          </a:lstStyle>
          <a:p>
            <a:pPr lvl="0"/>
            <a:r>
              <a:rPr lang="zh-TW" altLang="en-US" noProof="0"/>
              <a:t>編輯母片文字樣式</a:t>
            </a:r>
          </a:p>
        </p:txBody>
      </p:sp>
      <p:sp>
        <p:nvSpPr>
          <p:cNvPr id="21" name="TextBox 20"/>
          <p:cNvSpPr txBox="1"/>
          <p:nvPr userDrawn="1"/>
        </p:nvSpPr>
        <p:spPr>
          <a:xfrm>
            <a:off x="469905" y="6477002"/>
            <a:ext cx="5355167" cy="100156"/>
          </a:xfrm>
          <a:prstGeom prst="rect">
            <a:avLst/>
          </a:prstGeom>
          <a:noFill/>
        </p:spPr>
        <p:txBody>
          <a:bodyPr wrap="square" lIns="0" tIns="0" rIns="0" bIns="0" rtlCol="0">
            <a:spAutoFit/>
          </a:bodyPr>
          <a:lstStyle/>
          <a:p>
            <a:pPr marL="0" indent="0">
              <a:spcBef>
                <a:spcPts val="600"/>
              </a:spcBef>
              <a:buSzPct val="100000"/>
              <a:buFont typeface="Arial"/>
              <a:buNone/>
            </a:pPr>
            <a:r>
              <a:rPr lang="zh-TW" altLang="en-US" sz="651" noProof="0" dirty="0">
                <a:solidFill>
                  <a:schemeClr val="bg1"/>
                </a:solidFill>
                <a:latin typeface="微軟正黑體" panose="020B0604030504040204" pitchFamily="34" charset="-120"/>
                <a:ea typeface="微軟正黑體" panose="020B0604030504040204" pitchFamily="34" charset="-120"/>
              </a:rPr>
              <a:t>宏思科技版權所有 保留一切權利</a:t>
            </a:r>
          </a:p>
        </p:txBody>
      </p:sp>
      <p:sp>
        <p:nvSpPr>
          <p:cNvPr id="22" name="TextBox 21"/>
          <p:cNvSpPr txBox="1"/>
          <p:nvPr userDrawn="1"/>
        </p:nvSpPr>
        <p:spPr>
          <a:xfrm>
            <a:off x="11414129" y="6477002"/>
            <a:ext cx="307975" cy="100156"/>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1" noProof="0" smtClean="0">
                <a:solidFill>
                  <a:schemeClr val="bg1"/>
                </a:solidFill>
              </a:rPr>
              <a:pPr marL="0" indent="0" algn="r">
                <a:spcBef>
                  <a:spcPts val="800"/>
                </a:spcBef>
                <a:buSzPct val="100000"/>
                <a:buFont typeface="Arial"/>
                <a:buNone/>
              </a:pPr>
              <a:t>‹#›</a:t>
            </a:fld>
            <a:endParaRPr lang="en-US" sz="651" noProof="0" dirty="0">
              <a:solidFill>
                <a:schemeClr val="bg1"/>
              </a:solidFill>
            </a:endParaRPr>
          </a:p>
        </p:txBody>
      </p:sp>
      <p:cxnSp>
        <p:nvCxnSpPr>
          <p:cNvPr id="17" name="Straight Arrow Connector 12"/>
          <p:cNvCxnSpPr/>
          <p:nvPr userDrawn="1"/>
        </p:nvCxnSpPr>
        <p:spPr>
          <a:xfrm>
            <a:off x="-801522" y="451571"/>
            <a:ext cx="654443" cy="1401"/>
          </a:xfrm>
          <a:prstGeom prst="straightConnector1">
            <a:avLst/>
          </a:prstGeom>
          <a:ln>
            <a:solidFill>
              <a:schemeClr val="bg1">
                <a:lumMod val="85000"/>
              </a:schemeClr>
            </a:solidFill>
            <a:tailEnd type="none"/>
          </a:ln>
        </p:spPr>
        <p:style>
          <a:lnRef idx="1">
            <a:schemeClr val="dk1"/>
          </a:lnRef>
          <a:fillRef idx="0">
            <a:schemeClr val="dk1"/>
          </a:fillRef>
          <a:effectRef idx="0">
            <a:schemeClr val="dk1"/>
          </a:effectRef>
          <a:fontRef idx="minor">
            <a:schemeClr val="tx1"/>
          </a:fontRef>
        </p:style>
      </p:cxnSp>
      <p:cxnSp>
        <p:nvCxnSpPr>
          <p:cNvPr id="26" name="Straight Arrow Connector 14"/>
          <p:cNvCxnSpPr/>
          <p:nvPr userDrawn="1"/>
        </p:nvCxnSpPr>
        <p:spPr>
          <a:xfrm>
            <a:off x="462471" y="-422357"/>
            <a:ext cx="0" cy="317582"/>
          </a:xfrm>
          <a:prstGeom prst="straightConnector1">
            <a:avLst/>
          </a:prstGeom>
          <a:ln>
            <a:solidFill>
              <a:schemeClr val="bg1">
                <a:lumMod val="85000"/>
              </a:schemeClr>
            </a:solidFill>
            <a:tailEnd type="none"/>
          </a:ln>
        </p:spPr>
        <p:style>
          <a:lnRef idx="1">
            <a:schemeClr val="dk1"/>
          </a:lnRef>
          <a:fillRef idx="0">
            <a:schemeClr val="dk1"/>
          </a:fillRef>
          <a:effectRef idx="0">
            <a:schemeClr val="dk1"/>
          </a:effectRef>
          <a:fontRef idx="minor">
            <a:schemeClr val="tx1"/>
          </a:fontRef>
        </p:style>
      </p:cxnSp>
      <p:sp>
        <p:nvSpPr>
          <p:cNvPr id="3" name="文字方塊 4">
            <a:extLst>
              <a:ext uri="{FF2B5EF4-FFF2-40B4-BE49-F238E27FC236}">
                <a16:creationId xmlns:a16="http://schemas.microsoft.com/office/drawing/2014/main" id="{B005AED9-FD61-CFAE-521B-B5A5AE4E7B5F}"/>
              </a:ext>
            </a:extLst>
          </p:cNvPr>
          <p:cNvSpPr txBox="1"/>
          <p:nvPr userDrawn="1"/>
        </p:nvSpPr>
        <p:spPr>
          <a:xfrm rot="2549065">
            <a:off x="10261511" y="684478"/>
            <a:ext cx="2128607"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TW" sz="1100" b="1" dirty="0">
                <a:solidFill>
                  <a:schemeClr val="bg1">
                    <a:lumMod val="50000"/>
                  </a:schemeClr>
                </a:solidFill>
                <a:latin typeface="+mn-ea"/>
              </a:rPr>
              <a:t>【</a:t>
            </a:r>
            <a:r>
              <a:rPr lang="zh-TW" altLang="en-US" sz="1100" b="1" dirty="0">
                <a:solidFill>
                  <a:schemeClr val="bg1">
                    <a:lumMod val="50000"/>
                  </a:schemeClr>
                </a:solidFill>
                <a:latin typeface="+mn-ea"/>
              </a:rPr>
              <a:t>本文件僅提供</a:t>
            </a:r>
            <a:r>
              <a:rPr lang="zh-TW" altLang="en-US" sz="1100" b="1" dirty="0">
                <a:solidFill>
                  <a:srgbClr val="0070C0"/>
                </a:solidFill>
                <a:latin typeface="+mn-ea"/>
              </a:rPr>
              <a:t>公司名稱</a:t>
            </a:r>
            <a:r>
              <a:rPr lang="zh-TW" altLang="en-US" sz="1100" b="1" dirty="0">
                <a:solidFill>
                  <a:schemeClr val="bg1">
                    <a:lumMod val="50000"/>
                  </a:schemeClr>
                </a:solidFill>
                <a:latin typeface="+mn-ea"/>
              </a:rPr>
              <a:t>參考</a:t>
            </a:r>
            <a:r>
              <a:rPr lang="en-US" altLang="zh-TW" sz="1100" b="1" dirty="0">
                <a:solidFill>
                  <a:schemeClr val="bg1">
                    <a:lumMod val="50000"/>
                  </a:schemeClr>
                </a:solidFill>
                <a:latin typeface="+mn-ea"/>
              </a:rPr>
              <a:t>】</a:t>
            </a:r>
            <a:endParaRPr lang="zh-TW" altLang="en-US" sz="1100" b="1" dirty="0">
              <a:solidFill>
                <a:schemeClr val="bg1">
                  <a:lumMod val="50000"/>
                </a:schemeClr>
              </a:solidFill>
              <a:latin typeface="+mn-ea"/>
            </a:endParaRPr>
          </a:p>
        </p:txBody>
      </p:sp>
    </p:spTree>
    <p:extLst>
      <p:ext uri="{BB962C8B-B14F-4D97-AF65-F5344CB8AC3E}">
        <p14:creationId xmlns:p14="http://schemas.microsoft.com/office/powerpoint/2010/main" val="127237144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內頁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1" y="1665291"/>
            <a:ext cx="9348787" cy="4633910"/>
          </a:xfrm>
          <a:prstGeom prst="rect">
            <a:avLst/>
          </a:prstGeom>
        </p:spPr>
        <p:txBody>
          <a:bodyPr/>
          <a:lstStyle>
            <a:lvl1pPr>
              <a:tabLst>
                <a:tab pos="8971878" algn="r"/>
              </a:tabLst>
              <a:defRPr sz="1300">
                <a:latin typeface="+mj-lt"/>
              </a:defRPr>
            </a:lvl1pPr>
            <a:lvl2pPr>
              <a:tabLst>
                <a:tab pos="8971878" algn="r"/>
              </a:tabLst>
              <a:defRPr sz="1300">
                <a:latin typeface="+mj-lt"/>
              </a:defRPr>
            </a:lvl2pPr>
            <a:lvl3pPr>
              <a:tabLst>
                <a:tab pos="8971878" algn="r"/>
              </a:tabLst>
              <a:defRPr sz="1300">
                <a:latin typeface="+mj-lt"/>
              </a:defRPr>
            </a:lvl3pPr>
            <a:lvl4pPr>
              <a:tabLst>
                <a:tab pos="8971878" algn="r"/>
              </a:tabLst>
              <a:defRPr sz="1300">
                <a:latin typeface="+mj-lt"/>
              </a:defRPr>
            </a:lvl4pPr>
            <a:lvl5pPr>
              <a:tabLst>
                <a:tab pos="6705096" algn="r"/>
              </a:tabLst>
              <a:defRPr sz="1300" baseline="0">
                <a:latin typeface="+mj-lt"/>
              </a:defRPr>
            </a:lvl5pPr>
            <a:lvl6pPr>
              <a:tabLst>
                <a:tab pos="8971878" algn="r"/>
              </a:tabLst>
              <a:defRPr/>
            </a:lvl6pPr>
            <a:lvl7pPr>
              <a:tabLst>
                <a:tab pos="8971878" algn="r"/>
              </a:tabLst>
              <a:defRPr/>
            </a:lvl7pPr>
            <a:lvl8pPr>
              <a:tabLst>
                <a:tab pos="8971878" algn="r"/>
              </a:tabLst>
              <a:defRPr/>
            </a:lvl8pPr>
            <a:lvl9pPr>
              <a:tabLst>
                <a:tab pos="8971878" algn="r"/>
              </a:tabLst>
              <a:defRPr/>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8"/>
          <p:cNvSpPr>
            <a:spLocks noGrp="1"/>
          </p:cNvSpPr>
          <p:nvPr>
            <p:ph type="body" sz="quarter" idx="13" hasCustomPrompt="1"/>
          </p:nvPr>
        </p:nvSpPr>
        <p:spPr>
          <a:xfrm>
            <a:off x="469900" y="736694"/>
            <a:ext cx="11252200" cy="757255"/>
          </a:xfrm>
          <a:prstGeom prst="rect">
            <a:avLst/>
          </a:prstGeom>
        </p:spPr>
        <p:txBody>
          <a:bodyPr lIns="0" tIns="0" rIns="0" bIns="0">
            <a:noAutofit/>
          </a:bodyPr>
          <a:lstStyle>
            <a:lvl1pPr marL="0" indent="0">
              <a:buNone/>
              <a:defRPr sz="2100" b="0">
                <a:solidFill>
                  <a:srgbClr val="575757"/>
                </a:solidFill>
                <a:latin typeface="Calibri" panose="020F0502020204030204" pitchFamily="34" charset="0"/>
                <a:cs typeface="Calibri" panose="020F0502020204030204" pitchFamily="34" charset="0"/>
              </a:defRPr>
            </a:lvl1pPr>
          </a:lstStyle>
          <a:p>
            <a:pPr lvl="0"/>
            <a:r>
              <a:rPr lang="en-US" noProof="0" dirty="0"/>
              <a:t>Click to add subtitle</a:t>
            </a:r>
          </a:p>
        </p:txBody>
      </p:sp>
      <p:sp>
        <p:nvSpPr>
          <p:cNvPr id="6" name="Title Placeholder 1"/>
          <p:cNvSpPr>
            <a:spLocks noGrp="1"/>
          </p:cNvSpPr>
          <p:nvPr>
            <p:ph type="title" hasCustomPrompt="1"/>
          </p:nvPr>
        </p:nvSpPr>
        <p:spPr>
          <a:xfrm>
            <a:off x="469900" y="402587"/>
            <a:ext cx="11252200" cy="334102"/>
          </a:xfrm>
          <a:prstGeom prst="rect">
            <a:avLst/>
          </a:prstGeom>
        </p:spPr>
        <p:txBody>
          <a:bodyPr vert="horz" lIns="0" tIns="0" rIns="0" bIns="0" rtlCol="0" anchor="t" anchorCtr="0">
            <a:noAutofit/>
          </a:bodyPr>
          <a:lstStyle>
            <a:lvl1pPr>
              <a:defRPr sz="2100">
                <a:latin typeface="+mj-lt"/>
              </a:defRPr>
            </a:lvl1pPr>
          </a:lstStyle>
          <a:p>
            <a:r>
              <a:rPr lang="zh-TW" altLang="en-US" noProof="0" dirty="0"/>
              <a:t>按一下以編輯母片標題樣式 </a:t>
            </a:r>
            <a:endParaRPr lang="en-US" noProof="0" dirty="0"/>
          </a:p>
        </p:txBody>
      </p:sp>
    </p:spTree>
    <p:extLst>
      <p:ext uri="{BB962C8B-B14F-4D97-AF65-F5344CB8AC3E}">
        <p14:creationId xmlns:p14="http://schemas.microsoft.com/office/powerpoint/2010/main" val="236510875"/>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內頁_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72" y="1700213"/>
            <a:ext cx="6117233" cy="4598988"/>
          </a:xfrm>
        </p:spPr>
        <p:txBody>
          <a:bodyPr/>
          <a:lstStyle/>
          <a:p>
            <a:r>
              <a:rPr lang="zh-TW" altLang="en-US" noProof="0"/>
              <a:t>按一下圖示以新增圖片</a:t>
            </a:r>
            <a:endParaRPr lang="en-US" noProof="0" dirty="0"/>
          </a:p>
        </p:txBody>
      </p:sp>
      <p:sp>
        <p:nvSpPr>
          <p:cNvPr id="6" name="Content Placeholder 3"/>
          <p:cNvSpPr>
            <a:spLocks noGrp="1"/>
          </p:cNvSpPr>
          <p:nvPr>
            <p:ph sz="quarter" idx="10"/>
          </p:nvPr>
        </p:nvSpPr>
        <p:spPr>
          <a:xfrm>
            <a:off x="469905" y="1665290"/>
            <a:ext cx="4333663" cy="4633911"/>
          </a:xfrm>
          <a:prstGeom prst="rect">
            <a:avLst/>
          </a:prstGeom>
        </p:spPr>
        <p:txBody>
          <a:bodyPr/>
          <a:lstStyle>
            <a:lvl1pPr>
              <a:tabLst>
                <a:tab pos="6705096" algn="r"/>
              </a:tabLst>
              <a:defRPr sz="1300">
                <a:latin typeface="+mn-ea"/>
                <a:ea typeface="+mn-ea"/>
              </a:defRPr>
            </a:lvl1pPr>
            <a:lvl2pPr>
              <a:tabLst>
                <a:tab pos="6705096" algn="r"/>
              </a:tabLst>
              <a:defRPr sz="1300">
                <a:latin typeface="+mn-ea"/>
                <a:ea typeface="+mn-ea"/>
              </a:defRPr>
            </a:lvl2pPr>
            <a:lvl3pPr>
              <a:tabLst>
                <a:tab pos="6705096" algn="r"/>
              </a:tabLst>
              <a:defRPr sz="1300">
                <a:latin typeface="+mn-ea"/>
                <a:ea typeface="+mn-ea"/>
              </a:defRPr>
            </a:lvl3pPr>
            <a:lvl4pPr>
              <a:tabLst>
                <a:tab pos="6705096" algn="r"/>
              </a:tabLst>
              <a:defRPr sz="1300">
                <a:latin typeface="+mn-ea"/>
                <a:ea typeface="+mn-ea"/>
              </a:defRPr>
            </a:lvl4pPr>
            <a:lvl5pPr>
              <a:tabLst>
                <a:tab pos="6705096" algn="r"/>
              </a:tabLst>
              <a:defRPr sz="1300" baseline="0">
                <a:latin typeface="+mn-ea"/>
                <a:ea typeface="+mn-ea"/>
              </a:defRPr>
            </a:lvl5pPr>
          </a:lstStyle>
          <a:p>
            <a:pPr lvl="0"/>
            <a:r>
              <a:rPr lang="zh-TW" altLang="en-US" noProof="0"/>
              <a:t>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endParaRPr lang="en-US" noProof="0" dirty="0"/>
          </a:p>
        </p:txBody>
      </p:sp>
      <p:sp>
        <p:nvSpPr>
          <p:cNvPr id="8" name="Text Placeholder 8"/>
          <p:cNvSpPr>
            <a:spLocks noGrp="1"/>
          </p:cNvSpPr>
          <p:nvPr>
            <p:ph type="body" sz="quarter" idx="13" hasCustomPrompt="1"/>
          </p:nvPr>
        </p:nvSpPr>
        <p:spPr>
          <a:xfrm>
            <a:off x="469900" y="736694"/>
            <a:ext cx="11252200" cy="757255"/>
          </a:xfrm>
          <a:prstGeom prst="rect">
            <a:avLst/>
          </a:prstGeom>
        </p:spPr>
        <p:txBody>
          <a:bodyPr lIns="0" tIns="0" rIns="0" bIns="0">
            <a:noAutofit/>
          </a:bodyPr>
          <a:lstStyle>
            <a:lvl1pPr marL="0" indent="0">
              <a:buNone/>
              <a:defRPr sz="2100" b="0">
                <a:solidFill>
                  <a:srgbClr val="575757"/>
                </a:solidFill>
                <a:latin typeface="Calibri" panose="020F0502020204030204" pitchFamily="34" charset="0"/>
                <a:cs typeface="Calibri" panose="020F0502020204030204" pitchFamily="34" charset="0"/>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vl1pPr>
          </a:lstStyle>
          <a:p>
            <a:r>
              <a:rPr lang="zh-TW" altLang="en-US" noProof="0"/>
              <a:t>按一下以編輯母片標題樣式</a:t>
            </a:r>
            <a:endParaRPr lang="en-US" noProof="0" dirty="0"/>
          </a:p>
        </p:txBody>
      </p:sp>
    </p:spTree>
    <p:extLst>
      <p:ext uri="{BB962C8B-B14F-4D97-AF65-F5344CB8AC3E}">
        <p14:creationId xmlns:p14="http://schemas.microsoft.com/office/powerpoint/2010/main" val="463979046"/>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內頁_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lvl1pPr>
              <a:defRPr sz="1300">
                <a:latin typeface="+mn-lt"/>
              </a:defRPr>
            </a:lvl1pPr>
            <a:lvl2pPr>
              <a:defRPr sz="1300">
                <a:latin typeface="+mn-lt"/>
              </a:defRPr>
            </a:lvl2pPr>
            <a:lvl3pPr>
              <a:defRPr sz="1300">
                <a:latin typeface="+mn-lt"/>
              </a:defRPr>
            </a:lvl3pPr>
            <a:lvl4pPr>
              <a:defRPr sz="1300">
                <a:latin typeface="+mn-lt"/>
              </a:defRPr>
            </a:lvl4pPr>
            <a:lvl5pPr>
              <a:defRPr sz="1300">
                <a:latin typeface="+mn-lt"/>
              </a:defRPr>
            </a:lvl5pPr>
          </a:lstStyle>
          <a:p>
            <a:pPr lvl="0"/>
            <a:r>
              <a:rPr lang="zh-TW" altLang="en-US" noProof="0"/>
              <a:t>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endParaRPr lang="en-US" noProof="0" dirty="0"/>
          </a:p>
        </p:txBody>
      </p:sp>
      <p:sp>
        <p:nvSpPr>
          <p:cNvPr id="4" name="Text Placeholder 8"/>
          <p:cNvSpPr>
            <a:spLocks noGrp="1"/>
          </p:cNvSpPr>
          <p:nvPr>
            <p:ph type="body" sz="quarter" idx="13" hasCustomPrompt="1"/>
          </p:nvPr>
        </p:nvSpPr>
        <p:spPr>
          <a:xfrm>
            <a:off x="469900" y="736694"/>
            <a:ext cx="11252200" cy="757255"/>
          </a:xfrm>
          <a:prstGeom prst="rect">
            <a:avLst/>
          </a:prstGeom>
        </p:spPr>
        <p:txBody>
          <a:bodyPr lIns="0" tIns="0" rIns="0" bIns="0">
            <a:noAutofit/>
          </a:bodyPr>
          <a:lstStyle>
            <a:lvl1pPr marL="0" indent="0">
              <a:buNone/>
              <a:defRPr sz="2100" b="0">
                <a:solidFill>
                  <a:srgbClr val="575757"/>
                </a:solidFill>
                <a:latin typeface="Calibri" panose="020F0502020204030204" pitchFamily="34" charset="0"/>
                <a:cs typeface="Calibri" panose="020F0502020204030204" pitchFamily="34" charset="0"/>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atin typeface="Calibri" panose="020F0502020204030204" pitchFamily="34" charset="0"/>
                <a:cs typeface="Calibri" panose="020F0502020204030204" pitchFamily="34" charset="0"/>
              </a:defRPr>
            </a:lvl1pPr>
          </a:lstStyle>
          <a:p>
            <a:r>
              <a:rPr lang="zh-TW" altLang="en-US" noProof="0"/>
              <a:t>按一下以編輯母片標題樣式</a:t>
            </a:r>
            <a:endParaRPr lang="en-US" noProof="0" dirty="0"/>
          </a:p>
        </p:txBody>
      </p:sp>
    </p:spTree>
    <p:extLst>
      <p:ext uri="{BB962C8B-B14F-4D97-AF65-F5344CB8AC3E}">
        <p14:creationId xmlns:p14="http://schemas.microsoft.com/office/powerpoint/2010/main" val="3881091110"/>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內頁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94"/>
            <a:ext cx="11252200" cy="757255"/>
          </a:xfrm>
          <a:prstGeom prst="rect">
            <a:avLst/>
          </a:prstGeom>
        </p:spPr>
        <p:txBody>
          <a:bodyPr lIns="0" tIns="0" rIns="0" bIns="0">
            <a:noAutofit/>
          </a:bodyPr>
          <a:lstStyle>
            <a:lvl1pPr marL="0" indent="0">
              <a:buNone/>
              <a:defRPr sz="2100" b="0">
                <a:solidFill>
                  <a:srgbClr val="575757"/>
                </a:solidFill>
                <a:latin typeface="Calibri" panose="020F0502020204030204" pitchFamily="34" charset="0"/>
                <a:cs typeface="Calibri" panose="020F0502020204030204" pitchFamily="34" charset="0"/>
              </a:defRPr>
            </a:lvl1pPr>
          </a:lstStyle>
          <a:p>
            <a:pPr lvl="0"/>
            <a:r>
              <a:rPr lang="en-US" noProof="0" dirty="0"/>
              <a:t>Click to add subtitle</a:t>
            </a:r>
          </a:p>
        </p:txBody>
      </p:sp>
      <p:sp>
        <p:nvSpPr>
          <p:cNvPr id="14" name="Title Placeholder 1"/>
          <p:cNvSpPr>
            <a:spLocks noGrp="1"/>
          </p:cNvSpPr>
          <p:nvPr>
            <p:ph type="title" hasCustomPrompt="1"/>
          </p:nvPr>
        </p:nvSpPr>
        <p:spPr>
          <a:xfrm>
            <a:off x="469900" y="402587"/>
            <a:ext cx="11252200" cy="334102"/>
          </a:xfrm>
          <a:prstGeom prst="rect">
            <a:avLst/>
          </a:prstGeom>
        </p:spPr>
        <p:txBody>
          <a:bodyPr vert="horz" lIns="0" tIns="0" rIns="0" bIns="0" rtlCol="0" anchor="t" anchorCtr="0">
            <a:noAutofit/>
          </a:bodyPr>
          <a:lstStyle>
            <a:lvl1pPr>
              <a:defRPr sz="2100">
                <a:latin typeface="Calibri" panose="020F0502020204030204" pitchFamily="34" charset="0"/>
                <a:cs typeface="Calibri" panose="020F0502020204030204" pitchFamily="34" charset="0"/>
              </a:defRPr>
            </a:lvl1pPr>
          </a:lstStyle>
          <a:p>
            <a:r>
              <a:rPr lang="zh-TW" altLang="en-US" noProof="0" dirty="0"/>
              <a:t>按一下以編輯母片標題樣式 </a:t>
            </a:r>
            <a:endParaRPr lang="en-US" noProof="0" dirty="0"/>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lvl1pPr>
              <a:defRPr sz="1300">
                <a:latin typeface="+mn-lt"/>
              </a:defRPr>
            </a:lvl1pPr>
            <a:lvl2pPr>
              <a:defRPr sz="1300">
                <a:latin typeface="+mn-lt"/>
              </a:defRPr>
            </a:lvl2pPr>
            <a:lvl3pPr>
              <a:defRPr sz="1300">
                <a:latin typeface="+mn-lt"/>
              </a:defRPr>
            </a:lvl3pPr>
            <a:lvl4pPr>
              <a:defRPr sz="1300">
                <a:latin typeface="+mn-lt"/>
              </a:defRPr>
            </a:lvl4pPr>
            <a:lvl5pPr>
              <a:defRPr sz="1300">
                <a:latin typeface="+mn-lt"/>
              </a:defRPr>
            </a:lvl5pPr>
          </a:lstStyle>
          <a:p>
            <a:pPr lvl="0"/>
            <a:r>
              <a:rPr lang="zh-TW" altLang="en-US" noProof="0"/>
              <a:t>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endParaRPr lang="en-US" noProof="0" dirty="0"/>
          </a:p>
        </p:txBody>
      </p:sp>
    </p:spTree>
    <p:extLst>
      <p:ext uri="{BB962C8B-B14F-4D97-AF65-F5344CB8AC3E}">
        <p14:creationId xmlns:p14="http://schemas.microsoft.com/office/powerpoint/2010/main" val="327264712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內頁_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4585"/>
            <a:ext cx="11252200" cy="3928209"/>
          </a:xfrm>
          <a:prstGeom prst="rect">
            <a:avLst/>
          </a:prstGeom>
        </p:spPr>
        <p:txBody>
          <a:bodyPr/>
          <a:lstStyle>
            <a:lvl1pPr>
              <a:defRPr sz="1300"/>
            </a:lvl1pPr>
          </a:lstStyle>
          <a:p>
            <a:r>
              <a:rPr lang="zh-TW" altLang="en-US" noProof="0"/>
              <a:t>按一下圖示以新增圖表</a:t>
            </a:r>
            <a:endParaRPr lang="en-US" noProof="0" dirty="0"/>
          </a:p>
        </p:txBody>
      </p:sp>
      <p:sp>
        <p:nvSpPr>
          <p:cNvPr id="18" name="Text Placeholder 8"/>
          <p:cNvSpPr>
            <a:spLocks noGrp="1"/>
          </p:cNvSpPr>
          <p:nvPr>
            <p:ph type="body" sz="quarter" idx="18"/>
          </p:nvPr>
        </p:nvSpPr>
        <p:spPr>
          <a:xfrm>
            <a:off x="468000" y="1659816"/>
            <a:ext cx="11252200" cy="357187"/>
          </a:xfrm>
        </p:spPr>
        <p:txBody>
          <a:bodyPr/>
          <a:lstStyle>
            <a:lvl1pPr>
              <a:defRPr sz="1300">
                <a:latin typeface="+mn-ea"/>
                <a:ea typeface="+mn-ea"/>
              </a:defRPr>
            </a:lvl1pPr>
          </a:lstStyle>
          <a:p>
            <a:pPr lvl="0"/>
            <a:r>
              <a:rPr lang="zh-TW" altLang="en-US" noProof="0"/>
              <a:t>編輯母片文字樣式</a:t>
            </a:r>
          </a:p>
        </p:txBody>
      </p:sp>
      <p:sp>
        <p:nvSpPr>
          <p:cNvPr id="19" name="Text Placeholder 7"/>
          <p:cNvSpPr>
            <a:spLocks noGrp="1"/>
          </p:cNvSpPr>
          <p:nvPr>
            <p:ph type="body" sz="quarter" idx="23"/>
          </p:nvPr>
        </p:nvSpPr>
        <p:spPr>
          <a:xfrm>
            <a:off x="468004" y="5982796"/>
            <a:ext cx="11252201" cy="316411"/>
          </a:xfrm>
        </p:spPr>
        <p:txBody>
          <a:bodyPr>
            <a:noAutofit/>
          </a:bodyPr>
          <a:lstStyle>
            <a:lvl1pPr>
              <a:spcAft>
                <a:spcPts val="0"/>
              </a:spcAft>
              <a:defRPr sz="900"/>
            </a:lvl1pPr>
          </a:lstStyle>
          <a:p>
            <a:pPr lvl="0"/>
            <a:r>
              <a:rPr lang="zh-TW" altLang="en-US" noProof="0"/>
              <a:t>編輯母片文字樣式</a:t>
            </a:r>
          </a:p>
        </p:txBody>
      </p:sp>
      <p:sp>
        <p:nvSpPr>
          <p:cNvPr id="7" name="Text Placeholder 8"/>
          <p:cNvSpPr>
            <a:spLocks noGrp="1"/>
          </p:cNvSpPr>
          <p:nvPr>
            <p:ph type="body" sz="quarter" idx="13" hasCustomPrompt="1"/>
          </p:nvPr>
        </p:nvSpPr>
        <p:spPr>
          <a:xfrm>
            <a:off x="469900" y="736694"/>
            <a:ext cx="11252200" cy="757255"/>
          </a:xfrm>
          <a:prstGeom prst="rect">
            <a:avLst/>
          </a:prstGeom>
        </p:spPr>
        <p:txBody>
          <a:bodyPr lIns="0" tIns="0" rIns="0" bIns="0">
            <a:noAutofit/>
          </a:bodyPr>
          <a:lstStyle>
            <a:lvl1pPr marL="0" indent="0">
              <a:buNone/>
              <a:defRPr sz="2100" b="0">
                <a:solidFill>
                  <a:srgbClr val="575757"/>
                </a:solidFill>
                <a:latin typeface="Calibri" panose="020F0502020204030204" pitchFamily="34" charset="0"/>
                <a:cs typeface="Calibri" panose="020F0502020204030204" pitchFamily="34" charset="0"/>
              </a:defRPr>
            </a:lvl1pPr>
          </a:lstStyle>
          <a:p>
            <a:pPr lvl="0"/>
            <a:r>
              <a:rPr lang="en-US" noProof="0" dirty="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atin typeface="+mj-lt"/>
              </a:defRPr>
            </a:lvl1pPr>
          </a:lstStyle>
          <a:p>
            <a:r>
              <a:rPr lang="zh-TW" altLang="en-US" noProof="0"/>
              <a:t>按一下以編輯母片標題樣式</a:t>
            </a:r>
            <a:endParaRPr lang="en-US" noProof="0" dirty="0"/>
          </a:p>
        </p:txBody>
      </p:sp>
      <p:cxnSp>
        <p:nvCxnSpPr>
          <p:cNvPr id="15" name="直線接點 14"/>
          <p:cNvCxnSpPr/>
          <p:nvPr userDrawn="1"/>
        </p:nvCxnSpPr>
        <p:spPr>
          <a:xfrm flipV="1">
            <a:off x="462471" y="-464775"/>
            <a:ext cx="0" cy="360000"/>
          </a:xfrm>
          <a:prstGeom prst="line">
            <a:avLst/>
          </a:prstGeom>
          <a:ln>
            <a:solidFill>
              <a:schemeClr val="bg2">
                <a:lumMod val="90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2970294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內頁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94"/>
            <a:ext cx="11252200" cy="757255"/>
          </a:xfrm>
          <a:prstGeom prst="rect">
            <a:avLst/>
          </a:prstGeom>
        </p:spPr>
        <p:txBody>
          <a:bodyPr lIns="0" tIns="0" rIns="0" bIns="0">
            <a:noAutofit/>
          </a:bodyPr>
          <a:lstStyle>
            <a:lvl1pPr marL="0" indent="0">
              <a:buNone/>
              <a:defRPr sz="2100" b="0">
                <a:solidFill>
                  <a:srgbClr val="575757"/>
                </a:solidFill>
                <a:latin typeface="Calibri" panose="020F0502020204030204" pitchFamily="34" charset="0"/>
                <a:cs typeface="Calibri" panose="020F0502020204030204" pitchFamily="34" charset="0"/>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atin typeface="Calibri" panose="020F0502020204030204" pitchFamily="34" charset="0"/>
                <a:cs typeface="Calibri" panose="020F0502020204030204" pitchFamily="34" charset="0"/>
              </a:defRPr>
            </a:lvl1pPr>
          </a:lstStyle>
          <a:p>
            <a:r>
              <a:rPr lang="zh-TW" altLang="en-US" noProof="0"/>
              <a:t>按一下以編輯母片標題樣式</a:t>
            </a:r>
            <a:endParaRPr lang="en-US" noProof="0" dirty="0"/>
          </a:p>
        </p:txBody>
      </p:sp>
    </p:spTree>
    <p:extLst>
      <p:ext uri="{BB962C8B-B14F-4D97-AF65-F5344CB8AC3E}">
        <p14:creationId xmlns:p14="http://schemas.microsoft.com/office/powerpoint/2010/main" val="428195933"/>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內頁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8"/>
            <a:ext cx="5544000" cy="1695451"/>
          </a:xfrm>
        </p:spPr>
        <p:txBody>
          <a:bodyPr>
            <a:noAutofit/>
          </a:bodyPr>
          <a:lstStyle>
            <a:lvl1pPr>
              <a:spcAft>
                <a:spcPts val="1333"/>
              </a:spcAft>
              <a:defRPr sz="1300" b="1">
                <a:solidFill>
                  <a:schemeClr val="accent1"/>
                </a:solidFill>
                <a:latin typeface="+mj-lt"/>
              </a:defRPr>
            </a:lvl1pPr>
            <a:lvl2pPr>
              <a:spcAft>
                <a:spcPts val="1333"/>
              </a:spcAft>
              <a:defRPr sz="1300">
                <a:latin typeface="+mj-lt"/>
              </a:defRPr>
            </a:lvl2pPr>
            <a:lvl3pPr marL="0" indent="0">
              <a:spcAft>
                <a:spcPts val="1333"/>
              </a:spcAft>
              <a:buNone/>
              <a:defRPr sz="1300">
                <a:latin typeface="+mj-lt"/>
              </a:defRPr>
            </a:lvl3pPr>
            <a:lvl4pPr marL="235183" indent="-235183">
              <a:spcAft>
                <a:spcPts val="1333"/>
              </a:spcAft>
              <a:buFont typeface="Arial" panose="020B0604020202020204" pitchFamily="34" charset="0"/>
              <a:buChar char="•"/>
              <a:defRPr sz="1300">
                <a:latin typeface="+mj-lt"/>
              </a:defRPr>
            </a:lvl4pPr>
            <a:lvl5pPr marL="475164" indent="-235183">
              <a:spcAft>
                <a:spcPts val="1333"/>
              </a:spcAft>
              <a:defRPr sz="1300" baseline="0">
                <a:latin typeface="+mj-lt"/>
              </a:defRPr>
            </a:lvl5pPr>
            <a:lvl6pPr marL="475164" indent="-235183">
              <a:spcAft>
                <a:spcPts val="1333"/>
              </a:spcAft>
              <a:buFont typeface="Verdana" panose="020B0604030504040204" pitchFamily="34" charset="0"/>
              <a:buChar char="−"/>
              <a:defRPr/>
            </a:lvl6pPr>
            <a:lvl7pPr marL="475164" indent="-235183">
              <a:spcAft>
                <a:spcPts val="1333"/>
              </a:spcAft>
              <a:defRPr/>
            </a:lvl7pPr>
            <a:lvl8pPr marL="475164" indent="-235183">
              <a:spcAft>
                <a:spcPts val="1333"/>
              </a:spcAft>
              <a:defRPr/>
            </a:lvl8pPr>
            <a:lvl9pPr marL="475164" indent="-235183">
              <a:spcAft>
                <a:spcPts val="1333"/>
              </a:spcAft>
              <a:defRPr/>
            </a:lvl9pPr>
          </a:lstStyle>
          <a:p>
            <a:pPr lvl="0"/>
            <a:r>
              <a:rPr lang="zh-TW" altLang="en-US" noProof="0"/>
              <a:t>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endParaRPr lang="en-US" noProof="0" dirty="0"/>
          </a:p>
        </p:txBody>
      </p:sp>
      <p:sp>
        <p:nvSpPr>
          <p:cNvPr id="9" name="Text Placeholder 8"/>
          <p:cNvSpPr>
            <a:spLocks noGrp="1"/>
          </p:cNvSpPr>
          <p:nvPr>
            <p:ph type="body" sz="quarter" idx="21"/>
          </p:nvPr>
        </p:nvSpPr>
        <p:spPr>
          <a:xfrm>
            <a:off x="6177463" y="1857898"/>
            <a:ext cx="5544000" cy="1695451"/>
          </a:xfrm>
        </p:spPr>
        <p:txBody>
          <a:bodyPr>
            <a:noAutofit/>
          </a:bodyPr>
          <a:lstStyle>
            <a:lvl1pPr>
              <a:spcAft>
                <a:spcPts val="1333"/>
              </a:spcAft>
              <a:defRPr sz="1300" b="1">
                <a:solidFill>
                  <a:schemeClr val="accent1"/>
                </a:solidFill>
                <a:latin typeface="+mn-lt"/>
              </a:defRPr>
            </a:lvl1pPr>
            <a:lvl2pPr>
              <a:spcAft>
                <a:spcPts val="1333"/>
              </a:spcAft>
              <a:defRPr sz="1300">
                <a:latin typeface="+mn-lt"/>
              </a:defRPr>
            </a:lvl2pPr>
            <a:lvl3pPr marL="0" indent="0">
              <a:spcAft>
                <a:spcPts val="1333"/>
              </a:spcAft>
              <a:buNone/>
              <a:defRPr sz="1300">
                <a:latin typeface="+mn-lt"/>
              </a:defRPr>
            </a:lvl3pPr>
            <a:lvl4pPr marL="235183" indent="-235183">
              <a:spcAft>
                <a:spcPts val="1333"/>
              </a:spcAft>
              <a:buFont typeface="Arial" panose="020B0604020202020204" pitchFamily="34" charset="0"/>
              <a:buChar char="•"/>
              <a:defRPr sz="1300">
                <a:latin typeface="+mn-lt"/>
              </a:defRPr>
            </a:lvl4pPr>
            <a:lvl5pPr marL="475164" indent="-235183">
              <a:spcAft>
                <a:spcPts val="1333"/>
              </a:spcAft>
              <a:defRPr sz="1300" baseline="0">
                <a:latin typeface="+mn-lt"/>
              </a:defRPr>
            </a:lvl5pPr>
            <a:lvl6pPr marL="475164" indent="-235183">
              <a:spcAft>
                <a:spcPts val="1333"/>
              </a:spcAft>
              <a:buFont typeface="Verdana" panose="020B0604030504040204" pitchFamily="34" charset="0"/>
              <a:buChar char="−"/>
              <a:defRPr/>
            </a:lvl6pPr>
            <a:lvl7pPr marL="475164" indent="-235183">
              <a:spcAft>
                <a:spcPts val="1333"/>
              </a:spcAft>
              <a:defRPr/>
            </a:lvl7pPr>
            <a:lvl8pPr marL="475164" indent="-235183">
              <a:spcAft>
                <a:spcPts val="1333"/>
              </a:spcAft>
              <a:defRPr/>
            </a:lvl8pPr>
            <a:lvl9pPr marL="475164" indent="-235183">
              <a:spcAft>
                <a:spcPts val="1333"/>
              </a:spcAft>
              <a:defRPr/>
            </a:lvl9pPr>
          </a:lstStyle>
          <a:p>
            <a:pPr lvl="0"/>
            <a:r>
              <a:rPr lang="zh-TW" altLang="en-US" noProof="0"/>
              <a:t>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endParaRPr lang="en-US" noProof="0" dirty="0"/>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7" name="Picture Placeholder 29"/>
          <p:cNvSpPr>
            <a:spLocks noGrp="1"/>
          </p:cNvSpPr>
          <p:nvPr>
            <p:ph type="pic" sz="quarter" idx="20" hasCustomPrompt="1"/>
          </p:nvPr>
        </p:nvSpPr>
        <p:spPr>
          <a:xfrm>
            <a:off x="10467640" y="1857898"/>
            <a:ext cx="1244161" cy="549275"/>
          </a:xfrm>
        </p:spPr>
        <p:txBody>
          <a:bodyPr>
            <a:noAutofit/>
          </a:bodyPr>
          <a:lstStyle>
            <a:lvl1pPr marL="0" marR="0" indent="0" algn="l" defTabSz="121911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469899" y="4249687"/>
            <a:ext cx="5544000" cy="1695451"/>
          </a:xfrm>
        </p:spPr>
        <p:txBody>
          <a:bodyPr>
            <a:noAutofit/>
          </a:bodyPr>
          <a:lstStyle>
            <a:lvl1pPr>
              <a:spcAft>
                <a:spcPts val="1333"/>
              </a:spcAft>
              <a:defRPr sz="1300" b="1">
                <a:solidFill>
                  <a:schemeClr val="accent1"/>
                </a:solidFill>
                <a:latin typeface="+mn-lt"/>
              </a:defRPr>
            </a:lvl1pPr>
            <a:lvl2pPr>
              <a:spcAft>
                <a:spcPts val="1333"/>
              </a:spcAft>
              <a:defRPr sz="1300">
                <a:latin typeface="+mn-lt"/>
              </a:defRPr>
            </a:lvl2pPr>
            <a:lvl3pPr marL="0" indent="0">
              <a:spcAft>
                <a:spcPts val="1333"/>
              </a:spcAft>
              <a:buNone/>
              <a:defRPr sz="1300">
                <a:latin typeface="+mn-lt"/>
              </a:defRPr>
            </a:lvl3pPr>
            <a:lvl4pPr marL="235183" indent="-235183">
              <a:spcAft>
                <a:spcPts val="1333"/>
              </a:spcAft>
              <a:buFont typeface="Arial" panose="020B0604020202020204" pitchFamily="34" charset="0"/>
              <a:buChar char="•"/>
              <a:defRPr sz="1300">
                <a:latin typeface="+mn-lt"/>
              </a:defRPr>
            </a:lvl4pPr>
            <a:lvl5pPr marL="475164" indent="-235183">
              <a:spcAft>
                <a:spcPts val="1333"/>
              </a:spcAft>
              <a:defRPr sz="1300" baseline="0">
                <a:latin typeface="+mn-lt"/>
              </a:defRPr>
            </a:lvl5pPr>
            <a:lvl6pPr marL="475164" indent="-235183">
              <a:spcAft>
                <a:spcPts val="1333"/>
              </a:spcAft>
              <a:buFont typeface="Verdana" panose="020B0604030504040204" pitchFamily="34" charset="0"/>
              <a:buChar char="−"/>
              <a:defRPr/>
            </a:lvl6pPr>
            <a:lvl7pPr marL="475164" indent="-235183">
              <a:spcAft>
                <a:spcPts val="1333"/>
              </a:spcAft>
              <a:defRPr/>
            </a:lvl7pPr>
            <a:lvl8pPr marL="475164" indent="-235183">
              <a:spcAft>
                <a:spcPts val="1333"/>
              </a:spcAft>
              <a:defRPr/>
            </a:lvl8pPr>
            <a:lvl9pPr marL="475164" indent="-235183">
              <a:spcAft>
                <a:spcPts val="1333"/>
              </a:spcAft>
              <a:defRPr/>
            </a:lvl9pPr>
          </a:lstStyle>
          <a:p>
            <a:pPr lvl="0"/>
            <a:r>
              <a:rPr lang="zh-TW" altLang="en-US" noProof="0"/>
              <a:t>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endParaRPr lang="en-US" noProof="0" dirty="0"/>
          </a:p>
        </p:txBody>
      </p:sp>
      <p:sp>
        <p:nvSpPr>
          <p:cNvPr id="11" name="Text Placeholder 8"/>
          <p:cNvSpPr>
            <a:spLocks noGrp="1"/>
          </p:cNvSpPr>
          <p:nvPr>
            <p:ph type="body" sz="quarter" idx="23"/>
          </p:nvPr>
        </p:nvSpPr>
        <p:spPr>
          <a:xfrm>
            <a:off x="6177460" y="4249687"/>
            <a:ext cx="5544000" cy="1695451"/>
          </a:xfrm>
        </p:spPr>
        <p:txBody>
          <a:bodyPr>
            <a:noAutofit/>
          </a:bodyPr>
          <a:lstStyle>
            <a:lvl1pPr>
              <a:spcAft>
                <a:spcPts val="1333"/>
              </a:spcAft>
              <a:defRPr sz="1300" b="1">
                <a:solidFill>
                  <a:schemeClr val="accent1"/>
                </a:solidFill>
                <a:latin typeface="+mn-lt"/>
              </a:defRPr>
            </a:lvl1pPr>
            <a:lvl2pPr>
              <a:spcAft>
                <a:spcPts val="1333"/>
              </a:spcAft>
              <a:defRPr sz="1300">
                <a:latin typeface="+mn-lt"/>
              </a:defRPr>
            </a:lvl2pPr>
            <a:lvl3pPr marL="0" indent="0">
              <a:spcAft>
                <a:spcPts val="1333"/>
              </a:spcAft>
              <a:buNone/>
              <a:defRPr sz="1300">
                <a:latin typeface="+mn-lt"/>
              </a:defRPr>
            </a:lvl3pPr>
            <a:lvl4pPr marL="235183" indent="-235183">
              <a:spcAft>
                <a:spcPts val="1333"/>
              </a:spcAft>
              <a:buFont typeface="Arial" panose="020B0604020202020204" pitchFamily="34" charset="0"/>
              <a:buChar char="•"/>
              <a:defRPr sz="1300">
                <a:latin typeface="+mn-lt"/>
              </a:defRPr>
            </a:lvl4pPr>
            <a:lvl5pPr marL="475164" indent="-235183">
              <a:spcAft>
                <a:spcPts val="1333"/>
              </a:spcAft>
              <a:defRPr sz="1300" baseline="0">
                <a:latin typeface="+mn-lt"/>
              </a:defRPr>
            </a:lvl5pPr>
            <a:lvl6pPr marL="475164" indent="-235183">
              <a:spcAft>
                <a:spcPts val="1333"/>
              </a:spcAft>
              <a:buFont typeface="Verdana" panose="020B0604030504040204" pitchFamily="34" charset="0"/>
              <a:buChar char="−"/>
              <a:defRPr/>
            </a:lvl6pPr>
            <a:lvl7pPr marL="475164" indent="-235183">
              <a:spcAft>
                <a:spcPts val="1333"/>
              </a:spcAft>
              <a:defRPr/>
            </a:lvl7pPr>
            <a:lvl8pPr marL="475164" indent="-235183">
              <a:spcAft>
                <a:spcPts val="1333"/>
              </a:spcAft>
              <a:defRPr/>
            </a:lvl8pPr>
            <a:lvl9pPr marL="475164" indent="-235183">
              <a:spcAft>
                <a:spcPts val="1333"/>
              </a:spcAft>
              <a:defRPr/>
            </a:lvl9pPr>
          </a:lstStyle>
          <a:p>
            <a:pPr lvl="0"/>
            <a:r>
              <a:rPr lang="zh-TW" altLang="en-US" noProof="0"/>
              <a:t>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endParaRPr lang="en-US" noProof="0" dirty="0"/>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4" name="Picture Placeholder 29"/>
          <p:cNvSpPr>
            <a:spLocks noGrp="1"/>
          </p:cNvSpPr>
          <p:nvPr>
            <p:ph type="pic" sz="quarter" idx="24" hasCustomPrompt="1"/>
          </p:nvPr>
        </p:nvSpPr>
        <p:spPr>
          <a:xfrm>
            <a:off x="4700439" y="4249689"/>
            <a:ext cx="1274916" cy="549275"/>
          </a:xfrm>
        </p:spPr>
        <p:txBody>
          <a:bodyPr>
            <a:noAutofit/>
          </a:bodyPr>
          <a:lstStyle>
            <a:lvl1pPr marL="0" marR="0" indent="0" algn="l" defTabSz="121911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59036" y="4248215"/>
            <a:ext cx="1244160" cy="549275"/>
          </a:xfrm>
        </p:spPr>
        <p:txBody>
          <a:bodyPr>
            <a:noAutofit/>
          </a:bodyPr>
          <a:lstStyle>
            <a:lvl1pPr marL="0" marR="0" indent="0" algn="l" defTabSz="121911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7" name="Picture Placeholder 29"/>
          <p:cNvSpPr>
            <a:spLocks noGrp="1"/>
          </p:cNvSpPr>
          <p:nvPr>
            <p:ph type="pic" sz="quarter" idx="19" hasCustomPrompt="1"/>
          </p:nvPr>
        </p:nvSpPr>
        <p:spPr>
          <a:xfrm>
            <a:off x="4734797" y="1863923"/>
            <a:ext cx="1244907" cy="549275"/>
          </a:xfrm>
        </p:spPr>
        <p:txBody>
          <a:bodyPr>
            <a:noAutofit/>
          </a:bodyPr>
          <a:lstStyle>
            <a:lvl1pPr marL="0" marR="0" indent="0" algn="l" defTabSz="121911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8" name="Text Placeholder 8"/>
          <p:cNvSpPr>
            <a:spLocks noGrp="1"/>
          </p:cNvSpPr>
          <p:nvPr>
            <p:ph type="body" sz="quarter" idx="13" hasCustomPrompt="1"/>
          </p:nvPr>
        </p:nvSpPr>
        <p:spPr>
          <a:xfrm>
            <a:off x="469900" y="736694"/>
            <a:ext cx="11252200" cy="757255"/>
          </a:xfrm>
          <a:prstGeom prst="rect">
            <a:avLst/>
          </a:prstGeom>
        </p:spPr>
        <p:txBody>
          <a:bodyPr lIns="0" tIns="0" rIns="0" bIns="0">
            <a:noAutofit/>
          </a:bodyPr>
          <a:lstStyle>
            <a:lvl1pPr marL="0" indent="0">
              <a:buNone/>
              <a:defRPr sz="2100" b="0">
                <a:solidFill>
                  <a:srgbClr val="575757"/>
                </a:solidFill>
                <a:latin typeface="Calibri" panose="020F0502020204030204" pitchFamily="34" charset="0"/>
                <a:cs typeface="Calibri" panose="020F0502020204030204" pitchFamily="34" charset="0"/>
              </a:defRPr>
            </a:lvl1pPr>
          </a:lstStyle>
          <a:p>
            <a:pPr lvl="0"/>
            <a:r>
              <a:rPr lang="en-US" noProof="0" dirty="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vl1pPr>
          </a:lstStyle>
          <a:p>
            <a:r>
              <a:rPr lang="zh-TW" altLang="en-US" noProof="0"/>
              <a:t>按一下以編輯母片標題樣式</a:t>
            </a:r>
            <a:endParaRPr lang="en-US" noProof="0" dirty="0"/>
          </a:p>
        </p:txBody>
      </p:sp>
    </p:spTree>
    <p:extLst>
      <p:ext uri="{BB962C8B-B14F-4D97-AF65-F5344CB8AC3E}">
        <p14:creationId xmlns:p14="http://schemas.microsoft.com/office/powerpoint/2010/main" val="389756138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內頁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sz="1300" b="1">
                <a:solidFill>
                  <a:schemeClr val="bg1"/>
                </a:solidFill>
                <a:latin typeface="+mn-lt"/>
              </a:defRPr>
            </a:lvl1pPr>
            <a:lvl2pPr>
              <a:spcAft>
                <a:spcPts val="1333"/>
              </a:spcAft>
              <a:defRPr sz="1300">
                <a:solidFill>
                  <a:schemeClr val="bg1"/>
                </a:solidFill>
                <a:latin typeface="+mn-lt"/>
              </a:defRPr>
            </a:lvl2pPr>
            <a:lvl3pPr marL="0" indent="0">
              <a:spcAft>
                <a:spcPts val="1333"/>
              </a:spcAft>
              <a:buNone/>
              <a:defRPr sz="1300">
                <a:solidFill>
                  <a:schemeClr val="bg1"/>
                </a:solidFill>
                <a:latin typeface="+mn-lt"/>
              </a:defRPr>
            </a:lvl3pPr>
            <a:lvl4pPr marL="235183" indent="-235183">
              <a:spcAft>
                <a:spcPts val="1333"/>
              </a:spcAft>
              <a:buFont typeface="Arial" panose="020B0604020202020204" pitchFamily="34" charset="0"/>
              <a:buChar char="•"/>
              <a:defRPr sz="1300">
                <a:solidFill>
                  <a:schemeClr val="bg1"/>
                </a:solidFill>
                <a:latin typeface="+mn-lt"/>
              </a:defRPr>
            </a:lvl4pPr>
            <a:lvl5pPr marL="475164" indent="-235183">
              <a:spcAft>
                <a:spcPts val="1333"/>
              </a:spcAft>
              <a:defRPr sz="1300" baseline="0">
                <a:solidFill>
                  <a:schemeClr val="bg1"/>
                </a:solidFill>
                <a:latin typeface="+mn-lt"/>
              </a:defRPr>
            </a:lvl5pPr>
            <a:lvl6pPr marL="475164" indent="-235183">
              <a:spcAft>
                <a:spcPts val="1333"/>
              </a:spcAft>
              <a:buFont typeface="Verdana" panose="020B0604030504040204" pitchFamily="34" charset="0"/>
              <a:buChar char="−"/>
              <a:defRPr>
                <a:solidFill>
                  <a:schemeClr val="bg1"/>
                </a:solidFill>
              </a:defRPr>
            </a:lvl6pPr>
            <a:lvl7pPr marL="475164" indent="-235183">
              <a:spcAft>
                <a:spcPts val="1333"/>
              </a:spcAft>
              <a:defRPr>
                <a:solidFill>
                  <a:schemeClr val="bg1"/>
                </a:solidFill>
              </a:defRPr>
            </a:lvl7pPr>
            <a:lvl8pPr marL="475164" indent="-235183">
              <a:spcAft>
                <a:spcPts val="1333"/>
              </a:spcAft>
              <a:defRPr>
                <a:solidFill>
                  <a:schemeClr val="bg1"/>
                </a:solidFill>
              </a:defRPr>
            </a:lvl8pPr>
            <a:lvl9pPr marL="475164" indent="-235183">
              <a:spcAft>
                <a:spcPts val="1333"/>
              </a:spcAft>
              <a:defRPr>
                <a:solidFill>
                  <a:schemeClr val="bg1"/>
                </a:solidFill>
              </a:defRPr>
            </a:lvl9pPr>
          </a:lstStyle>
          <a:p>
            <a:pPr lvl="0"/>
            <a:r>
              <a:rPr lang="zh-TW" altLang="en-US" noProof="0"/>
              <a:t>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sz="1300" b="1">
                <a:solidFill>
                  <a:schemeClr val="bg1"/>
                </a:solidFill>
                <a:latin typeface="+mn-lt"/>
              </a:defRPr>
            </a:lvl1pPr>
            <a:lvl2pPr>
              <a:spcAft>
                <a:spcPts val="1333"/>
              </a:spcAft>
              <a:defRPr sz="1300">
                <a:solidFill>
                  <a:schemeClr val="bg1"/>
                </a:solidFill>
                <a:latin typeface="+mn-lt"/>
              </a:defRPr>
            </a:lvl2pPr>
            <a:lvl3pPr marL="0" indent="0">
              <a:spcAft>
                <a:spcPts val="1333"/>
              </a:spcAft>
              <a:buNone/>
              <a:defRPr sz="1300">
                <a:solidFill>
                  <a:schemeClr val="bg1"/>
                </a:solidFill>
                <a:latin typeface="+mn-lt"/>
              </a:defRPr>
            </a:lvl3pPr>
            <a:lvl4pPr marL="235183" indent="-235183">
              <a:spcAft>
                <a:spcPts val="1333"/>
              </a:spcAft>
              <a:buFont typeface="Arial" panose="020B0604020202020204" pitchFamily="34" charset="0"/>
              <a:buChar char="•"/>
              <a:defRPr sz="1300">
                <a:solidFill>
                  <a:schemeClr val="bg1"/>
                </a:solidFill>
                <a:latin typeface="+mn-lt"/>
              </a:defRPr>
            </a:lvl4pPr>
            <a:lvl5pPr marL="475164" indent="-235183">
              <a:spcAft>
                <a:spcPts val="1333"/>
              </a:spcAft>
              <a:defRPr sz="1300" baseline="0">
                <a:solidFill>
                  <a:schemeClr val="bg1"/>
                </a:solidFill>
                <a:latin typeface="+mn-lt"/>
              </a:defRPr>
            </a:lvl5pPr>
            <a:lvl6pPr marL="475164" indent="-235183">
              <a:spcAft>
                <a:spcPts val="1333"/>
              </a:spcAft>
              <a:buFont typeface="Verdana" panose="020B0604030504040204" pitchFamily="34" charset="0"/>
              <a:buChar char="−"/>
              <a:defRPr>
                <a:solidFill>
                  <a:schemeClr val="bg1"/>
                </a:solidFill>
              </a:defRPr>
            </a:lvl6pPr>
            <a:lvl7pPr marL="475164" indent="-235183">
              <a:spcAft>
                <a:spcPts val="1333"/>
              </a:spcAft>
              <a:defRPr>
                <a:solidFill>
                  <a:schemeClr val="bg1"/>
                </a:solidFill>
              </a:defRPr>
            </a:lvl7pPr>
            <a:lvl8pPr marL="475164" indent="-235183">
              <a:spcAft>
                <a:spcPts val="1333"/>
              </a:spcAft>
              <a:defRPr>
                <a:solidFill>
                  <a:schemeClr val="bg1"/>
                </a:solidFill>
              </a:defRPr>
            </a:lvl8pPr>
            <a:lvl9pPr marL="475164" indent="-235183">
              <a:spcAft>
                <a:spcPts val="1333"/>
              </a:spcAft>
              <a:defRPr>
                <a:solidFill>
                  <a:schemeClr val="bg1"/>
                </a:solidFill>
              </a:defRPr>
            </a:lvl9pPr>
          </a:lstStyle>
          <a:p>
            <a:pPr lvl="0"/>
            <a:r>
              <a:rPr lang="zh-TW" altLang="en-US" noProof="0"/>
              <a:t>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a:defRPr sz="1300" b="1">
                <a:solidFill>
                  <a:schemeClr val="bg1"/>
                </a:solidFill>
                <a:latin typeface="+mn-lt"/>
              </a:defRPr>
            </a:lvl1pPr>
            <a:lvl2pPr>
              <a:spcAft>
                <a:spcPts val="1333"/>
              </a:spcAft>
              <a:defRPr sz="1300">
                <a:solidFill>
                  <a:schemeClr val="bg1"/>
                </a:solidFill>
                <a:latin typeface="+mn-lt"/>
              </a:defRPr>
            </a:lvl2pPr>
            <a:lvl3pPr marL="0" indent="0">
              <a:spcAft>
                <a:spcPts val="1333"/>
              </a:spcAft>
              <a:buNone/>
              <a:defRPr sz="1300">
                <a:solidFill>
                  <a:schemeClr val="bg1"/>
                </a:solidFill>
                <a:latin typeface="+mn-lt"/>
              </a:defRPr>
            </a:lvl3pPr>
            <a:lvl4pPr marL="235183" indent="-235183">
              <a:spcAft>
                <a:spcPts val="1333"/>
              </a:spcAft>
              <a:buFont typeface="Arial" panose="020B0604020202020204" pitchFamily="34" charset="0"/>
              <a:buChar char="•"/>
              <a:defRPr sz="1300">
                <a:solidFill>
                  <a:schemeClr val="bg1"/>
                </a:solidFill>
                <a:latin typeface="+mn-lt"/>
              </a:defRPr>
            </a:lvl4pPr>
            <a:lvl5pPr marL="475164" indent="-235183">
              <a:spcAft>
                <a:spcPts val="1333"/>
              </a:spcAft>
              <a:defRPr sz="1300" baseline="0">
                <a:solidFill>
                  <a:schemeClr val="bg1"/>
                </a:solidFill>
                <a:latin typeface="+mn-lt"/>
              </a:defRPr>
            </a:lvl5pPr>
            <a:lvl6pPr marL="475164" indent="-235183">
              <a:spcAft>
                <a:spcPts val="1333"/>
              </a:spcAft>
              <a:buFont typeface="Verdana" panose="020B0604030504040204" pitchFamily="34" charset="0"/>
              <a:buChar char="−"/>
              <a:defRPr>
                <a:solidFill>
                  <a:schemeClr val="bg1"/>
                </a:solidFill>
              </a:defRPr>
            </a:lvl6pPr>
            <a:lvl7pPr marL="475164" indent="-235183">
              <a:spcAft>
                <a:spcPts val="1333"/>
              </a:spcAft>
              <a:defRPr>
                <a:solidFill>
                  <a:schemeClr val="bg1"/>
                </a:solidFill>
              </a:defRPr>
            </a:lvl7pPr>
            <a:lvl8pPr marL="475164" indent="-235183">
              <a:spcAft>
                <a:spcPts val="1333"/>
              </a:spcAft>
              <a:defRPr>
                <a:solidFill>
                  <a:schemeClr val="bg1"/>
                </a:solidFill>
              </a:defRPr>
            </a:lvl8pPr>
            <a:lvl9pPr marL="475164" indent="-235183">
              <a:spcAft>
                <a:spcPts val="1333"/>
              </a:spcAft>
              <a:defRPr>
                <a:solidFill>
                  <a:schemeClr val="bg1"/>
                </a:solidFill>
              </a:defRPr>
            </a:lvl9pPr>
          </a:lstStyle>
          <a:p>
            <a:pPr lvl="0"/>
            <a:r>
              <a:rPr lang="zh-TW" altLang="en-US" noProof="0"/>
              <a:t>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a:defRPr sz="1300" b="1">
                <a:solidFill>
                  <a:schemeClr val="bg1"/>
                </a:solidFill>
                <a:latin typeface="+mn-lt"/>
              </a:defRPr>
            </a:lvl1pPr>
            <a:lvl2pPr>
              <a:spcAft>
                <a:spcPts val="1333"/>
              </a:spcAft>
              <a:defRPr sz="1300">
                <a:solidFill>
                  <a:schemeClr val="bg1"/>
                </a:solidFill>
                <a:latin typeface="+mn-lt"/>
              </a:defRPr>
            </a:lvl2pPr>
            <a:lvl3pPr marL="0" indent="0">
              <a:spcAft>
                <a:spcPts val="1333"/>
              </a:spcAft>
              <a:buNone/>
              <a:defRPr sz="1300">
                <a:solidFill>
                  <a:schemeClr val="bg1"/>
                </a:solidFill>
                <a:latin typeface="+mn-lt"/>
              </a:defRPr>
            </a:lvl3pPr>
            <a:lvl4pPr marL="235183" indent="-235183">
              <a:spcAft>
                <a:spcPts val="1333"/>
              </a:spcAft>
              <a:buFont typeface="Arial" panose="020B0604020202020204" pitchFamily="34" charset="0"/>
              <a:buChar char="•"/>
              <a:defRPr sz="1300">
                <a:solidFill>
                  <a:schemeClr val="bg1"/>
                </a:solidFill>
                <a:latin typeface="+mn-lt"/>
              </a:defRPr>
            </a:lvl4pPr>
            <a:lvl5pPr marL="475164" indent="-235183">
              <a:spcAft>
                <a:spcPts val="1333"/>
              </a:spcAft>
              <a:defRPr sz="1300" baseline="0">
                <a:solidFill>
                  <a:schemeClr val="bg1"/>
                </a:solidFill>
                <a:latin typeface="+mn-lt"/>
              </a:defRPr>
            </a:lvl5pPr>
            <a:lvl6pPr marL="475164" indent="-235183">
              <a:spcAft>
                <a:spcPts val="1333"/>
              </a:spcAft>
              <a:buFont typeface="Verdana" panose="020B0604030504040204" pitchFamily="34" charset="0"/>
              <a:buChar char="−"/>
              <a:defRPr>
                <a:solidFill>
                  <a:schemeClr val="bg1"/>
                </a:solidFill>
              </a:defRPr>
            </a:lvl6pPr>
            <a:lvl7pPr marL="475164" indent="-235183">
              <a:spcAft>
                <a:spcPts val="1333"/>
              </a:spcAft>
              <a:defRPr>
                <a:solidFill>
                  <a:schemeClr val="bg1"/>
                </a:solidFill>
              </a:defRPr>
            </a:lvl7pPr>
            <a:lvl8pPr marL="475164" indent="-235183">
              <a:spcAft>
                <a:spcPts val="1333"/>
              </a:spcAft>
              <a:defRPr>
                <a:solidFill>
                  <a:schemeClr val="bg1"/>
                </a:solidFill>
              </a:defRPr>
            </a:lvl8pPr>
            <a:lvl9pPr marL="475164" indent="-235183">
              <a:spcAft>
                <a:spcPts val="1333"/>
              </a:spcAft>
              <a:defRPr>
                <a:solidFill>
                  <a:schemeClr val="bg1"/>
                </a:solidFill>
              </a:defRPr>
            </a:lvl9pPr>
          </a:lstStyle>
          <a:p>
            <a:pPr lvl="0"/>
            <a:r>
              <a:rPr lang="zh-TW" altLang="en-US" noProof="0"/>
              <a:t>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endParaRPr lang="en-US" noProof="0" dirty="0"/>
          </a:p>
        </p:txBody>
      </p:sp>
      <p:sp>
        <p:nvSpPr>
          <p:cNvPr id="15" name="TextBox 14"/>
          <p:cNvSpPr txBox="1"/>
          <p:nvPr userDrawn="1"/>
        </p:nvSpPr>
        <p:spPr>
          <a:xfrm>
            <a:off x="11382382" y="6477003"/>
            <a:ext cx="307975" cy="100156"/>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1" noProof="0" smtClean="0">
                <a:solidFill>
                  <a:schemeClr val="bg1"/>
                </a:solidFill>
              </a:rPr>
              <a:pPr marL="0" indent="0" algn="r">
                <a:spcBef>
                  <a:spcPts val="800"/>
                </a:spcBef>
                <a:buSzPct val="100000"/>
                <a:buFont typeface="Arial"/>
                <a:buNone/>
              </a:pPr>
              <a:t>‹#›</a:t>
            </a:fld>
            <a:endParaRPr lang="en-US" sz="651" noProof="0" dirty="0">
              <a:solidFill>
                <a:schemeClr val="bg1"/>
              </a:solidFill>
            </a:endParaRPr>
          </a:p>
        </p:txBody>
      </p:sp>
      <p:sp>
        <p:nvSpPr>
          <p:cNvPr id="16" name="Text Placeholder 8"/>
          <p:cNvSpPr>
            <a:spLocks noGrp="1"/>
          </p:cNvSpPr>
          <p:nvPr>
            <p:ph type="body" sz="quarter" idx="13" hasCustomPrompt="1"/>
          </p:nvPr>
        </p:nvSpPr>
        <p:spPr>
          <a:xfrm>
            <a:off x="469900" y="736694"/>
            <a:ext cx="11252200" cy="757255"/>
          </a:xfrm>
          <a:prstGeom prst="rect">
            <a:avLst/>
          </a:prstGeom>
        </p:spPr>
        <p:txBody>
          <a:bodyPr lIns="0" tIns="0" rIns="0" bIns="0">
            <a:noAutofit/>
          </a:bodyPr>
          <a:lstStyle>
            <a:lvl1pPr marL="0" indent="0">
              <a:buNone/>
              <a:defRPr sz="2100" b="0">
                <a:solidFill>
                  <a:schemeClr val="bg1"/>
                </a:solidFill>
                <a:latin typeface="Calibri" panose="020F0502020204030204" pitchFamily="34" charset="0"/>
                <a:cs typeface="Calibri" panose="020F0502020204030204" pitchFamily="34" charset="0"/>
              </a:defRPr>
            </a:lvl1pPr>
          </a:lstStyle>
          <a:p>
            <a:pPr lvl="0"/>
            <a:r>
              <a:rPr lang="en-US" noProof="0" dirty="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solidFill>
                  <a:schemeClr val="bg1"/>
                </a:solidFill>
              </a:defRPr>
            </a:lvl1pPr>
          </a:lstStyle>
          <a:p>
            <a:r>
              <a:rPr lang="zh-TW" altLang="en-US" noProof="0"/>
              <a:t>按一下以編輯母片標題樣式</a:t>
            </a:r>
            <a:endParaRPr lang="en-US" noProof="0" dirty="0"/>
          </a:p>
        </p:txBody>
      </p:sp>
      <p:cxnSp>
        <p:nvCxnSpPr>
          <p:cNvPr id="24" name="Straight Arrow Connector 12"/>
          <p:cNvCxnSpPr/>
          <p:nvPr userDrawn="1"/>
        </p:nvCxnSpPr>
        <p:spPr>
          <a:xfrm>
            <a:off x="-801522" y="451571"/>
            <a:ext cx="654443" cy="1401"/>
          </a:xfrm>
          <a:prstGeom prst="straightConnector1">
            <a:avLst/>
          </a:prstGeom>
          <a:ln>
            <a:solidFill>
              <a:schemeClr val="bg1">
                <a:lumMod val="85000"/>
              </a:schemeClr>
            </a:solidFill>
            <a:tailEnd type="none"/>
          </a:ln>
        </p:spPr>
        <p:style>
          <a:lnRef idx="1">
            <a:schemeClr val="dk1"/>
          </a:lnRef>
          <a:fillRef idx="0">
            <a:schemeClr val="dk1"/>
          </a:fillRef>
          <a:effectRef idx="0">
            <a:schemeClr val="dk1"/>
          </a:effectRef>
          <a:fontRef idx="minor">
            <a:schemeClr val="tx1"/>
          </a:fontRef>
        </p:style>
      </p:cxnSp>
      <p:cxnSp>
        <p:nvCxnSpPr>
          <p:cNvPr id="28" name="Straight Arrow Connector 14"/>
          <p:cNvCxnSpPr/>
          <p:nvPr userDrawn="1"/>
        </p:nvCxnSpPr>
        <p:spPr>
          <a:xfrm>
            <a:off x="462471" y="-422357"/>
            <a:ext cx="0" cy="317582"/>
          </a:xfrm>
          <a:prstGeom prst="straightConnector1">
            <a:avLst/>
          </a:prstGeom>
          <a:ln>
            <a:solidFill>
              <a:schemeClr val="bg1">
                <a:lumMod val="85000"/>
              </a:schemeClr>
            </a:solidFill>
            <a:tailEnd type="none"/>
          </a:ln>
        </p:spPr>
        <p:style>
          <a:lnRef idx="1">
            <a:schemeClr val="dk1"/>
          </a:lnRef>
          <a:fillRef idx="0">
            <a:schemeClr val="dk1"/>
          </a:fillRef>
          <a:effectRef idx="0">
            <a:schemeClr val="dk1"/>
          </a:effectRef>
          <a:fontRef idx="minor">
            <a:schemeClr val="tx1"/>
          </a:fontRef>
        </p:style>
      </p:cxnSp>
      <p:sp>
        <p:nvSpPr>
          <p:cNvPr id="3" name="文字方塊 4">
            <a:extLst>
              <a:ext uri="{FF2B5EF4-FFF2-40B4-BE49-F238E27FC236}">
                <a16:creationId xmlns:a16="http://schemas.microsoft.com/office/drawing/2014/main" id="{542D5379-B14A-2432-E0A8-DCC415E28A4F}"/>
              </a:ext>
            </a:extLst>
          </p:cNvPr>
          <p:cNvSpPr txBox="1"/>
          <p:nvPr userDrawn="1"/>
        </p:nvSpPr>
        <p:spPr>
          <a:xfrm rot="2549065">
            <a:off x="10261511" y="684478"/>
            <a:ext cx="2128607"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TW" sz="1100" b="1" dirty="0">
                <a:solidFill>
                  <a:schemeClr val="bg1">
                    <a:lumMod val="50000"/>
                  </a:schemeClr>
                </a:solidFill>
                <a:latin typeface="+mn-ea"/>
              </a:rPr>
              <a:t>【</a:t>
            </a:r>
            <a:r>
              <a:rPr lang="zh-TW" altLang="en-US" sz="1100" b="1" dirty="0">
                <a:solidFill>
                  <a:schemeClr val="bg1">
                    <a:lumMod val="50000"/>
                  </a:schemeClr>
                </a:solidFill>
                <a:latin typeface="+mn-ea"/>
              </a:rPr>
              <a:t>本文件僅提供</a:t>
            </a:r>
            <a:r>
              <a:rPr lang="zh-TW" altLang="en-US" sz="1100" b="1" dirty="0">
                <a:solidFill>
                  <a:srgbClr val="0070C0"/>
                </a:solidFill>
                <a:latin typeface="+mn-ea"/>
              </a:rPr>
              <a:t>公司名稱</a:t>
            </a:r>
            <a:r>
              <a:rPr lang="zh-TW" altLang="en-US" sz="1100" b="1" dirty="0">
                <a:solidFill>
                  <a:schemeClr val="bg1">
                    <a:lumMod val="50000"/>
                  </a:schemeClr>
                </a:solidFill>
                <a:latin typeface="+mn-ea"/>
              </a:rPr>
              <a:t>參考</a:t>
            </a:r>
            <a:r>
              <a:rPr lang="en-US" altLang="zh-TW" sz="1100" b="1" dirty="0">
                <a:solidFill>
                  <a:schemeClr val="bg1">
                    <a:lumMod val="50000"/>
                  </a:schemeClr>
                </a:solidFill>
                <a:latin typeface="+mn-ea"/>
              </a:rPr>
              <a:t>】</a:t>
            </a:r>
            <a:endParaRPr lang="zh-TW" altLang="en-US" sz="1100" b="1" dirty="0">
              <a:solidFill>
                <a:schemeClr val="bg1">
                  <a:lumMod val="50000"/>
                </a:schemeClr>
              </a:solidFill>
              <a:latin typeface="+mn-ea"/>
            </a:endParaRPr>
          </a:p>
        </p:txBody>
      </p:sp>
    </p:spTree>
    <p:extLst>
      <p:ext uri="{BB962C8B-B14F-4D97-AF65-F5344CB8AC3E}">
        <p14:creationId xmlns:p14="http://schemas.microsoft.com/office/powerpoint/2010/main" val="4044370876"/>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內頁_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5" y="1665818"/>
            <a:ext cx="5537731" cy="4633383"/>
          </a:xfrm>
          <a:prstGeom prst="rect">
            <a:avLst/>
          </a:prstGeom>
        </p:spPr>
        <p:txBody>
          <a:bodyPr vert="horz" lIns="0" tIns="0" rIns="0" bIns="0" rtlCol="0">
            <a:noAutofit/>
          </a:bodyPr>
          <a:lstStyle>
            <a:lvl1pPr>
              <a:defRPr sz="1300">
                <a:latin typeface="+mn-lt"/>
              </a:defRPr>
            </a:lvl1pPr>
            <a:lvl2pPr>
              <a:defRPr sz="1300">
                <a:latin typeface="+mn-lt"/>
              </a:defRPr>
            </a:lvl2pPr>
            <a:lvl3pPr>
              <a:defRPr sz="1300">
                <a:latin typeface="+mn-lt"/>
              </a:defRPr>
            </a:lvl3pPr>
            <a:lvl4pPr>
              <a:defRPr sz="1300">
                <a:latin typeface="+mn-lt"/>
              </a:defRPr>
            </a:lvl4pPr>
            <a:lvl5pPr>
              <a:defRPr sz="1300">
                <a:latin typeface="+mn-lt"/>
              </a:defRPr>
            </a:lvl5pPr>
          </a:lstStyle>
          <a:p>
            <a:pPr lvl="0"/>
            <a:r>
              <a:rPr lang="zh-TW" altLang="en-US" noProof="0"/>
              <a:t>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endParaRPr lang="en-US" noProof="0" dirty="0"/>
          </a:p>
        </p:txBody>
      </p:sp>
      <p:sp>
        <p:nvSpPr>
          <p:cNvPr id="5" name="Text Placeholder 8"/>
          <p:cNvSpPr>
            <a:spLocks noGrp="1"/>
          </p:cNvSpPr>
          <p:nvPr>
            <p:ph type="body" sz="quarter" idx="13" hasCustomPrompt="1"/>
          </p:nvPr>
        </p:nvSpPr>
        <p:spPr>
          <a:xfrm>
            <a:off x="469900" y="736694"/>
            <a:ext cx="11252200" cy="757255"/>
          </a:xfrm>
          <a:prstGeom prst="rect">
            <a:avLst/>
          </a:prstGeom>
        </p:spPr>
        <p:txBody>
          <a:bodyPr lIns="0" tIns="0" rIns="0" bIns="0">
            <a:noAutofit/>
          </a:bodyPr>
          <a:lstStyle>
            <a:lvl1pPr marL="0" indent="0">
              <a:buNone/>
              <a:defRPr sz="2100" b="0">
                <a:solidFill>
                  <a:srgbClr val="575757"/>
                </a:solidFill>
                <a:latin typeface="Calibri" panose="020F0502020204030204" pitchFamily="34" charset="0"/>
                <a:cs typeface="Calibri" panose="020F0502020204030204" pitchFamily="34" charset="0"/>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vl1pPr>
          </a:lstStyle>
          <a:p>
            <a:r>
              <a:rPr lang="zh-TW" altLang="en-US" noProof="0"/>
              <a:t>按一下以編輯母片標題樣式</a:t>
            </a:r>
            <a:endParaRPr lang="en-US" noProof="0" dirty="0"/>
          </a:p>
        </p:txBody>
      </p:sp>
    </p:spTree>
    <p:extLst>
      <p:ext uri="{BB962C8B-B14F-4D97-AF65-F5344CB8AC3E}">
        <p14:creationId xmlns:p14="http://schemas.microsoft.com/office/powerpoint/2010/main" val="416708949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內頁_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92"/>
            <a:ext cx="11252200" cy="698501"/>
          </a:xfrm>
          <a:prstGeom prst="rect">
            <a:avLst/>
          </a:prstGeom>
        </p:spPr>
        <p:txBody>
          <a:bodyPr vert="horz" lIns="0" tIns="0" rIns="0" bIns="0" rtlCol="0" anchor="t" anchorCtr="0">
            <a:noAutofit/>
          </a:bodyPr>
          <a:lstStyle>
            <a:lvl1pPr>
              <a:defRPr sz="2100"/>
            </a:lvl1pPr>
          </a:lstStyle>
          <a:p>
            <a:r>
              <a:rPr lang="zh-TW" altLang="en-US" noProof="0"/>
              <a:t>按一下以編輯母片標題樣式</a:t>
            </a:r>
            <a:endParaRPr lang="en-US" noProof="0" dirty="0"/>
          </a:p>
        </p:txBody>
      </p:sp>
    </p:spTree>
    <p:extLst>
      <p:ext uri="{BB962C8B-B14F-4D97-AF65-F5344CB8AC3E}">
        <p14:creationId xmlns:p14="http://schemas.microsoft.com/office/powerpoint/2010/main" val="3242278702"/>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600" b="0">
                <a:solidFill>
                  <a:schemeClr val="accent1"/>
                </a:solidFill>
                <a:latin typeface="Calibri" panose="020F0502020204030204" pitchFamily="34" charset="0"/>
                <a:cs typeface="Calibri" panose="020F0502020204030204" pitchFamily="34" charset="0"/>
              </a:defRPr>
            </a:lvl1pPr>
            <a:lvl2pPr marL="0" indent="0" algn="l">
              <a:buNone/>
              <a:defRPr sz="1600" b="0">
                <a:latin typeface="Calibri" panose="020F0502020204030204" pitchFamily="34" charset="0"/>
                <a:cs typeface="Calibri" panose="020F0502020204030204" pitchFamily="34" charset="0"/>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TW" altLang="en-US" noProof="0"/>
              <a:t>編輯母片文字樣式</a:t>
            </a:r>
          </a:p>
        </p:txBody>
      </p:sp>
      <p:sp>
        <p:nvSpPr>
          <p:cNvPr id="4" name="文字方塊 4">
            <a:extLst>
              <a:ext uri="{FF2B5EF4-FFF2-40B4-BE49-F238E27FC236}">
                <a16:creationId xmlns:a16="http://schemas.microsoft.com/office/drawing/2014/main" id="{4CD5C205-6CFB-D2A5-98D2-0CD725BF6252}"/>
              </a:ext>
            </a:extLst>
          </p:cNvPr>
          <p:cNvSpPr txBox="1"/>
          <p:nvPr userDrawn="1"/>
        </p:nvSpPr>
        <p:spPr>
          <a:xfrm rot="2549065">
            <a:off x="10261511" y="684478"/>
            <a:ext cx="2128607"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TW" sz="1100" b="1" dirty="0">
                <a:solidFill>
                  <a:schemeClr val="bg1">
                    <a:lumMod val="50000"/>
                  </a:schemeClr>
                </a:solidFill>
                <a:latin typeface="+mn-ea"/>
              </a:rPr>
              <a:t>【</a:t>
            </a:r>
            <a:r>
              <a:rPr lang="zh-TW" altLang="en-US" sz="1100" b="1" dirty="0">
                <a:solidFill>
                  <a:schemeClr val="bg1">
                    <a:lumMod val="50000"/>
                  </a:schemeClr>
                </a:solidFill>
                <a:latin typeface="+mn-ea"/>
              </a:rPr>
              <a:t>本文件僅提供</a:t>
            </a:r>
            <a:r>
              <a:rPr lang="zh-TW" altLang="en-US" sz="1100" b="1" dirty="0">
                <a:solidFill>
                  <a:srgbClr val="0070C0"/>
                </a:solidFill>
                <a:latin typeface="+mn-ea"/>
              </a:rPr>
              <a:t>公司名稱</a:t>
            </a:r>
            <a:r>
              <a:rPr lang="zh-TW" altLang="en-US" sz="1100" b="1" dirty="0">
                <a:solidFill>
                  <a:schemeClr val="bg1">
                    <a:lumMod val="50000"/>
                  </a:schemeClr>
                </a:solidFill>
                <a:latin typeface="+mn-ea"/>
              </a:rPr>
              <a:t>參考</a:t>
            </a:r>
            <a:r>
              <a:rPr lang="en-US" altLang="zh-TW" sz="1100" b="1" dirty="0">
                <a:solidFill>
                  <a:schemeClr val="bg1">
                    <a:lumMod val="50000"/>
                  </a:schemeClr>
                </a:solidFill>
                <a:latin typeface="+mn-ea"/>
              </a:rPr>
              <a:t>】</a:t>
            </a:r>
            <a:endParaRPr lang="zh-TW" altLang="en-US" sz="1100" b="1" dirty="0">
              <a:solidFill>
                <a:schemeClr val="bg1">
                  <a:lumMod val="50000"/>
                </a:schemeClr>
              </a:solidFill>
              <a:latin typeface="+mn-ea"/>
            </a:endParaRPr>
          </a:p>
        </p:txBody>
      </p:sp>
    </p:spTree>
    <p:extLst>
      <p:ext uri="{BB962C8B-B14F-4D97-AF65-F5344CB8AC3E}">
        <p14:creationId xmlns:p14="http://schemas.microsoft.com/office/powerpoint/2010/main" val="2868010201"/>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itle &amp; subtitle">
    <p:bg>
      <p:bgRef idx="1001">
        <a:schemeClr val="bg1"/>
      </p:bgRef>
    </p:bg>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1800" b="0">
                <a:solidFill>
                  <a:srgbClr val="BBBCBC"/>
                </a:solidFill>
              </a:defRPr>
            </a:lvl1pPr>
          </a:lstStyle>
          <a:p>
            <a:pPr lvl="0"/>
            <a:r>
              <a:rPr lang="en-US" dirty="0"/>
              <a:t>Click to add subtitle</a:t>
            </a:r>
          </a:p>
        </p:txBody>
      </p:sp>
      <p:sp>
        <p:nvSpPr>
          <p:cNvPr id="11"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solidFill>
                  <a:schemeClr val="tx1"/>
                </a:solidFill>
              </a:defRPr>
            </a:lvl1pPr>
          </a:lstStyle>
          <a:p>
            <a:r>
              <a:rPr lang="en-US" dirty="0"/>
              <a:t>Click to add title</a:t>
            </a:r>
          </a:p>
        </p:txBody>
      </p:sp>
      <p:sp>
        <p:nvSpPr>
          <p:cNvPr id="4" name="TextBox 3"/>
          <p:cNvSpPr txBox="1"/>
          <p:nvPr userDrawn="1"/>
        </p:nvSpPr>
        <p:spPr>
          <a:xfrm>
            <a:off x="11203771" y="6491553"/>
            <a:ext cx="463296"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204534550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0" y="651601"/>
            <a:ext cx="11188700" cy="598080"/>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1230876220"/>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內頁_Contents">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B50A98AC-2510-F4FE-B2DF-5A89F844F616}"/>
              </a:ext>
            </a:extLst>
          </p:cNvPr>
          <p:cNvSpPr/>
          <p:nvPr userDrawn="1"/>
        </p:nvSpPr>
        <p:spPr>
          <a:xfrm>
            <a:off x="0" y="197757"/>
            <a:ext cx="234951" cy="5334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350"/>
          </a:p>
        </p:txBody>
      </p:sp>
    </p:spTree>
    <p:extLst>
      <p:ext uri="{BB962C8B-B14F-4D97-AF65-F5344CB8AC3E}">
        <p14:creationId xmlns:p14="http://schemas.microsoft.com/office/powerpoint/2010/main" val="269419049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5"/>
            </p:custDataLst>
            <p:extLst>
              <p:ext uri="{D42A27DB-BD31-4B8C-83A1-F6EECF244321}">
                <p14:modId xmlns:p14="http://schemas.microsoft.com/office/powerpoint/2010/main" val="166891810"/>
              </p:ext>
            </p:ext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26" imgW="270" imgH="270" progId="TCLayout.ActiveDocument.1">
                  <p:embed/>
                </p:oleObj>
              </mc:Choice>
              <mc:Fallback>
                <p:oleObj name="think-cell Slide" r:id="rId26" imgW="270" imgH="270" progId="TCLayout.ActiveDocument.1">
                  <p:embed/>
                  <p:pic>
                    <p:nvPicPr>
                      <p:cNvPr id="0" name=""/>
                      <p:cNvPicPr/>
                      <p:nvPr/>
                    </p:nvPicPr>
                    <p:blipFill>
                      <a:blip r:embed="rId27"/>
                      <a:stretch>
                        <a:fillRect/>
                      </a:stretch>
                    </p:blipFill>
                    <p:spPr>
                      <a:xfrm>
                        <a:off x="2119" y="1595"/>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92"/>
            <a:ext cx="11252200" cy="692151"/>
          </a:xfrm>
          <a:prstGeom prst="rect">
            <a:avLst/>
          </a:prstGeom>
        </p:spPr>
        <p:txBody>
          <a:bodyPr vert="horz" lIns="0" tIns="0" rIns="0" bIns="0" rtlCol="0" anchor="t" anchorCtr="0">
            <a:noAutofit/>
          </a:bodyPr>
          <a:lstStyle/>
          <a:p>
            <a:r>
              <a:rPr lang="zh-TW" altLang="en-US" noProof="0" dirty="0"/>
              <a:t>按一下以編輯母片標題樣式</a:t>
            </a:r>
            <a:endParaRPr lang="en-US" noProof="0" dirty="0"/>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zh-TW" altLang="en-US" noProof="0" dirty="0"/>
              <a:t>按一下以編輯母片文字樣式  </a:t>
            </a:r>
          </a:p>
          <a:p>
            <a:pPr lvl="1"/>
            <a:r>
              <a:rPr lang="zh-TW" altLang="en-US" noProof="0" dirty="0"/>
              <a:t>第二層</a:t>
            </a:r>
          </a:p>
          <a:p>
            <a:pPr lvl="2"/>
            <a:r>
              <a:rPr lang="zh-TW" altLang="en-US" noProof="0" dirty="0"/>
              <a:t>第三層</a:t>
            </a:r>
          </a:p>
          <a:p>
            <a:pPr lvl="3"/>
            <a:r>
              <a:rPr lang="zh-TW" altLang="en-US" noProof="0" dirty="0"/>
              <a:t>第四層</a:t>
            </a:r>
            <a:endParaRPr lang="en-US" altLang="zh-TW" noProof="0" dirty="0"/>
          </a:p>
          <a:p>
            <a:pPr lvl="3"/>
            <a:r>
              <a:rPr lang="zh-TW" altLang="en-US" noProof="0" dirty="0"/>
              <a:t>第五層</a:t>
            </a:r>
            <a:endParaRPr lang="en-US" noProof="0" dirty="0"/>
          </a:p>
        </p:txBody>
      </p:sp>
      <p:sp>
        <p:nvSpPr>
          <p:cNvPr id="11" name="TextBox 10"/>
          <p:cNvSpPr txBox="1"/>
          <p:nvPr/>
        </p:nvSpPr>
        <p:spPr>
          <a:xfrm>
            <a:off x="105838" y="6707073"/>
            <a:ext cx="5355167" cy="100156"/>
          </a:xfrm>
          <a:prstGeom prst="rect">
            <a:avLst/>
          </a:prstGeom>
          <a:noFill/>
        </p:spPr>
        <p:txBody>
          <a:bodyPr wrap="square" lIns="0" tIns="0" rIns="0" bIns="0" rtlCol="0">
            <a:spAutoFit/>
          </a:bodyPr>
          <a:lstStyle/>
          <a:p>
            <a:pPr marL="0" indent="0">
              <a:spcBef>
                <a:spcPts val="600"/>
              </a:spcBef>
              <a:buSzPct val="100000"/>
              <a:buFont typeface="Arial"/>
              <a:buNone/>
            </a:pPr>
            <a:r>
              <a:rPr lang="zh-TW" altLang="en-US" sz="651" kern="1200" noProof="0" dirty="0">
                <a:solidFill>
                  <a:schemeClr val="tx1"/>
                </a:solidFill>
                <a:latin typeface="微軟正黑體" panose="020B0604030504040204" pitchFamily="34" charset="-120"/>
                <a:ea typeface="微軟正黑體" panose="020B0604030504040204" pitchFamily="34" charset="-120"/>
                <a:cs typeface="+mn-cs"/>
              </a:rPr>
              <a:t>宏思科技</a:t>
            </a:r>
            <a:r>
              <a:rPr lang="zh-TW" altLang="en-US" sz="651" noProof="0" dirty="0">
                <a:solidFill>
                  <a:schemeClr val="tx1"/>
                </a:solidFill>
                <a:latin typeface="微軟正黑體" panose="020B0604030504040204" pitchFamily="34" charset="-120"/>
                <a:ea typeface="微軟正黑體" panose="020B0604030504040204" pitchFamily="34" charset="-120"/>
              </a:rPr>
              <a:t>版權所有 保留一切權利</a:t>
            </a:r>
          </a:p>
        </p:txBody>
      </p:sp>
      <p:sp>
        <p:nvSpPr>
          <p:cNvPr id="12" name="TextBox 11"/>
          <p:cNvSpPr txBox="1"/>
          <p:nvPr/>
        </p:nvSpPr>
        <p:spPr>
          <a:xfrm>
            <a:off x="11778187" y="6671747"/>
            <a:ext cx="307975" cy="153888"/>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1000" noProof="0" smtClean="0">
                <a:solidFill>
                  <a:srgbClr val="00ABAB"/>
                </a:solidFill>
                <a:latin typeface="+mn-ea"/>
                <a:ea typeface="+mn-ea"/>
              </a:rPr>
              <a:pPr marL="0" indent="0" algn="r">
                <a:spcBef>
                  <a:spcPts val="800"/>
                </a:spcBef>
                <a:buSzPct val="100000"/>
                <a:buFont typeface="Arial"/>
                <a:buNone/>
              </a:pPr>
              <a:t>‹#›</a:t>
            </a:fld>
            <a:endParaRPr lang="en-US" sz="1000" noProof="0" dirty="0">
              <a:solidFill>
                <a:srgbClr val="00ABAB"/>
              </a:solidFill>
              <a:latin typeface="+mn-ea"/>
              <a:ea typeface="+mn-ea"/>
            </a:endParaRPr>
          </a:p>
        </p:txBody>
      </p:sp>
      <p:sp>
        <p:nvSpPr>
          <p:cNvPr id="5" name="文字方塊 4">
            <a:extLst>
              <a:ext uri="{FF2B5EF4-FFF2-40B4-BE49-F238E27FC236}">
                <a16:creationId xmlns:a16="http://schemas.microsoft.com/office/drawing/2014/main" id="{080D327F-6DFA-F924-420B-BB427518592D}"/>
              </a:ext>
            </a:extLst>
          </p:cNvPr>
          <p:cNvSpPr txBox="1"/>
          <p:nvPr userDrawn="1"/>
        </p:nvSpPr>
        <p:spPr>
          <a:xfrm rot="2549065">
            <a:off x="10261511" y="684478"/>
            <a:ext cx="2128607"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TW" sz="1100" b="1" dirty="0">
                <a:solidFill>
                  <a:schemeClr val="bg1">
                    <a:lumMod val="50000"/>
                  </a:schemeClr>
                </a:solidFill>
                <a:latin typeface="+mn-ea"/>
              </a:rPr>
              <a:t>【</a:t>
            </a:r>
            <a:r>
              <a:rPr lang="zh-TW" altLang="en-US" sz="1100" b="1" dirty="0">
                <a:solidFill>
                  <a:schemeClr val="bg1">
                    <a:lumMod val="50000"/>
                  </a:schemeClr>
                </a:solidFill>
                <a:latin typeface="+mn-ea"/>
              </a:rPr>
              <a:t>本文件僅提供</a:t>
            </a:r>
            <a:r>
              <a:rPr lang="zh-TW" altLang="en-US" sz="1100" b="1" dirty="0">
                <a:solidFill>
                  <a:srgbClr val="0070C0"/>
                </a:solidFill>
                <a:latin typeface="+mn-ea"/>
              </a:rPr>
              <a:t>公司名稱</a:t>
            </a:r>
            <a:r>
              <a:rPr lang="zh-TW" altLang="en-US" sz="1100" b="1" dirty="0">
                <a:solidFill>
                  <a:schemeClr val="bg1">
                    <a:lumMod val="50000"/>
                  </a:schemeClr>
                </a:solidFill>
                <a:latin typeface="+mn-ea"/>
              </a:rPr>
              <a:t>參考</a:t>
            </a:r>
            <a:r>
              <a:rPr lang="en-US" altLang="zh-TW" sz="1100" b="1" dirty="0">
                <a:solidFill>
                  <a:schemeClr val="bg1">
                    <a:lumMod val="50000"/>
                  </a:schemeClr>
                </a:solidFill>
                <a:latin typeface="+mn-ea"/>
              </a:rPr>
              <a:t>】</a:t>
            </a:r>
            <a:endParaRPr lang="zh-TW" altLang="en-US" sz="1100" b="1" dirty="0">
              <a:solidFill>
                <a:schemeClr val="bg1">
                  <a:lumMod val="50000"/>
                </a:schemeClr>
              </a:solidFill>
              <a:latin typeface="+mn-ea"/>
            </a:endParaRPr>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2" r:id="rId5"/>
    <p:sldLayoutId id="2147483703" r:id="rId6"/>
    <p:sldLayoutId id="2147483704" r:id="rId7"/>
    <p:sldLayoutId id="2147483705" r:id="rId8"/>
    <p:sldLayoutId id="2147483706" r:id="rId9"/>
    <p:sldLayoutId id="2147483679" r:id="rId10"/>
    <p:sldLayoutId id="2147483712" r:id="rId11"/>
    <p:sldLayoutId id="2147483678" r:id="rId12"/>
    <p:sldLayoutId id="2147483681" r:id="rId13"/>
    <p:sldLayoutId id="2147483699" r:id="rId14"/>
    <p:sldLayoutId id="2147483695" r:id="rId15"/>
    <p:sldLayoutId id="2147483724" r:id="rId16"/>
    <p:sldLayoutId id="2147483727" r:id="rId17"/>
    <p:sldLayoutId id="2147483698" r:id="rId18"/>
    <p:sldLayoutId id="2147483752" r:id="rId19"/>
    <p:sldLayoutId id="2147483820" r:id="rId20"/>
    <p:sldLayoutId id="2147483823" r:id="rId21"/>
    <p:sldLayoutId id="2147483824" r:id="rId22"/>
    <p:sldLayoutId id="2147483825" r:id="rId23"/>
  </p:sldLayoutIdLst>
  <p:transition>
    <p:fade/>
  </p:transition>
  <p:hf hdr="0" dt="0"/>
  <p:txStyles>
    <p:titleStyle>
      <a:lvl1pPr algn="l" defTabSz="1219110" rtl="0" eaLnBrk="1" latinLnBrk="0" hangingPunct="1">
        <a:spcBef>
          <a:spcPct val="0"/>
        </a:spcBef>
        <a:buNone/>
        <a:defRPr sz="2100" kern="1200">
          <a:solidFill>
            <a:schemeClr val="tx1"/>
          </a:solidFill>
          <a:latin typeface="+mj-lt"/>
          <a:ea typeface="微軟正黑體" panose="020B0604030504040204" pitchFamily="34" charset="-120"/>
          <a:cs typeface="+mj-cs"/>
        </a:defRPr>
      </a:lvl1pPr>
    </p:titleStyle>
    <p:bodyStyle>
      <a:lvl1pPr marL="0" indent="0" algn="l" defTabSz="1219110" rtl="0" eaLnBrk="1" latinLnBrk="0" hangingPunct="1">
        <a:spcBef>
          <a:spcPts val="0"/>
        </a:spcBef>
        <a:spcAft>
          <a:spcPts val="1333"/>
        </a:spcAft>
        <a:buSzPct val="100000"/>
        <a:buFont typeface="Arial" panose="020B0604020202020204" pitchFamily="34" charset="0"/>
        <a:buNone/>
        <a:defRPr sz="1300" b="0" kern="1200">
          <a:solidFill>
            <a:schemeClr val="tx1"/>
          </a:solidFill>
          <a:latin typeface="+mj-lt"/>
          <a:ea typeface="微軟正黑體" panose="020B0604030504040204" pitchFamily="34" charset="-120"/>
          <a:cs typeface="+mn-cs"/>
        </a:defRPr>
      </a:lvl1pPr>
      <a:lvl2pPr marL="0" indent="0" algn="l" defTabSz="1219110" rtl="0" eaLnBrk="1" latinLnBrk="0" hangingPunct="1">
        <a:spcBef>
          <a:spcPts val="0"/>
        </a:spcBef>
        <a:spcAft>
          <a:spcPts val="1333"/>
        </a:spcAft>
        <a:buClrTx/>
        <a:buSzPct val="100000"/>
        <a:buFont typeface="Arial"/>
        <a:buNone/>
        <a:defRPr lang="en-US" sz="1300" b="1" kern="1200" dirty="0" smtClean="0">
          <a:solidFill>
            <a:schemeClr val="tx1"/>
          </a:solidFill>
          <a:latin typeface="+mj-lt"/>
          <a:ea typeface="微軟正黑體" panose="020B0604030504040204" pitchFamily="34" charset="-120"/>
          <a:cs typeface="+mn-cs"/>
        </a:defRPr>
      </a:lvl2pPr>
      <a:lvl3pPr marL="235183" indent="-235183" algn="l" defTabSz="1219110" rtl="0" eaLnBrk="1" latinLnBrk="0" hangingPunct="1">
        <a:spcBef>
          <a:spcPts val="0"/>
        </a:spcBef>
        <a:spcAft>
          <a:spcPts val="1333"/>
        </a:spcAft>
        <a:buClrTx/>
        <a:buSzPct val="100000"/>
        <a:buFont typeface="Arial" panose="020B0604020202020204" pitchFamily="34" charset="0"/>
        <a:buChar char="•"/>
        <a:defRPr lang="en-US" sz="1300" kern="1200" dirty="0" smtClean="0">
          <a:solidFill>
            <a:schemeClr val="tx1"/>
          </a:solidFill>
          <a:latin typeface="微軟正黑體" panose="020B0604030504040204" pitchFamily="34" charset="-120"/>
          <a:ea typeface="微軟正黑體" panose="020B0604030504040204" pitchFamily="34" charset="-120"/>
          <a:cs typeface="+mn-cs"/>
        </a:defRPr>
      </a:lvl3pPr>
      <a:lvl4pPr marL="475164" indent="-235183" algn="l" defTabSz="1219110" rtl="0" eaLnBrk="1" latinLnBrk="0" hangingPunct="1">
        <a:spcBef>
          <a:spcPts val="0"/>
        </a:spcBef>
        <a:spcAft>
          <a:spcPts val="1333"/>
        </a:spcAft>
        <a:buClrTx/>
        <a:buSzPct val="100000"/>
        <a:buFont typeface="Verdana" panose="020B0604030504040204" pitchFamily="34" charset="0"/>
        <a:buChar char="−"/>
        <a:defRPr lang="en-US" sz="1300" kern="1200" baseline="0" dirty="0" smtClean="0">
          <a:solidFill>
            <a:schemeClr val="tx1"/>
          </a:solidFill>
          <a:latin typeface="微軟正黑體" panose="020B0604030504040204" pitchFamily="34" charset="-120"/>
          <a:ea typeface="微軟正黑體" panose="020B0604030504040204" pitchFamily="34" charset="-120"/>
          <a:cs typeface="+mn-cs"/>
        </a:defRPr>
      </a:lvl4pPr>
      <a:lvl5pPr marL="710348" indent="-235183" algn="l" defTabSz="1064604" rtl="0" eaLnBrk="1" latinLnBrk="0" hangingPunct="1">
        <a:spcBef>
          <a:spcPts val="0"/>
        </a:spcBef>
        <a:spcAft>
          <a:spcPts val="1333"/>
        </a:spcAft>
        <a:buClrTx/>
        <a:buSzPct val="100000"/>
        <a:buFont typeface="Verdana" panose="020B0604030504040204" pitchFamily="34" charset="0"/>
        <a:buChar char="−"/>
        <a:tabLst/>
        <a:defRPr lang="en-US" sz="1400" kern="1200" baseline="0" dirty="0" smtClean="0">
          <a:solidFill>
            <a:schemeClr val="tx1"/>
          </a:solidFill>
          <a:latin typeface="+mj-lt"/>
          <a:ea typeface="微軟正黑體" panose="020B0604030504040204" pitchFamily="34" charset="-120"/>
          <a:cs typeface="+mn-cs"/>
        </a:defRPr>
      </a:lvl5pPr>
      <a:lvl6pPr marL="710348" indent="-235183" algn="l" defTabSz="121911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48" indent="-235183" algn="l" defTabSz="121911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48" indent="-235183" algn="l" defTabSz="121911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48" indent="-235183" algn="l" defTabSz="121911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10" rtl="0" eaLnBrk="1" latinLnBrk="0" hangingPunct="1">
        <a:defRPr sz="2400" kern="1200">
          <a:solidFill>
            <a:schemeClr val="tx1"/>
          </a:solidFill>
          <a:latin typeface="+mn-lt"/>
          <a:ea typeface="+mn-ea"/>
          <a:cs typeface="+mn-cs"/>
        </a:defRPr>
      </a:lvl1pPr>
      <a:lvl2pPr marL="609555" algn="l" defTabSz="1219110" rtl="0" eaLnBrk="1" latinLnBrk="0" hangingPunct="1">
        <a:defRPr sz="2400" kern="1200">
          <a:solidFill>
            <a:schemeClr val="tx1"/>
          </a:solidFill>
          <a:latin typeface="+mn-lt"/>
          <a:ea typeface="+mn-ea"/>
          <a:cs typeface="+mn-cs"/>
        </a:defRPr>
      </a:lvl2pPr>
      <a:lvl3pPr marL="1219110" algn="l" defTabSz="1219110" rtl="0" eaLnBrk="1" latinLnBrk="0" hangingPunct="1">
        <a:defRPr sz="2400" kern="1200">
          <a:solidFill>
            <a:schemeClr val="tx1"/>
          </a:solidFill>
          <a:latin typeface="+mn-lt"/>
          <a:ea typeface="+mn-ea"/>
          <a:cs typeface="+mn-cs"/>
        </a:defRPr>
      </a:lvl3pPr>
      <a:lvl4pPr marL="1828664" algn="l" defTabSz="1219110" rtl="0" eaLnBrk="1" latinLnBrk="0" hangingPunct="1">
        <a:defRPr sz="2400" kern="1200">
          <a:solidFill>
            <a:schemeClr val="tx1"/>
          </a:solidFill>
          <a:latin typeface="+mn-lt"/>
          <a:ea typeface="+mn-ea"/>
          <a:cs typeface="+mn-cs"/>
        </a:defRPr>
      </a:lvl4pPr>
      <a:lvl5pPr marL="2438218" algn="l" defTabSz="1219110" rtl="0" eaLnBrk="1" latinLnBrk="0" hangingPunct="1">
        <a:defRPr sz="2400" kern="1200">
          <a:solidFill>
            <a:schemeClr val="tx1"/>
          </a:solidFill>
          <a:latin typeface="+mn-lt"/>
          <a:ea typeface="+mn-ea"/>
          <a:cs typeface="+mn-cs"/>
        </a:defRPr>
      </a:lvl5pPr>
      <a:lvl6pPr marL="3047772" algn="l" defTabSz="1219110" rtl="0" eaLnBrk="1" latinLnBrk="0" hangingPunct="1">
        <a:defRPr sz="2400" kern="1200">
          <a:solidFill>
            <a:schemeClr val="tx1"/>
          </a:solidFill>
          <a:latin typeface="+mn-lt"/>
          <a:ea typeface="+mn-ea"/>
          <a:cs typeface="+mn-cs"/>
        </a:defRPr>
      </a:lvl6pPr>
      <a:lvl7pPr marL="3657327" algn="l" defTabSz="1219110" rtl="0" eaLnBrk="1" latinLnBrk="0" hangingPunct="1">
        <a:defRPr sz="2400" kern="1200">
          <a:solidFill>
            <a:schemeClr val="tx1"/>
          </a:solidFill>
          <a:latin typeface="+mn-lt"/>
          <a:ea typeface="+mn-ea"/>
          <a:cs typeface="+mn-cs"/>
        </a:defRPr>
      </a:lvl7pPr>
      <a:lvl8pPr marL="4266880" algn="l" defTabSz="1219110" rtl="0" eaLnBrk="1" latinLnBrk="0" hangingPunct="1">
        <a:defRPr sz="2400" kern="1200">
          <a:solidFill>
            <a:schemeClr val="tx1"/>
          </a:solidFill>
          <a:latin typeface="+mn-lt"/>
          <a:ea typeface="+mn-ea"/>
          <a:cs typeface="+mn-cs"/>
        </a:defRPr>
      </a:lvl8pPr>
      <a:lvl9pPr marL="4876435" algn="l" defTabSz="121911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9" userDrawn="1">
          <p15:clr>
            <a:srgbClr val="F26B43"/>
          </p15:clr>
        </p15:guide>
        <p15:guide id="2" orient="horz" pos="2160" userDrawn="1">
          <p15:clr>
            <a:srgbClr val="F26B43"/>
          </p15:clr>
        </p15:guide>
        <p15:guide id="3" orient="horz" pos="3968" userDrawn="1">
          <p15:clr>
            <a:srgbClr val="F26B43"/>
          </p15:clr>
        </p15:guide>
        <p15:guide id="4" pos="296" userDrawn="1">
          <p15:clr>
            <a:srgbClr val="F26B43"/>
          </p15:clr>
        </p15:guide>
        <p15:guide id="5" pos="7384" userDrawn="1">
          <p15:clr>
            <a:srgbClr val="F26B43"/>
          </p15:clr>
        </p15:guide>
        <p15:guide id="6" orient="horz" pos="1071" userDrawn="1">
          <p15:clr>
            <a:srgbClr val="F26B43"/>
          </p15:clr>
        </p15:guide>
        <p15:guide id="7" orient="horz" pos="245" userDrawn="1">
          <p15:clr>
            <a:srgbClr val="F26B43"/>
          </p15:clr>
        </p15:guide>
        <p15:guide id="8" orient="horz" pos="4081" userDrawn="1">
          <p15:clr>
            <a:srgbClr val="F26B43"/>
          </p15:clr>
        </p15:guide>
        <p15:guide id="10" pos="4987" userDrawn="1">
          <p15:clr>
            <a:srgbClr val="F26B43"/>
          </p15:clr>
        </p15:guide>
        <p15:guide id="12" pos="1383" userDrawn="1">
          <p15:clr>
            <a:srgbClr val="F26B43"/>
          </p15:clr>
        </p15:guide>
        <p15:guide id="13" pos="1496" userDrawn="1">
          <p15:clr>
            <a:srgbClr val="F26B43"/>
          </p15:clr>
        </p15:guide>
        <p15:guide id="14" pos="2581" userDrawn="1">
          <p15:clr>
            <a:srgbClr val="F26B43"/>
          </p15:clr>
        </p15:guide>
        <p15:guide id="15" pos="2695" userDrawn="1">
          <p15:clr>
            <a:srgbClr val="F26B43"/>
          </p15:clr>
        </p15:guide>
        <p15:guide id="16" pos="6185" userDrawn="1">
          <p15:clr>
            <a:srgbClr val="F26B43"/>
          </p15:clr>
        </p15:guide>
        <p15:guide id="17" pos="3783" userDrawn="1">
          <p15:clr>
            <a:srgbClr val="F26B43"/>
          </p15:clr>
        </p15:guide>
        <p15:guide id="18" pos="3896" userDrawn="1">
          <p15:clr>
            <a:srgbClr val="F26B43"/>
          </p15:clr>
        </p15:guide>
        <p15:guide id="19" pos="3840" userDrawn="1">
          <p15:clr>
            <a:srgbClr val="F26B43"/>
          </p15:clr>
        </p15:guide>
        <p15:guide id="20" pos="6299" userDrawn="1">
          <p15:clr>
            <a:srgbClr val="F26B43"/>
          </p15:clr>
        </p15:guide>
        <p15:guide id="21" orient="horz" pos="1049" userDrawn="1">
          <p15:clr>
            <a:srgbClr val="F26B43"/>
          </p15:clr>
        </p15:guide>
        <p15:guide id="22" orient="horz" pos="641" userDrawn="1">
          <p15:clr>
            <a:srgbClr val="F26B43"/>
          </p15:clr>
        </p15:guide>
        <p15:guide id="23" orient="horz" pos="2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0.xml"/><Relationship Id="rId5" Type="http://schemas.microsoft.com/office/2007/relationships/hdphoto" Target="../media/hdphoto1.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3.xml"/><Relationship Id="rId1" Type="http://schemas.openxmlformats.org/officeDocument/2006/relationships/tags" Target="../tags/tag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ubtitle 3"/>
          <p:cNvSpPr>
            <a:spLocks noGrp="1"/>
          </p:cNvSpPr>
          <p:nvPr>
            <p:ph type="subTitle" idx="1"/>
          </p:nvPr>
        </p:nvSpPr>
        <p:spPr>
          <a:xfrm>
            <a:off x="464950" y="6017265"/>
            <a:ext cx="9709828" cy="428895"/>
          </a:xfrm>
        </p:spPr>
        <p:txBody>
          <a:bodyPr/>
          <a:lstStyle/>
          <a:p>
            <a:r>
              <a:rPr lang="en-US" altLang="zh-TW" sz="2800" b="1" dirty="0">
                <a:solidFill>
                  <a:schemeClr val="accent6">
                    <a:lumMod val="75000"/>
                  </a:schemeClr>
                </a:solidFill>
                <a:latin typeface="微軟正黑體" panose="020B0604030504040204" pitchFamily="34" charset="-120"/>
              </a:rPr>
              <a:t>【iLegL</a:t>
            </a:r>
            <a:r>
              <a:rPr lang="zh-TW" altLang="en-US" sz="2800" b="1" dirty="0">
                <a:solidFill>
                  <a:schemeClr val="accent6">
                    <a:lumMod val="75000"/>
                  </a:schemeClr>
                </a:solidFill>
                <a:latin typeface="微軟正黑體" panose="020B0604030504040204" pitchFamily="34" charset="-120"/>
              </a:rPr>
              <a:t>合約管理平台</a:t>
            </a:r>
            <a:r>
              <a:rPr lang="en-US" altLang="zh-TW" sz="2800" b="1" dirty="0">
                <a:solidFill>
                  <a:schemeClr val="accent6">
                    <a:lumMod val="75000"/>
                  </a:schemeClr>
                </a:solidFill>
                <a:latin typeface="微軟正黑體" panose="020B0604030504040204" pitchFamily="34" charset="-120"/>
              </a:rPr>
              <a:t>】</a:t>
            </a:r>
            <a:r>
              <a:rPr lang="zh-TW" altLang="en-US" sz="2800" b="1" dirty="0">
                <a:solidFill>
                  <a:schemeClr val="accent6">
                    <a:lumMod val="75000"/>
                  </a:schemeClr>
                </a:solidFill>
                <a:latin typeface="微軟正黑體" panose="020B0604030504040204" pitchFamily="34" charset="-120"/>
              </a:rPr>
              <a:t>「標準導入」方案說明</a:t>
            </a:r>
            <a:endParaRPr lang="zh-TW" altLang="en-US" sz="2800" b="1" dirty="0">
              <a:solidFill>
                <a:schemeClr val="accent6">
                  <a:lumMod val="75000"/>
                </a:schemeClr>
              </a:solidFill>
              <a:latin typeface="+mj-ea"/>
              <a:ea typeface="+mj-ea"/>
            </a:endParaRPr>
          </a:p>
        </p:txBody>
      </p:sp>
      <p:pic>
        <p:nvPicPr>
          <p:cNvPr id="6" name="圖片 5">
            <a:extLst>
              <a:ext uri="{FF2B5EF4-FFF2-40B4-BE49-F238E27FC236}">
                <a16:creationId xmlns:a16="http://schemas.microsoft.com/office/drawing/2014/main" id="{1111CB65-EE17-437F-900D-996FA5056B8B}"/>
              </a:ext>
            </a:extLst>
          </p:cNvPr>
          <p:cNvPicPr>
            <a:picLocks noChangeAspect="1"/>
          </p:cNvPicPr>
          <p:nvPr/>
        </p:nvPicPr>
        <p:blipFill>
          <a:blip r:embed="rId3"/>
          <a:stretch>
            <a:fillRect/>
          </a:stretch>
        </p:blipFill>
        <p:spPr>
          <a:xfrm>
            <a:off x="350650" y="193801"/>
            <a:ext cx="1713627" cy="680411"/>
          </a:xfrm>
          <a:prstGeom prst="rect">
            <a:avLst/>
          </a:prstGeom>
        </p:spPr>
      </p:pic>
      <p:pic>
        <p:nvPicPr>
          <p:cNvPr id="7" name="圖片 6">
            <a:extLst>
              <a:ext uri="{FF2B5EF4-FFF2-40B4-BE49-F238E27FC236}">
                <a16:creationId xmlns:a16="http://schemas.microsoft.com/office/drawing/2014/main" id="{0BF7D13D-7743-4F04-B931-712643282FDB}"/>
              </a:ext>
            </a:extLst>
          </p:cNvPr>
          <p:cNvPicPr>
            <a:picLocks noChangeAspect="1"/>
          </p:cNvPicPr>
          <p:nvPr/>
        </p:nvPicPr>
        <p:blipFill rotWithShape="1">
          <a:blip r:embed="rId4" cstate="email">
            <a:grayscl/>
            <a:extLst>
              <a:ext uri="{BEBA8EAE-BF5A-486C-A8C5-ECC9F3942E4B}">
                <a14:imgProps xmlns:a14="http://schemas.microsoft.com/office/drawing/2010/main">
                  <a14:imgLayer r:embed="rId5">
                    <a14:imgEffect>
                      <a14:saturation sat="74000"/>
                    </a14:imgEffect>
                    <a14:imgEffect>
                      <a14:brightnessContrast bright="10000"/>
                    </a14:imgEffect>
                  </a14:imgLayer>
                </a14:imgProps>
              </a:ext>
              <a:ext uri="{28A0092B-C50C-407E-A947-70E740481C1C}">
                <a14:useLocalDpi xmlns:a14="http://schemas.microsoft.com/office/drawing/2010/main"/>
              </a:ext>
            </a:extLst>
          </a:blip>
          <a:srcRect/>
          <a:stretch/>
        </p:blipFill>
        <p:spPr>
          <a:xfrm>
            <a:off x="2219400" y="1211580"/>
            <a:ext cx="7790064" cy="4381911"/>
          </a:xfrm>
          <a:prstGeom prst="rect">
            <a:avLst/>
          </a:prstGeom>
        </p:spPr>
      </p:pic>
      <p:sp>
        <p:nvSpPr>
          <p:cNvPr id="4" name="Text Placeholder 4">
            <a:extLst>
              <a:ext uri="{FF2B5EF4-FFF2-40B4-BE49-F238E27FC236}">
                <a16:creationId xmlns:a16="http://schemas.microsoft.com/office/drawing/2014/main" id="{2EEA6CDD-6C87-06F6-2EC3-B55D20DFFE2B}"/>
              </a:ext>
            </a:extLst>
          </p:cNvPr>
          <p:cNvSpPr txBox="1">
            <a:spLocks/>
          </p:cNvSpPr>
          <p:nvPr/>
        </p:nvSpPr>
        <p:spPr>
          <a:xfrm>
            <a:off x="11895438" y="6643483"/>
            <a:ext cx="232831" cy="207011"/>
          </a:xfrm>
          <a:prstGeom prst="rect">
            <a:avLst/>
          </a:prstGeom>
        </p:spPr>
        <p:txBody>
          <a:bodyPr vert="horz" lIns="0" tIns="0" rIns="0" bIns="0" rtlCol="0" anchor="ctr">
            <a:noAutofit/>
          </a:bodyPr>
          <a:lstStyle>
            <a:lvl1pPr marL="0" indent="0" algn="l" defTabSz="1219110" rtl="0" eaLnBrk="1" latinLnBrk="0" hangingPunct="1">
              <a:spcBef>
                <a:spcPts val="0"/>
              </a:spcBef>
              <a:spcAft>
                <a:spcPts val="0"/>
              </a:spcAft>
              <a:buSzPct val="100000"/>
              <a:buFont typeface="Arial" panose="020B0604020202020204" pitchFamily="34" charset="0"/>
              <a:buNone/>
              <a:defRPr sz="1050" b="0" kern="1200">
                <a:solidFill>
                  <a:schemeClr val="tx1"/>
                </a:solidFill>
                <a:latin typeface="+mj-lt"/>
                <a:ea typeface="微軟正黑體" panose="020B0604030504040204" pitchFamily="34" charset="-120"/>
                <a:cs typeface="+mn-cs"/>
              </a:defRPr>
            </a:lvl1pPr>
            <a:lvl2pPr marL="0" indent="0" algn="l" defTabSz="1219110" rtl="0" eaLnBrk="1" latinLnBrk="0" hangingPunct="1">
              <a:spcBef>
                <a:spcPts val="0"/>
              </a:spcBef>
              <a:spcAft>
                <a:spcPts val="1333"/>
              </a:spcAft>
              <a:buClrTx/>
              <a:buSzPct val="100000"/>
              <a:buFont typeface="Arial"/>
              <a:buNone/>
              <a:defRPr lang="en-US" sz="1300" b="1" kern="1200">
                <a:solidFill>
                  <a:schemeClr val="bg1"/>
                </a:solidFill>
                <a:latin typeface="+mj-lt"/>
                <a:ea typeface="微軟正黑體" panose="020B0604030504040204" pitchFamily="34" charset="-120"/>
                <a:cs typeface="+mn-cs"/>
              </a:defRPr>
            </a:lvl2pPr>
            <a:lvl3pPr marL="235183" indent="-235183" algn="l" defTabSz="1219110" rtl="0" eaLnBrk="1" latinLnBrk="0" hangingPunct="1">
              <a:spcBef>
                <a:spcPts val="0"/>
              </a:spcBef>
              <a:spcAft>
                <a:spcPts val="1333"/>
              </a:spcAft>
              <a:buClrTx/>
              <a:buSzPct val="100000"/>
              <a:buFont typeface="Arial" panose="020B0604020202020204" pitchFamily="34" charset="0"/>
              <a:buChar char="•"/>
              <a:defRPr lang="en-US" sz="1300" kern="1200">
                <a:solidFill>
                  <a:schemeClr val="bg1"/>
                </a:solidFill>
                <a:latin typeface="微軟正黑體" panose="020B0604030504040204" pitchFamily="34" charset="-120"/>
                <a:ea typeface="微軟正黑體" panose="020B0604030504040204" pitchFamily="34" charset="-120"/>
                <a:cs typeface="+mn-cs"/>
              </a:defRPr>
            </a:lvl3pPr>
            <a:lvl4pPr marL="475164" indent="-235183" algn="l" defTabSz="1219110" rtl="0" eaLnBrk="1" latinLnBrk="0" hangingPunct="1">
              <a:spcBef>
                <a:spcPts val="0"/>
              </a:spcBef>
              <a:spcAft>
                <a:spcPts val="1333"/>
              </a:spcAft>
              <a:buClrTx/>
              <a:buSzPct val="100000"/>
              <a:buFont typeface="Verdana" panose="020B0604030504040204" pitchFamily="34" charset="0"/>
              <a:buChar char="−"/>
              <a:defRPr lang="en-US" sz="1300" kern="1200" baseline="0">
                <a:solidFill>
                  <a:schemeClr val="bg1"/>
                </a:solidFill>
                <a:latin typeface="微軟正黑體" panose="020B0604030504040204" pitchFamily="34" charset="-120"/>
                <a:ea typeface="微軟正黑體" panose="020B0604030504040204" pitchFamily="34" charset="-120"/>
                <a:cs typeface="+mn-cs"/>
              </a:defRPr>
            </a:lvl4pPr>
            <a:lvl5pPr marL="710348" indent="-235183" algn="l" defTabSz="1064604" rtl="0" eaLnBrk="1" latinLnBrk="0" hangingPunct="1">
              <a:spcBef>
                <a:spcPts val="0"/>
              </a:spcBef>
              <a:spcAft>
                <a:spcPts val="1333"/>
              </a:spcAft>
              <a:buClrTx/>
              <a:buSzPct val="100000"/>
              <a:buFont typeface="Verdana" panose="020B0604030504040204" pitchFamily="34" charset="0"/>
              <a:buChar char="−"/>
              <a:tabLst/>
              <a:defRPr lang="en-US" sz="1400" kern="1200" baseline="0">
                <a:solidFill>
                  <a:schemeClr val="bg1"/>
                </a:solidFill>
                <a:latin typeface="+mj-lt"/>
                <a:ea typeface="微軟正黑體" panose="020B0604030504040204" pitchFamily="34" charset="-120"/>
                <a:cs typeface="+mn-cs"/>
              </a:defRPr>
            </a:lvl5pPr>
            <a:lvl6pPr marL="710348" indent="-235183" algn="l" defTabSz="121911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48" indent="-235183" algn="l" defTabSz="121911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48" indent="-235183" algn="l" defTabSz="121911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48" indent="-235183" algn="l" defTabSz="121911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zh-TW" altLang="en-US" sz="800" dirty="0">
                <a:solidFill>
                  <a:schemeClr val="bg1">
                    <a:lumMod val="50000"/>
                  </a:schemeClr>
                </a:solidFill>
              </a:rPr>
              <a:t> </a:t>
            </a:r>
            <a:r>
              <a:rPr lang="en-US" altLang="zh-TW" sz="800" dirty="0">
                <a:solidFill>
                  <a:schemeClr val="bg1">
                    <a:lumMod val="50000"/>
                  </a:schemeClr>
                </a:solidFill>
              </a:rPr>
              <a:t>V1.4</a:t>
            </a:r>
            <a:endParaRPr lang="en-GB" altLang="zh-TW" sz="800" dirty="0">
              <a:solidFill>
                <a:schemeClr val="bg1">
                  <a:lumMod val="50000"/>
                </a:schemeClr>
              </a:solidFill>
            </a:endParaRPr>
          </a:p>
        </p:txBody>
      </p:sp>
      <p:sp>
        <p:nvSpPr>
          <p:cNvPr id="9" name="Text Placeholder 4">
            <a:extLst>
              <a:ext uri="{FF2B5EF4-FFF2-40B4-BE49-F238E27FC236}">
                <a16:creationId xmlns:a16="http://schemas.microsoft.com/office/drawing/2014/main" id="{6F880928-A153-CDF7-F738-75DD7EE9560C}"/>
              </a:ext>
            </a:extLst>
          </p:cNvPr>
          <p:cNvSpPr>
            <a:spLocks noGrp="1"/>
          </p:cNvSpPr>
          <p:nvPr>
            <p:ph type="body" sz="quarter" idx="10"/>
          </p:nvPr>
        </p:nvSpPr>
        <p:spPr>
          <a:xfrm>
            <a:off x="556809" y="6552043"/>
            <a:ext cx="2298104" cy="298451"/>
          </a:xfrm>
        </p:spPr>
        <p:txBody>
          <a:bodyPr/>
          <a:lstStyle/>
          <a:p>
            <a:r>
              <a:rPr lang="zh-TW" altLang="en-US" sz="1600" dirty="0">
                <a:solidFill>
                  <a:srgbClr val="00ABAB"/>
                </a:solidFill>
              </a:rPr>
              <a:t>  </a:t>
            </a:r>
            <a:r>
              <a:rPr lang="en-US" altLang="zh-TW" sz="1600" dirty="0">
                <a:solidFill>
                  <a:srgbClr val="00ABAB"/>
                </a:solidFill>
              </a:rPr>
              <a:t>YYYY</a:t>
            </a:r>
            <a:r>
              <a:rPr lang="en-GB" altLang="zh-TW" sz="1600" dirty="0">
                <a:solidFill>
                  <a:srgbClr val="00ABAB"/>
                </a:solidFill>
              </a:rPr>
              <a:t>/MM/DD  Tiffany</a:t>
            </a:r>
          </a:p>
        </p:txBody>
      </p:sp>
    </p:spTree>
    <p:extLst>
      <p:ext uri="{BB962C8B-B14F-4D97-AF65-F5344CB8AC3E}">
        <p14:creationId xmlns:p14="http://schemas.microsoft.com/office/powerpoint/2010/main" val="365245954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字方塊 37">
            <a:hlinkClick r:id="" action="ppaction://noaction"/>
            <a:extLst>
              <a:ext uri="{FF2B5EF4-FFF2-40B4-BE49-F238E27FC236}">
                <a16:creationId xmlns:a16="http://schemas.microsoft.com/office/drawing/2014/main" id="{C9639997-EE7F-4B7F-B5D7-2794BB102E00}"/>
              </a:ext>
            </a:extLst>
          </p:cNvPr>
          <p:cNvSpPr txBox="1"/>
          <p:nvPr/>
        </p:nvSpPr>
        <p:spPr>
          <a:xfrm>
            <a:off x="1808281" y="1447394"/>
            <a:ext cx="6692079" cy="492443"/>
          </a:xfrm>
          <a:prstGeom prst="rect">
            <a:avLst/>
          </a:prstGeom>
          <a:solidFill>
            <a:schemeClr val="bg1"/>
          </a:solidFill>
        </p:spPr>
        <p:txBody>
          <a:bodyPr wrap="square" lIns="0" tIns="0" rIns="0" bIns="0" rtlCol="0">
            <a:spAutoFit/>
          </a:bodyPr>
          <a:lstStyle/>
          <a:p>
            <a:pPr>
              <a:spcBef>
                <a:spcPts val="600"/>
              </a:spcBef>
              <a:buSzPct val="100000"/>
            </a:pPr>
            <a:r>
              <a:rPr lang="zh-TW" altLang="en-US" sz="2800" dirty="0">
                <a:solidFill>
                  <a:srgbClr val="313131"/>
                </a:solidFill>
              </a:rPr>
              <a:t>「標準導入」方案 </a:t>
            </a:r>
            <a:r>
              <a:rPr lang="en-US" altLang="zh-TW" sz="2800" dirty="0">
                <a:solidFill>
                  <a:srgbClr val="313131"/>
                </a:solidFill>
              </a:rPr>
              <a:t>–</a:t>
            </a:r>
            <a:r>
              <a:rPr lang="zh-TW" altLang="en-US" sz="2800" dirty="0">
                <a:solidFill>
                  <a:srgbClr val="313131"/>
                </a:solidFill>
              </a:rPr>
              <a:t> </a:t>
            </a:r>
            <a:r>
              <a:rPr lang="zh-TW" altLang="en-US" sz="3200" b="1" dirty="0">
                <a:solidFill>
                  <a:srgbClr val="0076A8"/>
                </a:solidFill>
                <a:latin typeface="微軟正黑體" panose="020B0604030504040204" pitchFamily="34" charset="-120"/>
              </a:rPr>
              <a:t>產品支援規格說明</a:t>
            </a:r>
          </a:p>
        </p:txBody>
      </p:sp>
      <p:sp>
        <p:nvSpPr>
          <p:cNvPr id="4" name="文字方塊 3">
            <a:extLst>
              <a:ext uri="{FF2B5EF4-FFF2-40B4-BE49-F238E27FC236}">
                <a16:creationId xmlns:a16="http://schemas.microsoft.com/office/drawing/2014/main" id="{486C932D-CFB3-4671-A486-F36D817B1EFB}"/>
              </a:ext>
            </a:extLst>
          </p:cNvPr>
          <p:cNvSpPr txBox="1"/>
          <p:nvPr/>
        </p:nvSpPr>
        <p:spPr>
          <a:xfrm>
            <a:off x="9485520" y="1506140"/>
            <a:ext cx="544306" cy="369332"/>
          </a:xfrm>
          <a:prstGeom prst="rect">
            <a:avLst/>
          </a:prstGeom>
          <a:solidFill>
            <a:schemeClr val="bg1"/>
          </a:solidFill>
        </p:spPr>
        <p:txBody>
          <a:bodyPr wrap="square" lIns="0" tIns="0" rIns="0" bIns="0" rtlCol="0">
            <a:spAutoFit/>
          </a:bodyPr>
          <a:lstStyle/>
          <a:p>
            <a:pPr>
              <a:spcBef>
                <a:spcPts val="600"/>
              </a:spcBef>
              <a:buSzPct val="100000"/>
            </a:pPr>
            <a:r>
              <a:rPr lang="en-US" altLang="zh-TW" dirty="0">
                <a:solidFill>
                  <a:srgbClr val="313131"/>
                </a:solidFill>
              </a:rPr>
              <a:t>   4</a:t>
            </a:r>
            <a:endParaRPr lang="zh-TW" altLang="en-US" dirty="0">
              <a:solidFill>
                <a:srgbClr val="313131"/>
              </a:solidFill>
            </a:endParaRPr>
          </a:p>
        </p:txBody>
      </p:sp>
      <p:sp>
        <p:nvSpPr>
          <p:cNvPr id="26" name="菱形 25">
            <a:extLst>
              <a:ext uri="{FF2B5EF4-FFF2-40B4-BE49-F238E27FC236}">
                <a16:creationId xmlns:a16="http://schemas.microsoft.com/office/drawing/2014/main" id="{423125CE-E276-4299-A964-27A9E47EE3CE}"/>
              </a:ext>
            </a:extLst>
          </p:cNvPr>
          <p:cNvSpPr/>
          <p:nvPr/>
        </p:nvSpPr>
        <p:spPr bwMode="gray">
          <a:xfrm>
            <a:off x="789249" y="1406699"/>
            <a:ext cx="888762" cy="533138"/>
          </a:xfrm>
          <a:prstGeom prst="diamond">
            <a:avLst/>
          </a:prstGeom>
          <a:solidFill>
            <a:schemeClr val="accent6">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4800" b="1" dirty="0">
              <a:solidFill>
                <a:schemeClr val="bg1"/>
              </a:solidFill>
            </a:endParaRPr>
          </a:p>
        </p:txBody>
      </p:sp>
      <p:sp>
        <p:nvSpPr>
          <p:cNvPr id="48" name="TextBox 52">
            <a:extLst>
              <a:ext uri="{FF2B5EF4-FFF2-40B4-BE49-F238E27FC236}">
                <a16:creationId xmlns:a16="http://schemas.microsoft.com/office/drawing/2014/main" id="{D6E3B1A5-1C06-4F39-A4DA-457356DCF466}"/>
              </a:ext>
            </a:extLst>
          </p:cNvPr>
          <p:cNvSpPr txBox="1"/>
          <p:nvPr/>
        </p:nvSpPr>
        <p:spPr>
          <a:xfrm>
            <a:off x="789249" y="1018572"/>
            <a:ext cx="888762" cy="738664"/>
          </a:xfrm>
          <a:prstGeom prst="rect">
            <a:avLst/>
          </a:prstGeom>
          <a:noFill/>
        </p:spPr>
        <p:txBody>
          <a:bodyPr wrap="square" lIns="0" tIns="0" rIns="0" bIns="0" rtlCol="0">
            <a:spAutoFit/>
          </a:bodyPr>
          <a:lstStyle/>
          <a:p>
            <a:pPr algn="ctr">
              <a:spcBef>
                <a:spcPts val="600"/>
              </a:spcBef>
              <a:buSzPct val="100000"/>
            </a:pPr>
            <a:r>
              <a:rPr lang="en-GB" sz="4800" dirty="0"/>
              <a:t>1</a:t>
            </a:r>
          </a:p>
        </p:txBody>
      </p:sp>
      <p:sp>
        <p:nvSpPr>
          <p:cNvPr id="2" name="Title 14">
            <a:extLst>
              <a:ext uri="{FF2B5EF4-FFF2-40B4-BE49-F238E27FC236}">
                <a16:creationId xmlns:a16="http://schemas.microsoft.com/office/drawing/2014/main" id="{09450287-2909-D0BE-E9F4-95CCBA4BD698}"/>
              </a:ext>
            </a:extLst>
          </p:cNvPr>
          <p:cNvSpPr txBox="1">
            <a:spLocks/>
          </p:cNvSpPr>
          <p:nvPr/>
        </p:nvSpPr>
        <p:spPr bwMode="gray">
          <a:xfrm>
            <a:off x="469900" y="336625"/>
            <a:ext cx="11252200" cy="456148"/>
          </a:xfrm>
          <a:prstGeom prst="rect">
            <a:avLst/>
          </a:prstGeom>
        </p:spPr>
        <p:txBody>
          <a:bodyPr vert="horz" lIns="0" tIns="0" rIns="0" bIns="0" rtlCol="0" anchor="t" anchorCtr="0">
            <a:noAutofit/>
          </a:bodyPr>
          <a:lstStyle>
            <a:lvl1pPr algn="l" defTabSz="1219110" rtl="0" eaLnBrk="1" latinLnBrk="0" hangingPunct="1">
              <a:spcBef>
                <a:spcPct val="0"/>
              </a:spcBef>
              <a:buNone/>
              <a:defRPr sz="2100" kern="1200">
                <a:solidFill>
                  <a:schemeClr val="tx1"/>
                </a:solidFill>
                <a:latin typeface="+mj-lt"/>
                <a:ea typeface="微軟正黑體" panose="020B0604030504040204" pitchFamily="34" charset="-120"/>
                <a:cs typeface="+mj-cs"/>
              </a:defRPr>
            </a:lvl1pPr>
          </a:lstStyle>
          <a:p>
            <a:r>
              <a:rPr lang="zh-TW" altLang="en-US" sz="2800" b="1" dirty="0"/>
              <a:t>大綱</a:t>
            </a:r>
            <a:endParaRPr lang="en-US" sz="2800" b="1" dirty="0"/>
          </a:p>
        </p:txBody>
      </p:sp>
      <p:sp>
        <p:nvSpPr>
          <p:cNvPr id="15" name="文字方塊 14">
            <a:hlinkClick r:id="" action="ppaction://noaction"/>
            <a:extLst>
              <a:ext uri="{FF2B5EF4-FFF2-40B4-BE49-F238E27FC236}">
                <a16:creationId xmlns:a16="http://schemas.microsoft.com/office/drawing/2014/main" id="{B95B61D8-4D33-8300-F893-E4581DEA8E07}"/>
              </a:ext>
            </a:extLst>
          </p:cNvPr>
          <p:cNvSpPr txBox="1"/>
          <p:nvPr/>
        </p:nvSpPr>
        <p:spPr>
          <a:xfrm>
            <a:off x="1808282" y="2557348"/>
            <a:ext cx="8221544" cy="492443"/>
          </a:xfrm>
          <a:prstGeom prst="rect">
            <a:avLst/>
          </a:prstGeom>
          <a:solidFill>
            <a:schemeClr val="bg1"/>
          </a:solidFill>
        </p:spPr>
        <p:txBody>
          <a:bodyPr wrap="square" lIns="0" tIns="0" rIns="0" bIns="0" rtlCol="0">
            <a:spAutoFit/>
          </a:bodyPr>
          <a:lstStyle/>
          <a:p>
            <a:pPr>
              <a:spcBef>
                <a:spcPts val="600"/>
              </a:spcBef>
              <a:buSzPct val="100000"/>
            </a:pPr>
            <a:r>
              <a:rPr lang="zh-TW" altLang="en-US" sz="2800" dirty="0">
                <a:solidFill>
                  <a:srgbClr val="313131"/>
                </a:solidFill>
              </a:rPr>
              <a:t>「標準導入」方案 </a:t>
            </a:r>
            <a:r>
              <a:rPr lang="en-US" altLang="zh-TW" sz="2800" dirty="0">
                <a:solidFill>
                  <a:srgbClr val="313131"/>
                </a:solidFill>
              </a:rPr>
              <a:t>–</a:t>
            </a:r>
            <a:r>
              <a:rPr lang="zh-TW" altLang="en-US" sz="2800" dirty="0">
                <a:solidFill>
                  <a:srgbClr val="313131"/>
                </a:solidFill>
              </a:rPr>
              <a:t> </a:t>
            </a:r>
            <a:r>
              <a:rPr lang="zh-TW" altLang="en-US" sz="3200" b="1" dirty="0">
                <a:solidFill>
                  <a:srgbClr val="0076A8"/>
                </a:solidFill>
                <a:latin typeface="微軟正黑體" panose="020B0604030504040204" pitchFamily="34" charset="-120"/>
              </a:rPr>
              <a:t>系統導入流程說明</a:t>
            </a:r>
          </a:p>
        </p:txBody>
      </p:sp>
      <p:sp>
        <p:nvSpPr>
          <p:cNvPr id="16" name="文字方塊 15">
            <a:extLst>
              <a:ext uri="{FF2B5EF4-FFF2-40B4-BE49-F238E27FC236}">
                <a16:creationId xmlns:a16="http://schemas.microsoft.com/office/drawing/2014/main" id="{D68663CA-4090-1B41-3EAF-769504270162}"/>
              </a:ext>
            </a:extLst>
          </p:cNvPr>
          <p:cNvSpPr txBox="1"/>
          <p:nvPr/>
        </p:nvSpPr>
        <p:spPr>
          <a:xfrm>
            <a:off x="9485080" y="2618903"/>
            <a:ext cx="417240" cy="369332"/>
          </a:xfrm>
          <a:prstGeom prst="rect">
            <a:avLst/>
          </a:prstGeom>
          <a:solidFill>
            <a:schemeClr val="bg1"/>
          </a:solidFill>
        </p:spPr>
        <p:txBody>
          <a:bodyPr wrap="square" lIns="0" tIns="0" rIns="0" bIns="0" rtlCol="0">
            <a:spAutoFit/>
          </a:bodyPr>
          <a:lstStyle/>
          <a:p>
            <a:pPr>
              <a:spcBef>
                <a:spcPts val="600"/>
              </a:spcBef>
              <a:buSzPct val="100000"/>
            </a:pPr>
            <a:r>
              <a:rPr lang="en-US" altLang="zh-TW" dirty="0">
                <a:solidFill>
                  <a:srgbClr val="313131"/>
                </a:solidFill>
              </a:rPr>
              <a:t> 44</a:t>
            </a:r>
            <a:endParaRPr lang="zh-TW" altLang="en-US" dirty="0">
              <a:solidFill>
                <a:srgbClr val="313131"/>
              </a:solidFill>
            </a:endParaRPr>
          </a:p>
        </p:txBody>
      </p:sp>
      <p:sp>
        <p:nvSpPr>
          <p:cNvPr id="17" name="菱形 16">
            <a:extLst>
              <a:ext uri="{FF2B5EF4-FFF2-40B4-BE49-F238E27FC236}">
                <a16:creationId xmlns:a16="http://schemas.microsoft.com/office/drawing/2014/main" id="{03C59132-2E37-DDFC-70F8-2FAD8A2C1D3F}"/>
              </a:ext>
            </a:extLst>
          </p:cNvPr>
          <p:cNvSpPr/>
          <p:nvPr/>
        </p:nvSpPr>
        <p:spPr bwMode="gray">
          <a:xfrm>
            <a:off x="766318" y="2528475"/>
            <a:ext cx="888762" cy="533138"/>
          </a:xfrm>
          <a:prstGeom prst="diamond">
            <a:avLst/>
          </a:prstGeom>
          <a:solidFill>
            <a:schemeClr val="accent6">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4800" b="1" dirty="0">
              <a:solidFill>
                <a:schemeClr val="bg1"/>
              </a:solidFill>
            </a:endParaRPr>
          </a:p>
        </p:txBody>
      </p:sp>
      <p:sp>
        <p:nvSpPr>
          <p:cNvPr id="18" name="TextBox 52">
            <a:extLst>
              <a:ext uri="{FF2B5EF4-FFF2-40B4-BE49-F238E27FC236}">
                <a16:creationId xmlns:a16="http://schemas.microsoft.com/office/drawing/2014/main" id="{A49BCBE7-0254-1D2D-4DF8-012ADF362A94}"/>
              </a:ext>
            </a:extLst>
          </p:cNvPr>
          <p:cNvSpPr txBox="1"/>
          <p:nvPr/>
        </p:nvSpPr>
        <p:spPr>
          <a:xfrm>
            <a:off x="766318" y="2140348"/>
            <a:ext cx="888762" cy="738664"/>
          </a:xfrm>
          <a:prstGeom prst="rect">
            <a:avLst/>
          </a:prstGeom>
          <a:noFill/>
        </p:spPr>
        <p:txBody>
          <a:bodyPr wrap="square" lIns="0" tIns="0" rIns="0" bIns="0" rtlCol="0">
            <a:spAutoFit/>
          </a:bodyPr>
          <a:lstStyle/>
          <a:p>
            <a:pPr algn="ctr">
              <a:spcBef>
                <a:spcPts val="600"/>
              </a:spcBef>
              <a:buSzPct val="100000"/>
            </a:pPr>
            <a:r>
              <a:rPr lang="en-GB" sz="4800" dirty="0"/>
              <a:t>2</a:t>
            </a:r>
          </a:p>
        </p:txBody>
      </p:sp>
      <p:sp>
        <p:nvSpPr>
          <p:cNvPr id="3" name="文字方塊 2">
            <a:hlinkClick r:id="" action="ppaction://noaction"/>
            <a:extLst>
              <a:ext uri="{FF2B5EF4-FFF2-40B4-BE49-F238E27FC236}">
                <a16:creationId xmlns:a16="http://schemas.microsoft.com/office/drawing/2014/main" id="{ADCD1643-0BEC-8D9C-AAF8-ECCC47422AD7}"/>
              </a:ext>
            </a:extLst>
          </p:cNvPr>
          <p:cNvSpPr txBox="1"/>
          <p:nvPr/>
        </p:nvSpPr>
        <p:spPr>
          <a:xfrm>
            <a:off x="1831213" y="3679124"/>
            <a:ext cx="8221544" cy="492443"/>
          </a:xfrm>
          <a:prstGeom prst="rect">
            <a:avLst/>
          </a:prstGeom>
          <a:solidFill>
            <a:schemeClr val="bg1"/>
          </a:solidFill>
        </p:spPr>
        <p:txBody>
          <a:bodyPr wrap="square" lIns="0" tIns="0" rIns="0" bIns="0" rtlCol="0">
            <a:spAutoFit/>
          </a:bodyPr>
          <a:lstStyle/>
          <a:p>
            <a:pPr>
              <a:spcBef>
                <a:spcPts val="600"/>
              </a:spcBef>
              <a:buSzPct val="100000"/>
            </a:pPr>
            <a:r>
              <a:rPr lang="zh-TW" altLang="en-US" sz="2800" dirty="0">
                <a:solidFill>
                  <a:srgbClr val="313131"/>
                </a:solidFill>
              </a:rPr>
              <a:t>「標準導入」方案 </a:t>
            </a:r>
            <a:r>
              <a:rPr lang="en-US" altLang="zh-TW" sz="2800" dirty="0">
                <a:solidFill>
                  <a:srgbClr val="313131"/>
                </a:solidFill>
              </a:rPr>
              <a:t>–</a:t>
            </a:r>
            <a:r>
              <a:rPr lang="zh-TW" altLang="en-US" sz="2800" dirty="0">
                <a:solidFill>
                  <a:srgbClr val="313131"/>
                </a:solidFill>
              </a:rPr>
              <a:t> </a:t>
            </a:r>
            <a:r>
              <a:rPr lang="zh-TW" altLang="en-US" sz="3200" b="1" dirty="0">
                <a:solidFill>
                  <a:srgbClr val="0076A8"/>
                </a:solidFill>
                <a:latin typeface="微軟正黑體" panose="020B0604030504040204" pitchFamily="34" charset="-120"/>
              </a:rPr>
              <a:t>客戶需自行設定項目</a:t>
            </a:r>
            <a:endParaRPr lang="zh-TW" altLang="en-US" sz="3200" dirty="0">
              <a:solidFill>
                <a:srgbClr val="0076A8"/>
              </a:solidFill>
            </a:endParaRPr>
          </a:p>
        </p:txBody>
      </p:sp>
      <p:sp>
        <p:nvSpPr>
          <p:cNvPr id="5" name="文字方塊 4">
            <a:extLst>
              <a:ext uri="{FF2B5EF4-FFF2-40B4-BE49-F238E27FC236}">
                <a16:creationId xmlns:a16="http://schemas.microsoft.com/office/drawing/2014/main" id="{B4898D13-E451-3490-0B3C-68D78FD7E4FE}"/>
              </a:ext>
            </a:extLst>
          </p:cNvPr>
          <p:cNvSpPr txBox="1"/>
          <p:nvPr/>
        </p:nvSpPr>
        <p:spPr>
          <a:xfrm>
            <a:off x="9485080" y="3726917"/>
            <a:ext cx="483568" cy="369332"/>
          </a:xfrm>
          <a:prstGeom prst="rect">
            <a:avLst/>
          </a:prstGeom>
          <a:solidFill>
            <a:schemeClr val="bg1"/>
          </a:solidFill>
        </p:spPr>
        <p:txBody>
          <a:bodyPr wrap="square" lIns="0" tIns="0" rIns="0" bIns="0" rtlCol="0">
            <a:spAutoFit/>
          </a:bodyPr>
          <a:lstStyle/>
          <a:p>
            <a:pPr>
              <a:spcBef>
                <a:spcPts val="600"/>
              </a:spcBef>
              <a:buSzPct val="100000"/>
            </a:pPr>
            <a:r>
              <a:rPr lang="en-US" altLang="zh-TW" dirty="0">
                <a:solidFill>
                  <a:srgbClr val="313131"/>
                </a:solidFill>
              </a:rPr>
              <a:t> 46</a:t>
            </a:r>
            <a:endParaRPr lang="zh-TW" altLang="en-US" dirty="0">
              <a:solidFill>
                <a:srgbClr val="313131"/>
              </a:solidFill>
            </a:endParaRPr>
          </a:p>
        </p:txBody>
      </p:sp>
      <p:sp>
        <p:nvSpPr>
          <p:cNvPr id="6" name="菱形 5">
            <a:extLst>
              <a:ext uri="{FF2B5EF4-FFF2-40B4-BE49-F238E27FC236}">
                <a16:creationId xmlns:a16="http://schemas.microsoft.com/office/drawing/2014/main" id="{5FE46C3B-ECA4-3F61-CE5D-6E87F6DB9466}"/>
              </a:ext>
            </a:extLst>
          </p:cNvPr>
          <p:cNvSpPr/>
          <p:nvPr/>
        </p:nvSpPr>
        <p:spPr bwMode="gray">
          <a:xfrm>
            <a:off x="789249" y="3650251"/>
            <a:ext cx="888762" cy="533138"/>
          </a:xfrm>
          <a:prstGeom prst="diamond">
            <a:avLst/>
          </a:prstGeom>
          <a:solidFill>
            <a:schemeClr val="accent6">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zh-TW" altLang="en-US" sz="4800" b="1" dirty="0">
              <a:solidFill>
                <a:schemeClr val="bg1"/>
              </a:solidFill>
            </a:endParaRPr>
          </a:p>
        </p:txBody>
      </p:sp>
      <p:sp>
        <p:nvSpPr>
          <p:cNvPr id="7" name="TextBox 52">
            <a:extLst>
              <a:ext uri="{FF2B5EF4-FFF2-40B4-BE49-F238E27FC236}">
                <a16:creationId xmlns:a16="http://schemas.microsoft.com/office/drawing/2014/main" id="{F2189C76-EBA0-18C0-691B-953313D5ECD6}"/>
              </a:ext>
            </a:extLst>
          </p:cNvPr>
          <p:cNvSpPr txBox="1"/>
          <p:nvPr/>
        </p:nvSpPr>
        <p:spPr>
          <a:xfrm>
            <a:off x="789249" y="3262124"/>
            <a:ext cx="888762" cy="738664"/>
          </a:xfrm>
          <a:prstGeom prst="rect">
            <a:avLst/>
          </a:prstGeom>
          <a:noFill/>
        </p:spPr>
        <p:txBody>
          <a:bodyPr wrap="square" lIns="0" tIns="0" rIns="0" bIns="0" rtlCol="0">
            <a:spAutoFit/>
          </a:bodyPr>
          <a:lstStyle/>
          <a:p>
            <a:pPr algn="ctr">
              <a:spcBef>
                <a:spcPts val="600"/>
              </a:spcBef>
              <a:buSzPct val="100000"/>
            </a:pPr>
            <a:r>
              <a:rPr lang="en-GB" sz="4800" dirty="0"/>
              <a:t>3</a:t>
            </a:r>
          </a:p>
        </p:txBody>
      </p:sp>
    </p:spTree>
    <p:extLst>
      <p:ext uri="{BB962C8B-B14F-4D97-AF65-F5344CB8AC3E}">
        <p14:creationId xmlns:p14="http://schemas.microsoft.com/office/powerpoint/2010/main" val="182063728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D5F2A142-5FD7-6960-F68F-A9F6CB979718}"/>
              </a:ext>
            </a:extLst>
          </p:cNvPr>
          <p:cNvSpPr txBox="1"/>
          <p:nvPr/>
        </p:nvSpPr>
        <p:spPr>
          <a:xfrm>
            <a:off x="432158" y="958652"/>
            <a:ext cx="10917631" cy="4602157"/>
          </a:xfrm>
          <a:prstGeom prst="rect">
            <a:avLst/>
          </a:prstGeom>
          <a:noFill/>
        </p:spPr>
        <p:txBody>
          <a:bodyPr wrap="square" lIns="0" tIns="0" rIns="0" bIns="0" rtlCol="0">
            <a:spAutoFit/>
          </a:bodyPr>
          <a:lstStyle/>
          <a:p>
            <a:pPr marL="342900" indent="-342900">
              <a:spcBef>
                <a:spcPts val="600"/>
              </a:spcBef>
              <a:buSzPct val="100000"/>
              <a:buFont typeface="Wingdings" panose="05000000000000000000" pitchFamily="2" charset="2"/>
              <a:buChar char="l"/>
            </a:pPr>
            <a:r>
              <a:rPr lang="zh-TW" altLang="en-US" b="1" dirty="0">
                <a:solidFill>
                  <a:schemeClr val="accent6">
                    <a:lumMod val="75000"/>
                  </a:schemeClr>
                </a:solidFill>
                <a:latin typeface="微軟正黑體" panose="020B0604030504040204" pitchFamily="34" charset="-120"/>
                <a:ea typeface="微軟正黑體" panose="020B0604030504040204" pitchFamily="34" charset="-120"/>
              </a:rPr>
              <a:t>套用目前產品所支援之標準規格，包括以下：</a:t>
            </a:r>
            <a:endParaRPr lang="en-US" altLang="zh-TW" b="1" dirty="0">
              <a:solidFill>
                <a:schemeClr val="accent6">
                  <a:lumMod val="75000"/>
                </a:schemeClr>
              </a:solidFill>
              <a:latin typeface="微軟正黑體" panose="020B0604030504040204" pitchFamily="34" charset="-120"/>
              <a:ea typeface="微軟正黑體" panose="020B0604030504040204" pitchFamily="34" charset="-120"/>
            </a:endParaRPr>
          </a:p>
          <a:p>
            <a:pPr>
              <a:spcBef>
                <a:spcPts val="600"/>
              </a:spcBef>
              <a:buSzPct val="100000"/>
            </a:pPr>
            <a:r>
              <a:rPr lang="zh-TW" altLang="en-US" sz="2000" b="1" dirty="0">
                <a:solidFill>
                  <a:srgbClr val="046A38"/>
                </a:solidFill>
                <a:latin typeface="微軟正黑體" panose="020B0604030504040204" pitchFamily="34" charset="-120"/>
                <a:ea typeface="微軟正黑體" panose="020B0604030504040204" pitchFamily="34" charset="-120"/>
              </a:rPr>
              <a:t>   </a:t>
            </a:r>
            <a:r>
              <a:rPr lang="en-US" altLang="zh-TW" sz="2000" b="1" dirty="0">
                <a:solidFill>
                  <a:schemeClr val="accent6">
                    <a:lumMod val="75000"/>
                  </a:schemeClr>
                </a:solidFill>
                <a:latin typeface="微軟正黑體" panose="020B0604030504040204" pitchFamily="34" charset="-120"/>
                <a:ea typeface="微軟正黑體" panose="020B0604030504040204" pitchFamily="34" charset="-120"/>
              </a:rPr>
              <a:t>《</a:t>
            </a:r>
            <a:r>
              <a:rPr lang="zh-TW" altLang="en-US" sz="2000" b="1" dirty="0">
                <a:solidFill>
                  <a:schemeClr val="accent6">
                    <a:lumMod val="75000"/>
                  </a:schemeClr>
                </a:solidFill>
                <a:latin typeface="微軟正黑體" panose="020B0604030504040204" pitchFamily="34" charset="-120"/>
                <a:ea typeface="微軟正黑體" panose="020B0604030504040204" pitchFamily="34" charset="-120"/>
              </a:rPr>
              <a:t>支援的審核流程條件</a:t>
            </a:r>
            <a:r>
              <a:rPr lang="en-US" altLang="zh-TW" sz="2000" b="1" dirty="0">
                <a:solidFill>
                  <a:schemeClr val="accent6">
                    <a:lumMod val="75000"/>
                  </a:schemeClr>
                </a:solidFill>
                <a:latin typeface="微軟正黑體" panose="020B0604030504040204" pitchFamily="34" charset="-120"/>
                <a:ea typeface="微軟正黑體" panose="020B0604030504040204" pitchFamily="34" charset="-120"/>
              </a:rPr>
              <a:t>》</a:t>
            </a:r>
            <a:r>
              <a:rPr lang="zh-TW" altLang="en-US" sz="2000" b="1" dirty="0">
                <a:solidFill>
                  <a:schemeClr val="accent6">
                    <a:lumMod val="75000"/>
                  </a:schemeClr>
                </a:solidFill>
                <a:latin typeface="微軟正黑體" panose="020B0604030504040204" pitchFamily="34" charset="-120"/>
                <a:ea typeface="微軟正黑體" panose="020B0604030504040204" pitchFamily="34" charset="-120"/>
              </a:rPr>
              <a:t>、</a:t>
            </a:r>
            <a:r>
              <a:rPr lang="en-US" altLang="zh-TW" sz="2000" b="1" dirty="0">
                <a:solidFill>
                  <a:schemeClr val="accent6">
                    <a:lumMod val="75000"/>
                  </a:schemeClr>
                </a:solidFill>
                <a:latin typeface="微軟正黑體" panose="020B0604030504040204" pitchFamily="34" charset="-120"/>
                <a:ea typeface="微軟正黑體" panose="020B0604030504040204" pitchFamily="34" charset="-120"/>
              </a:rPr>
              <a:t>《</a:t>
            </a:r>
            <a:r>
              <a:rPr lang="zh-TW" altLang="en-US" sz="2000" b="1" dirty="0">
                <a:solidFill>
                  <a:schemeClr val="accent6">
                    <a:lumMod val="75000"/>
                  </a:schemeClr>
                </a:solidFill>
                <a:latin typeface="微軟正黑體" panose="020B0604030504040204" pitchFamily="34" charset="-120"/>
                <a:ea typeface="微軟正黑體" panose="020B0604030504040204" pitchFamily="34" charset="-120"/>
              </a:rPr>
              <a:t>資料閱覽權限</a:t>
            </a:r>
            <a:r>
              <a:rPr lang="en-US" altLang="zh-TW" sz="2000" b="1" dirty="0">
                <a:solidFill>
                  <a:schemeClr val="accent6">
                    <a:lumMod val="75000"/>
                  </a:schemeClr>
                </a:solidFill>
                <a:latin typeface="微軟正黑體" panose="020B0604030504040204" pitchFamily="34" charset="-120"/>
                <a:ea typeface="微軟正黑體" panose="020B0604030504040204" pitchFamily="34" charset="-120"/>
              </a:rPr>
              <a:t>》</a:t>
            </a:r>
            <a:r>
              <a:rPr lang="zh-TW" altLang="en-US" sz="2000" b="1" dirty="0">
                <a:solidFill>
                  <a:schemeClr val="accent6">
                    <a:lumMod val="75000"/>
                  </a:schemeClr>
                </a:solidFill>
                <a:latin typeface="微軟正黑體" panose="020B0604030504040204" pitchFamily="34" charset="-120"/>
                <a:ea typeface="微軟正黑體" panose="020B0604030504040204" pitchFamily="34" charset="-120"/>
              </a:rPr>
              <a:t>、 </a:t>
            </a:r>
            <a:r>
              <a:rPr lang="en-US" altLang="zh-TW" sz="2000" b="1" dirty="0">
                <a:solidFill>
                  <a:schemeClr val="accent6">
                    <a:lumMod val="75000"/>
                  </a:schemeClr>
                </a:solidFill>
                <a:latin typeface="微軟正黑體" panose="020B0604030504040204" pitchFamily="34" charset="-120"/>
                <a:ea typeface="微軟正黑體" panose="020B0604030504040204" pitchFamily="34" charset="-120"/>
              </a:rPr>
              <a:t>《</a:t>
            </a:r>
            <a:r>
              <a:rPr lang="zh-TW" altLang="en-US" sz="2000" b="1" dirty="0">
                <a:solidFill>
                  <a:schemeClr val="accent6">
                    <a:lumMod val="75000"/>
                  </a:schemeClr>
                </a:solidFill>
                <a:latin typeface="微軟正黑體" panose="020B0604030504040204" pitchFamily="34" charset="-120"/>
                <a:ea typeface="微軟正黑體" panose="020B0604030504040204" pitchFamily="34" charset="-120"/>
              </a:rPr>
              <a:t>支援的簽核功能</a:t>
            </a:r>
            <a:r>
              <a:rPr lang="en-US" altLang="zh-TW" sz="2000" b="1" dirty="0">
                <a:solidFill>
                  <a:schemeClr val="accent6">
                    <a:lumMod val="75000"/>
                  </a:schemeClr>
                </a:solidFill>
                <a:latin typeface="微軟正黑體" panose="020B0604030504040204" pitchFamily="34" charset="-120"/>
                <a:ea typeface="微軟正黑體" panose="020B0604030504040204" pitchFamily="34" charset="-120"/>
              </a:rPr>
              <a:t>》</a:t>
            </a:r>
            <a:r>
              <a:rPr lang="zh-TW" altLang="en-US" sz="2000" b="1" dirty="0">
                <a:solidFill>
                  <a:schemeClr val="accent6">
                    <a:lumMod val="75000"/>
                  </a:schemeClr>
                </a:solidFill>
                <a:latin typeface="微軟正黑體" panose="020B0604030504040204" pitchFamily="34" charset="-120"/>
                <a:ea typeface="微軟正黑體" panose="020B0604030504040204" pitchFamily="34" charset="-120"/>
              </a:rPr>
              <a:t>、</a:t>
            </a:r>
            <a:r>
              <a:rPr lang="en-US" altLang="zh-TW" sz="2000" b="1" dirty="0">
                <a:solidFill>
                  <a:schemeClr val="accent6">
                    <a:lumMod val="75000"/>
                  </a:schemeClr>
                </a:solidFill>
                <a:latin typeface="微軟正黑體" panose="020B0604030504040204" pitchFamily="34" charset="-120"/>
                <a:ea typeface="微軟正黑體" panose="020B0604030504040204" pitchFamily="34" charset="-120"/>
              </a:rPr>
              <a:t>《</a:t>
            </a:r>
            <a:r>
              <a:rPr lang="zh-TW" altLang="en-US" sz="2000" b="1" dirty="0">
                <a:solidFill>
                  <a:schemeClr val="accent6">
                    <a:lumMod val="75000"/>
                  </a:schemeClr>
                </a:solidFill>
                <a:latin typeface="微軟正黑體" panose="020B0604030504040204" pitchFamily="34" charset="-120"/>
                <a:ea typeface="微軟正黑體" panose="020B0604030504040204" pitchFamily="34" charset="-120"/>
              </a:rPr>
              <a:t>支援的審核者角色</a:t>
            </a:r>
            <a:r>
              <a:rPr lang="en-US" altLang="zh-TW" sz="2000" b="1" dirty="0">
                <a:solidFill>
                  <a:schemeClr val="accent6">
                    <a:lumMod val="75000"/>
                  </a:schemeClr>
                </a:solidFill>
                <a:latin typeface="微軟正黑體" panose="020B0604030504040204" pitchFamily="34" charset="-120"/>
                <a:ea typeface="微軟正黑體" panose="020B0604030504040204" pitchFamily="34" charset="-120"/>
              </a:rPr>
              <a:t>》</a:t>
            </a:r>
            <a:r>
              <a:rPr lang="zh-TW" altLang="en-US" sz="2000" b="1" dirty="0">
                <a:solidFill>
                  <a:schemeClr val="accent6">
                    <a:lumMod val="75000"/>
                  </a:schemeClr>
                </a:solidFill>
                <a:latin typeface="微軟正黑體" panose="020B0604030504040204" pitchFamily="34" charset="-120"/>
                <a:ea typeface="微軟正黑體" panose="020B0604030504040204" pitchFamily="34" charset="-120"/>
              </a:rPr>
              <a:t>、 </a:t>
            </a:r>
            <a:endParaRPr lang="en-US" altLang="zh-TW" sz="2000" b="1" dirty="0">
              <a:solidFill>
                <a:schemeClr val="accent6">
                  <a:lumMod val="75000"/>
                </a:schemeClr>
              </a:solidFill>
              <a:latin typeface="微軟正黑體" panose="020B0604030504040204" pitchFamily="34" charset="-120"/>
              <a:ea typeface="微軟正黑體" panose="020B0604030504040204" pitchFamily="34" charset="-120"/>
            </a:endParaRPr>
          </a:p>
          <a:p>
            <a:pPr>
              <a:spcBef>
                <a:spcPts val="600"/>
              </a:spcBef>
              <a:buSzPct val="100000"/>
            </a:pPr>
            <a:r>
              <a:rPr lang="zh-TW" altLang="en-US" sz="2000" b="1" dirty="0">
                <a:solidFill>
                  <a:schemeClr val="accent6">
                    <a:lumMod val="75000"/>
                  </a:schemeClr>
                </a:solidFill>
                <a:latin typeface="微軟正黑體" panose="020B0604030504040204" pitchFamily="34" charset="-120"/>
                <a:ea typeface="微軟正黑體" panose="020B0604030504040204" pitchFamily="34" charset="-120"/>
              </a:rPr>
              <a:t>   </a:t>
            </a:r>
            <a:r>
              <a:rPr lang="en-US" altLang="zh-TW" sz="2000" b="1" dirty="0">
                <a:solidFill>
                  <a:schemeClr val="accent6">
                    <a:lumMod val="75000"/>
                  </a:schemeClr>
                </a:solidFill>
                <a:latin typeface="微軟正黑體" panose="020B0604030504040204" pitchFamily="34" charset="-120"/>
                <a:ea typeface="微軟正黑體" panose="020B0604030504040204" pitchFamily="34" charset="-120"/>
              </a:rPr>
              <a:t>《AD</a:t>
            </a:r>
            <a:r>
              <a:rPr lang="zh-TW" altLang="en-US" sz="2000" b="1" dirty="0">
                <a:solidFill>
                  <a:schemeClr val="accent6">
                    <a:lumMod val="75000"/>
                  </a:schemeClr>
                </a:solidFill>
                <a:latin typeface="微軟正黑體" panose="020B0604030504040204" pitchFamily="34" charset="-120"/>
                <a:ea typeface="微軟正黑體" panose="020B0604030504040204" pitchFamily="34" charset="-120"/>
              </a:rPr>
              <a:t>整合方式</a:t>
            </a:r>
            <a:r>
              <a:rPr lang="en-US" altLang="zh-TW" sz="2000" b="1" dirty="0">
                <a:solidFill>
                  <a:schemeClr val="accent6">
                    <a:lumMod val="75000"/>
                  </a:schemeClr>
                </a:solidFill>
                <a:latin typeface="微軟正黑體" panose="020B0604030504040204" pitchFamily="34" charset="-120"/>
                <a:ea typeface="微軟正黑體" panose="020B0604030504040204" pitchFamily="34" charset="-120"/>
              </a:rPr>
              <a:t>》</a:t>
            </a:r>
            <a:r>
              <a:rPr lang="zh-TW" altLang="en-US" sz="2000" b="1" dirty="0">
                <a:solidFill>
                  <a:schemeClr val="accent6">
                    <a:lumMod val="75000"/>
                  </a:schemeClr>
                </a:solidFill>
                <a:latin typeface="微軟正黑體" panose="020B0604030504040204" pitchFamily="34" charset="-120"/>
                <a:ea typeface="微軟正黑體" panose="020B0604030504040204" pitchFamily="34" charset="-120"/>
              </a:rPr>
              <a:t>、</a:t>
            </a:r>
            <a:r>
              <a:rPr lang="en-US" altLang="zh-TW" sz="2000" b="1" dirty="0">
                <a:solidFill>
                  <a:schemeClr val="accent6">
                    <a:lumMod val="75000"/>
                  </a:schemeClr>
                </a:solidFill>
                <a:latin typeface="微軟正黑體" panose="020B0604030504040204" pitchFamily="34" charset="-120"/>
                <a:ea typeface="微軟正黑體" panose="020B0604030504040204" pitchFamily="34" charset="-120"/>
              </a:rPr>
              <a:t>《</a:t>
            </a:r>
            <a:r>
              <a:rPr lang="zh-TW" altLang="en-US" sz="2000" b="1" dirty="0">
                <a:solidFill>
                  <a:schemeClr val="accent6">
                    <a:lumMod val="75000"/>
                  </a:schemeClr>
                </a:solidFill>
                <a:latin typeface="微軟正黑體" panose="020B0604030504040204" pitchFamily="34" charset="-120"/>
                <a:ea typeface="微軟正黑體" panose="020B0604030504040204" pitchFamily="34" charset="-120"/>
              </a:rPr>
              <a:t>人事和組織資料整合方式</a:t>
            </a:r>
            <a:r>
              <a:rPr lang="en-US" altLang="zh-TW" sz="2000" b="1" dirty="0">
                <a:solidFill>
                  <a:schemeClr val="accent6">
                    <a:lumMod val="75000"/>
                  </a:schemeClr>
                </a:solidFill>
                <a:latin typeface="微軟正黑體" panose="020B0604030504040204" pitchFamily="34" charset="-120"/>
                <a:ea typeface="微軟正黑體" panose="020B0604030504040204" pitchFamily="34" charset="-120"/>
              </a:rPr>
              <a:t>》…</a:t>
            </a:r>
            <a:r>
              <a:rPr lang="zh-TW" altLang="en-US" sz="2000" b="1" dirty="0">
                <a:solidFill>
                  <a:schemeClr val="accent6">
                    <a:lumMod val="75000"/>
                  </a:schemeClr>
                </a:solidFill>
                <a:latin typeface="微軟正黑體" panose="020B0604030504040204" pitchFamily="34" charset="-120"/>
                <a:ea typeface="微軟正黑體" panose="020B0604030504040204" pitchFamily="34" charset="-120"/>
              </a:rPr>
              <a:t>等</a:t>
            </a:r>
            <a:endParaRPr lang="en-US" altLang="zh-TW" sz="2000" b="1" dirty="0">
              <a:solidFill>
                <a:schemeClr val="accent6">
                  <a:lumMod val="75000"/>
                </a:schemeClr>
              </a:solidFill>
              <a:latin typeface="微軟正黑體" panose="020B0604030504040204" pitchFamily="34" charset="-120"/>
              <a:ea typeface="微軟正黑體" panose="020B0604030504040204" pitchFamily="34" charset="-120"/>
            </a:endParaRPr>
          </a:p>
          <a:p>
            <a:pPr marL="625475" indent="-265113">
              <a:spcBef>
                <a:spcPts val="600"/>
              </a:spcBef>
              <a:buSzPct val="100000"/>
              <a:buFont typeface="Wingdings" panose="05000000000000000000" pitchFamily="2" charset="2"/>
              <a:buChar char="u"/>
            </a:pPr>
            <a:r>
              <a:rPr lang="zh-TW" altLang="en-US" sz="1600" dirty="0">
                <a:solidFill>
                  <a:srgbClr val="FF3399"/>
                </a:solidFill>
                <a:latin typeface="微軟正黑體" panose="020B0604030504040204" pitchFamily="34" charset="-120"/>
                <a:ea typeface="微軟正黑體" panose="020B0604030504040204" pitchFamily="34" charset="-120"/>
              </a:rPr>
              <a:t>如為標準規格以外之需求，即屬客製，需另外評估客製費用。</a:t>
            </a:r>
            <a:endParaRPr lang="en-US" altLang="zh-TW" sz="1600" dirty="0">
              <a:solidFill>
                <a:srgbClr val="FF3399"/>
              </a:solidFill>
              <a:latin typeface="微軟正黑體" panose="020B0604030504040204" pitchFamily="34" charset="-120"/>
              <a:ea typeface="微軟正黑體" panose="020B0604030504040204" pitchFamily="34" charset="-120"/>
            </a:endParaRPr>
          </a:p>
          <a:p>
            <a:pPr marL="182563">
              <a:spcBef>
                <a:spcPts val="600"/>
              </a:spcBef>
              <a:buSzPct val="100000"/>
            </a:pPr>
            <a:endParaRPr lang="en-US" altLang="zh-TW" sz="1800" dirty="0">
              <a:solidFill>
                <a:srgbClr val="DA291C"/>
              </a:solidFill>
              <a:latin typeface="微軟正黑體" panose="020B0604030504040204" pitchFamily="34" charset="-120"/>
              <a:ea typeface="微軟正黑體" panose="020B0604030504040204" pitchFamily="34" charset="-120"/>
            </a:endParaRPr>
          </a:p>
          <a:p>
            <a:pPr marL="342900" indent="-342900">
              <a:spcBef>
                <a:spcPts val="600"/>
              </a:spcBef>
              <a:buSzPct val="100000"/>
              <a:buFont typeface="Wingdings" panose="05000000000000000000" pitchFamily="2" charset="2"/>
              <a:buChar char="l"/>
            </a:pPr>
            <a:r>
              <a:rPr lang="zh-TW" altLang="en-US" b="1" dirty="0">
                <a:solidFill>
                  <a:schemeClr val="accent6">
                    <a:lumMod val="75000"/>
                  </a:schemeClr>
                </a:solidFill>
                <a:latin typeface="微軟正黑體" panose="020B0604030504040204" pitchFamily="34" charset="-120"/>
                <a:ea typeface="微軟正黑體" panose="020B0604030504040204" pitchFamily="34" charset="-120"/>
              </a:rPr>
              <a:t>僅針對一家公司進行導入工程。</a:t>
            </a:r>
            <a:endParaRPr lang="en-US" altLang="zh-TW" b="1" dirty="0">
              <a:solidFill>
                <a:schemeClr val="accent6">
                  <a:lumMod val="75000"/>
                </a:schemeClr>
              </a:solidFill>
              <a:latin typeface="微軟正黑體" panose="020B0604030504040204" pitchFamily="34" charset="-120"/>
              <a:ea typeface="微軟正黑體" panose="020B0604030504040204" pitchFamily="34" charset="-120"/>
            </a:endParaRPr>
          </a:p>
          <a:p>
            <a:pPr marL="360363" indent="177800">
              <a:spcBef>
                <a:spcPts val="600"/>
              </a:spcBef>
              <a:buSzPct val="100000"/>
              <a:buFont typeface="Wingdings" panose="05000000000000000000" pitchFamily="2" charset="2"/>
              <a:buChar char="u"/>
            </a:pPr>
            <a:r>
              <a:rPr lang="zh-TW" altLang="en-US" sz="1600" dirty="0">
                <a:solidFill>
                  <a:srgbClr val="FF3399"/>
                </a:solidFill>
                <a:latin typeface="微軟正黑體" panose="020B0604030504040204" pitchFamily="34" charset="-120"/>
                <a:ea typeface="微軟正黑體" panose="020B0604030504040204" pitchFamily="34" charset="-120"/>
              </a:rPr>
              <a:t> 如需導入其他子公司，可以加購</a:t>
            </a:r>
            <a:r>
              <a:rPr lang="en-US" altLang="zh-TW" sz="1600" dirty="0">
                <a:solidFill>
                  <a:srgbClr val="FF3399"/>
                </a:solidFill>
                <a:latin typeface="微軟正黑體" panose="020B0604030504040204" pitchFamily="34" charset="-120"/>
                <a:ea typeface="微軟正黑體" panose="020B0604030504040204" pitchFamily="34" charset="-120"/>
              </a:rPr>
              <a:t>【</a:t>
            </a:r>
            <a:r>
              <a:rPr lang="zh-TW" altLang="en-US" sz="1600" dirty="0">
                <a:solidFill>
                  <a:srgbClr val="FF3399"/>
                </a:solidFill>
                <a:latin typeface="微軟正黑體" panose="020B0604030504040204" pitchFamily="34" charset="-120"/>
                <a:ea typeface="微軟正黑體" panose="020B0604030504040204" pitchFamily="34" charset="-120"/>
              </a:rPr>
              <a:t>多增加一家子公司使用</a:t>
            </a:r>
            <a:r>
              <a:rPr lang="en-US" altLang="zh-TW" sz="1600" dirty="0">
                <a:solidFill>
                  <a:srgbClr val="FF3399"/>
                </a:solidFill>
                <a:latin typeface="微軟正黑體" panose="020B0604030504040204" pitchFamily="34" charset="-120"/>
                <a:ea typeface="微軟正黑體" panose="020B0604030504040204" pitchFamily="34" charset="-120"/>
              </a:rPr>
              <a:t>】</a:t>
            </a:r>
            <a:r>
              <a:rPr lang="zh-TW" altLang="en-US" sz="1600" dirty="0">
                <a:solidFill>
                  <a:srgbClr val="FF3399"/>
                </a:solidFill>
                <a:latin typeface="微軟正黑體" panose="020B0604030504040204" pitchFamily="34" charset="-120"/>
                <a:ea typeface="微軟正黑體" panose="020B0604030504040204" pitchFamily="34" charset="-120"/>
              </a:rPr>
              <a:t>服務。</a:t>
            </a:r>
            <a:endParaRPr lang="en-US" altLang="zh-TW" sz="1600" dirty="0">
              <a:solidFill>
                <a:srgbClr val="FF3399"/>
              </a:solidFill>
              <a:latin typeface="微軟正黑體" panose="020B0604030504040204" pitchFamily="34" charset="-120"/>
              <a:ea typeface="微軟正黑體" panose="020B0604030504040204" pitchFamily="34" charset="-120"/>
            </a:endParaRPr>
          </a:p>
          <a:p>
            <a:pPr marL="182563">
              <a:spcBef>
                <a:spcPts val="600"/>
              </a:spcBef>
              <a:buSzPct val="100000"/>
            </a:pPr>
            <a:endParaRPr lang="en-US" altLang="zh-TW" sz="1800" dirty="0">
              <a:solidFill>
                <a:srgbClr val="DA291C"/>
              </a:solidFill>
              <a:latin typeface="微軟正黑體" panose="020B0604030504040204" pitchFamily="34" charset="-120"/>
              <a:ea typeface="微軟正黑體" panose="020B0604030504040204" pitchFamily="34" charset="-120"/>
            </a:endParaRPr>
          </a:p>
          <a:p>
            <a:pPr marL="342900" indent="-342900">
              <a:spcBef>
                <a:spcPts val="600"/>
              </a:spcBef>
              <a:buSzPct val="100000"/>
              <a:buFont typeface="Wingdings" panose="05000000000000000000" pitchFamily="2" charset="2"/>
              <a:buChar char="l"/>
            </a:pPr>
            <a:r>
              <a:rPr lang="zh-TW" altLang="en-US" b="1" dirty="0">
                <a:solidFill>
                  <a:schemeClr val="accent6">
                    <a:lumMod val="75000"/>
                  </a:schemeClr>
                </a:solidFill>
                <a:latin typeface="微軟正黑體" panose="020B0604030504040204" pitchFamily="34" charset="-120"/>
                <a:ea typeface="微軟正黑體" panose="020B0604030504040204" pitchFamily="34" charset="-120"/>
              </a:rPr>
              <a:t>系統正式啟用前</a:t>
            </a:r>
            <a:r>
              <a:rPr lang="en-US" altLang="zh-TW" b="1" dirty="0">
                <a:solidFill>
                  <a:schemeClr val="accent6">
                    <a:lumMod val="75000"/>
                  </a:schemeClr>
                </a:solidFill>
                <a:latin typeface="微軟正黑體" panose="020B0604030504040204" pitchFamily="34" charset="-120"/>
                <a:ea typeface="微軟正黑體" panose="020B0604030504040204" pitchFamily="34" charset="-120"/>
              </a:rPr>
              <a:t>-</a:t>
            </a:r>
            <a:r>
              <a:rPr lang="zh-TW" altLang="en-US" b="1" dirty="0">
                <a:solidFill>
                  <a:schemeClr val="accent6">
                    <a:lumMod val="75000"/>
                  </a:schemeClr>
                </a:solidFill>
                <a:latin typeface="微軟正黑體" panose="020B0604030504040204" pitchFamily="34" charset="-120"/>
                <a:ea typeface="微軟正黑體" panose="020B0604030504040204" pitchFamily="34" charset="-120"/>
              </a:rPr>
              <a:t>必要完成的資料設定，需由甲方自行處理。</a:t>
            </a:r>
            <a:r>
              <a:rPr lang="en-US" altLang="zh-TW" b="1" dirty="0">
                <a:solidFill>
                  <a:schemeClr val="accent6">
                    <a:lumMod val="75000"/>
                  </a:schemeClr>
                </a:solidFill>
                <a:latin typeface="微軟正黑體" panose="020B0604030504040204" pitchFamily="34" charset="-120"/>
                <a:ea typeface="微軟正黑體" panose="020B0604030504040204" pitchFamily="34" charset="-120"/>
              </a:rPr>
              <a:t>    </a:t>
            </a:r>
          </a:p>
          <a:p>
            <a:pPr marL="625475" indent="-265113">
              <a:lnSpc>
                <a:spcPct val="150000"/>
              </a:lnSpc>
              <a:spcBef>
                <a:spcPts val="600"/>
              </a:spcBef>
              <a:buSzPct val="100000"/>
              <a:buFont typeface="Wingdings" panose="05000000000000000000" pitchFamily="2" charset="2"/>
              <a:buChar char="u"/>
              <a:tabLst>
                <a:tab pos="625475" algn="l"/>
              </a:tabLst>
            </a:pPr>
            <a:r>
              <a:rPr lang="zh-TW" altLang="en-US" sz="1600" dirty="0">
                <a:solidFill>
                  <a:srgbClr val="FF3399"/>
                </a:solidFill>
                <a:latin typeface="微軟正黑體" panose="020B0604030504040204" pitchFamily="34" charset="-120"/>
                <a:ea typeface="微軟正黑體" panose="020B0604030504040204" pitchFamily="34" charset="-120"/>
              </a:rPr>
              <a:t>建議加購顧問服務時數，如需諮詢宏思顧問如何設定或協助設定時，即可使用。</a:t>
            </a:r>
            <a:endParaRPr lang="en-US" altLang="zh-TW" sz="1600" dirty="0">
              <a:solidFill>
                <a:srgbClr val="FF3399"/>
              </a:solidFill>
              <a:latin typeface="微軟正黑體" panose="020B0604030504040204" pitchFamily="34" charset="-120"/>
              <a:ea typeface="微軟正黑體" panose="020B0604030504040204" pitchFamily="34" charset="-120"/>
            </a:endParaRPr>
          </a:p>
          <a:p>
            <a:pPr marL="625475" indent="-265113">
              <a:lnSpc>
                <a:spcPct val="150000"/>
              </a:lnSpc>
              <a:spcBef>
                <a:spcPts val="600"/>
              </a:spcBef>
              <a:buSzPct val="100000"/>
              <a:buFont typeface="Wingdings" panose="05000000000000000000" pitchFamily="2" charset="2"/>
              <a:buChar char="u"/>
              <a:tabLst>
                <a:tab pos="625475" algn="l"/>
              </a:tabLst>
            </a:pPr>
            <a:r>
              <a:rPr lang="zh-TW" altLang="en-US" sz="1600" dirty="0">
                <a:solidFill>
                  <a:srgbClr val="FF3399"/>
                </a:solidFill>
                <a:latin typeface="微軟正黑體" panose="020B0604030504040204" pitchFamily="34" charset="-120"/>
                <a:ea typeface="微軟正黑體" panose="020B0604030504040204" pitchFamily="34" charset="-120"/>
              </a:rPr>
              <a:t>當需要顧問協助時，可填寫顧問服務申請單跟顧問預約服務時間。</a:t>
            </a:r>
            <a:br>
              <a:rPr lang="en-US" altLang="zh-TW" sz="1600" dirty="0">
                <a:solidFill>
                  <a:srgbClr val="FF3399"/>
                </a:solidFill>
                <a:latin typeface="微軟正黑體" panose="020B0604030504040204" pitchFamily="34" charset="-120"/>
                <a:ea typeface="微軟正黑體" panose="020B0604030504040204" pitchFamily="34" charset="-120"/>
              </a:rPr>
            </a:br>
            <a:endParaRPr lang="en-US" altLang="zh-TW" sz="1600" dirty="0">
              <a:solidFill>
                <a:srgbClr val="FF3399"/>
              </a:solidFill>
              <a:latin typeface="微軟正黑體" panose="020B0604030504040204" pitchFamily="34" charset="-120"/>
              <a:ea typeface="微軟正黑體" panose="020B0604030504040204" pitchFamily="34" charset="-120"/>
            </a:endParaRPr>
          </a:p>
        </p:txBody>
      </p:sp>
      <p:sp>
        <p:nvSpPr>
          <p:cNvPr id="5" name="標題 4">
            <a:extLst>
              <a:ext uri="{FF2B5EF4-FFF2-40B4-BE49-F238E27FC236}">
                <a16:creationId xmlns:a16="http://schemas.microsoft.com/office/drawing/2014/main" id="{31E258BB-5D0F-8C14-9757-805900D4E571}"/>
              </a:ext>
            </a:extLst>
          </p:cNvPr>
          <p:cNvSpPr txBox="1">
            <a:spLocks/>
          </p:cNvSpPr>
          <p:nvPr/>
        </p:nvSpPr>
        <p:spPr>
          <a:xfrm>
            <a:off x="240242" y="216423"/>
            <a:ext cx="9487958" cy="486309"/>
          </a:xfrm>
          <a:prstGeom prst="rect">
            <a:avLst/>
          </a:prstGeom>
        </p:spPr>
        <p:txBody>
          <a:bodyPr/>
          <a:lstStyle>
            <a:lvl1pPr algn="l" defTabSz="1219110" rtl="0" eaLnBrk="1" latinLnBrk="0" hangingPunct="1">
              <a:spcBef>
                <a:spcPct val="0"/>
              </a:spcBef>
              <a:buNone/>
              <a:defRPr sz="2100" kern="1200">
                <a:solidFill>
                  <a:schemeClr val="tx1"/>
                </a:solidFill>
                <a:latin typeface="+mj-lt"/>
                <a:ea typeface="微軟正黑體" panose="020B0604030504040204" pitchFamily="34" charset="-120"/>
                <a:cs typeface="+mj-cs"/>
              </a:defRPr>
            </a:lvl1pPr>
          </a:lstStyle>
          <a:p>
            <a:r>
              <a:rPr lang="zh-TW" altLang="en-US" sz="2800" b="1" dirty="0">
                <a:latin typeface="Calibri" panose="020F0502020204030204" pitchFamily="34" charset="0"/>
                <a:cs typeface="Calibri" panose="020F0502020204030204" pitchFamily="34" charset="0"/>
              </a:rPr>
              <a:t>「標準導入」方案說明</a:t>
            </a:r>
            <a:endParaRPr lang="zh-TW" altLang="en-US" sz="2800" b="1" dirty="0">
              <a:solidFill>
                <a:srgbClr val="007680"/>
              </a:solidFill>
            </a:endParaRPr>
          </a:p>
        </p:txBody>
      </p:sp>
    </p:spTree>
    <p:extLst>
      <p:ext uri="{BB962C8B-B14F-4D97-AF65-F5344CB8AC3E}">
        <p14:creationId xmlns:p14="http://schemas.microsoft.com/office/powerpoint/2010/main" val="245427379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60767-99D3-D6D4-ACE1-39BACCD3CB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4632A8-D660-66AA-7939-26D475CD6EE6}"/>
              </a:ext>
            </a:extLst>
          </p:cNvPr>
          <p:cNvSpPr>
            <a:spLocks noGrp="1"/>
          </p:cNvSpPr>
          <p:nvPr>
            <p:ph type="title"/>
          </p:nvPr>
        </p:nvSpPr>
        <p:spPr>
          <a:xfrm>
            <a:off x="0" y="2840792"/>
            <a:ext cx="11784724" cy="1592403"/>
          </a:xfrm>
        </p:spPr>
        <p:txBody>
          <a:bodyPr/>
          <a:lstStyle/>
          <a:p>
            <a:r>
              <a:rPr lang="zh-TW" altLang="en-US" sz="4800" dirty="0">
                <a:latin typeface="Calibri" panose="020F0502020204030204" pitchFamily="34" charset="0"/>
                <a:cs typeface="Calibri" panose="020F0502020204030204" pitchFamily="34" charset="0"/>
              </a:rPr>
              <a:t>   </a:t>
            </a:r>
            <a:r>
              <a:rPr lang="en-US" altLang="zh-TW" sz="4800" dirty="0">
                <a:latin typeface="Calibri" panose="020F0502020204030204" pitchFamily="34" charset="0"/>
                <a:cs typeface="Calibri" panose="020F0502020204030204" pitchFamily="34" charset="0"/>
              </a:rPr>
              <a:t>1.</a:t>
            </a:r>
            <a:r>
              <a:rPr lang="zh-TW" altLang="en-US" sz="4800" dirty="0">
                <a:latin typeface="Calibri" panose="020F0502020204030204" pitchFamily="34" charset="0"/>
                <a:cs typeface="Calibri" panose="020F0502020204030204" pitchFamily="34" charset="0"/>
              </a:rPr>
              <a:t>「標準導入 」方案 </a:t>
            </a:r>
            <a:r>
              <a:rPr lang="en-US" altLang="zh-TW" sz="4800" dirty="0">
                <a:latin typeface="Calibri" panose="020F0502020204030204" pitchFamily="34" charset="0"/>
                <a:cs typeface="Calibri" panose="020F0502020204030204" pitchFamily="34" charset="0"/>
              </a:rPr>
              <a:t>–</a:t>
            </a:r>
            <a:r>
              <a:rPr lang="zh-TW" altLang="en-US" sz="4800" dirty="0">
                <a:solidFill>
                  <a:srgbClr val="FFFF00"/>
                </a:solidFill>
                <a:latin typeface="Calibri" panose="020F0502020204030204" pitchFamily="34" charset="0"/>
                <a:cs typeface="Calibri" panose="020F0502020204030204" pitchFamily="34" charset="0"/>
              </a:rPr>
              <a:t> 產品支援規格說明</a:t>
            </a:r>
          </a:p>
        </p:txBody>
      </p:sp>
    </p:spTree>
    <p:extLst>
      <p:ext uri="{BB962C8B-B14F-4D97-AF65-F5344CB8AC3E}">
        <p14:creationId xmlns:p14="http://schemas.microsoft.com/office/powerpoint/2010/main" val="208192206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字方塊 37">
            <a:hlinkClick r:id="" action="ppaction://noaction"/>
            <a:extLst>
              <a:ext uri="{FF2B5EF4-FFF2-40B4-BE49-F238E27FC236}">
                <a16:creationId xmlns:a16="http://schemas.microsoft.com/office/drawing/2014/main" id="{C9639997-EE7F-4B7F-B5D7-2794BB102E00}"/>
              </a:ext>
            </a:extLst>
          </p:cNvPr>
          <p:cNvSpPr txBox="1"/>
          <p:nvPr/>
        </p:nvSpPr>
        <p:spPr>
          <a:xfrm>
            <a:off x="1808281" y="1447394"/>
            <a:ext cx="6692079" cy="430887"/>
          </a:xfrm>
          <a:prstGeom prst="rect">
            <a:avLst/>
          </a:prstGeom>
          <a:solidFill>
            <a:schemeClr val="bg1"/>
          </a:solidFill>
        </p:spPr>
        <p:txBody>
          <a:bodyPr wrap="square" lIns="0" tIns="0" rIns="0" bIns="0" rtlCol="0">
            <a:spAutoFit/>
          </a:bodyPr>
          <a:lstStyle/>
          <a:p>
            <a:pPr>
              <a:spcBef>
                <a:spcPts val="600"/>
              </a:spcBef>
              <a:buSzPct val="100000"/>
            </a:pPr>
            <a:r>
              <a:rPr lang="zh-TW" altLang="en-US" sz="2800" dirty="0">
                <a:solidFill>
                  <a:srgbClr val="313131"/>
                </a:solidFill>
              </a:rPr>
              <a:t>「合約審閱申請單」 </a:t>
            </a:r>
            <a:r>
              <a:rPr lang="en-US" altLang="zh-TW" sz="2800" dirty="0">
                <a:solidFill>
                  <a:srgbClr val="313131"/>
                </a:solidFill>
              </a:rPr>
              <a:t>-</a:t>
            </a:r>
            <a:r>
              <a:rPr lang="zh-TW" altLang="en-US" sz="2800" dirty="0">
                <a:solidFill>
                  <a:srgbClr val="313131"/>
                </a:solidFill>
              </a:rPr>
              <a:t> 固定欄位</a:t>
            </a:r>
          </a:p>
        </p:txBody>
      </p:sp>
      <p:sp>
        <p:nvSpPr>
          <p:cNvPr id="26" name="菱形 25">
            <a:extLst>
              <a:ext uri="{FF2B5EF4-FFF2-40B4-BE49-F238E27FC236}">
                <a16:creationId xmlns:a16="http://schemas.microsoft.com/office/drawing/2014/main" id="{423125CE-E276-4299-A964-27A9E47EE3CE}"/>
              </a:ext>
            </a:extLst>
          </p:cNvPr>
          <p:cNvSpPr/>
          <p:nvPr/>
        </p:nvSpPr>
        <p:spPr bwMode="gray">
          <a:xfrm>
            <a:off x="789249" y="1406699"/>
            <a:ext cx="888762" cy="533138"/>
          </a:xfrm>
          <a:prstGeom prst="diamond">
            <a:avLst/>
          </a:prstGeom>
          <a:solidFill>
            <a:srgbClr val="6FC2B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4800" b="1" dirty="0">
              <a:solidFill>
                <a:schemeClr val="bg1"/>
              </a:solidFill>
            </a:endParaRPr>
          </a:p>
        </p:txBody>
      </p:sp>
      <p:sp>
        <p:nvSpPr>
          <p:cNvPr id="48" name="TextBox 52">
            <a:extLst>
              <a:ext uri="{FF2B5EF4-FFF2-40B4-BE49-F238E27FC236}">
                <a16:creationId xmlns:a16="http://schemas.microsoft.com/office/drawing/2014/main" id="{D6E3B1A5-1C06-4F39-A4DA-457356DCF466}"/>
              </a:ext>
            </a:extLst>
          </p:cNvPr>
          <p:cNvSpPr txBox="1"/>
          <p:nvPr/>
        </p:nvSpPr>
        <p:spPr>
          <a:xfrm>
            <a:off x="789249" y="1018572"/>
            <a:ext cx="888762" cy="738664"/>
          </a:xfrm>
          <a:prstGeom prst="rect">
            <a:avLst/>
          </a:prstGeom>
          <a:noFill/>
        </p:spPr>
        <p:txBody>
          <a:bodyPr wrap="square" lIns="0" tIns="0" rIns="0" bIns="0" rtlCol="0">
            <a:spAutoFit/>
          </a:bodyPr>
          <a:lstStyle/>
          <a:p>
            <a:pPr algn="ctr">
              <a:spcBef>
                <a:spcPts val="600"/>
              </a:spcBef>
              <a:buSzPct val="100000"/>
            </a:pPr>
            <a:r>
              <a:rPr lang="en-GB" sz="4800" dirty="0"/>
              <a:t>1</a:t>
            </a:r>
          </a:p>
        </p:txBody>
      </p:sp>
      <p:sp>
        <p:nvSpPr>
          <p:cNvPr id="39" name="文字方塊 38">
            <a:hlinkClick r:id="rId3" action="ppaction://hlinksldjump"/>
            <a:extLst>
              <a:ext uri="{FF2B5EF4-FFF2-40B4-BE49-F238E27FC236}">
                <a16:creationId xmlns:a16="http://schemas.microsoft.com/office/drawing/2014/main" id="{6CF210C2-8B44-4396-8ACF-0534B015F96E}"/>
              </a:ext>
            </a:extLst>
          </p:cNvPr>
          <p:cNvSpPr txBox="1"/>
          <p:nvPr/>
        </p:nvSpPr>
        <p:spPr>
          <a:xfrm>
            <a:off x="2001864" y="3798905"/>
            <a:ext cx="5683567" cy="430887"/>
          </a:xfrm>
          <a:prstGeom prst="rect">
            <a:avLst/>
          </a:prstGeom>
          <a:solidFill>
            <a:schemeClr val="bg1"/>
          </a:solidFill>
        </p:spPr>
        <p:txBody>
          <a:bodyPr wrap="square" lIns="0" tIns="0" rIns="0" bIns="0" rtlCol="0">
            <a:spAutoFit/>
          </a:bodyPr>
          <a:lstStyle>
            <a:defPPr>
              <a:defRPr lang="en-US"/>
            </a:defPPr>
            <a:lvl1pPr>
              <a:spcBef>
                <a:spcPts val="600"/>
              </a:spcBef>
              <a:buSzPct val="100000"/>
              <a:defRPr sz="2800">
                <a:solidFill>
                  <a:srgbClr val="313131"/>
                </a:solidFill>
              </a:defRPr>
            </a:lvl1pPr>
          </a:lstStyle>
          <a:p>
            <a:r>
              <a:rPr lang="zh-TW" altLang="en-US" dirty="0">
                <a:solidFill>
                  <a:srgbClr val="313131"/>
                </a:solidFill>
              </a:rPr>
              <a:t>支援的審核流程條件</a:t>
            </a:r>
            <a:endParaRPr lang="zh-TW" altLang="en-US" dirty="0"/>
          </a:p>
        </p:txBody>
      </p:sp>
      <p:sp>
        <p:nvSpPr>
          <p:cNvPr id="22" name="文字方塊 21">
            <a:extLst>
              <a:ext uri="{FF2B5EF4-FFF2-40B4-BE49-F238E27FC236}">
                <a16:creationId xmlns:a16="http://schemas.microsoft.com/office/drawing/2014/main" id="{FEA006EE-9903-4B60-9767-BF25DC70CEC7}"/>
              </a:ext>
            </a:extLst>
          </p:cNvPr>
          <p:cNvSpPr txBox="1"/>
          <p:nvPr/>
        </p:nvSpPr>
        <p:spPr>
          <a:xfrm>
            <a:off x="10328365" y="3798905"/>
            <a:ext cx="544307" cy="369332"/>
          </a:xfrm>
          <a:prstGeom prst="rect">
            <a:avLst/>
          </a:prstGeom>
          <a:solidFill>
            <a:schemeClr val="bg1"/>
          </a:solidFill>
        </p:spPr>
        <p:txBody>
          <a:bodyPr wrap="square" lIns="0" tIns="0" rIns="0" bIns="0" rtlCol="0">
            <a:spAutoFit/>
          </a:bodyPr>
          <a:lstStyle/>
          <a:p>
            <a:pPr>
              <a:spcBef>
                <a:spcPts val="600"/>
              </a:spcBef>
              <a:buSzPct val="100000"/>
            </a:pPr>
            <a:r>
              <a:rPr lang="en-US" altLang="zh-TW" dirty="0">
                <a:solidFill>
                  <a:srgbClr val="313131"/>
                </a:solidFill>
              </a:rPr>
              <a:t>  14</a:t>
            </a:r>
            <a:endParaRPr lang="zh-TW" altLang="en-US" dirty="0">
              <a:solidFill>
                <a:srgbClr val="313131"/>
              </a:solidFill>
            </a:endParaRPr>
          </a:p>
        </p:txBody>
      </p:sp>
      <p:sp>
        <p:nvSpPr>
          <p:cNvPr id="28" name="菱形 27">
            <a:extLst>
              <a:ext uri="{FF2B5EF4-FFF2-40B4-BE49-F238E27FC236}">
                <a16:creationId xmlns:a16="http://schemas.microsoft.com/office/drawing/2014/main" id="{30876267-F1FC-4528-A280-2B568FF676CE}"/>
              </a:ext>
            </a:extLst>
          </p:cNvPr>
          <p:cNvSpPr/>
          <p:nvPr/>
        </p:nvSpPr>
        <p:spPr bwMode="gray">
          <a:xfrm>
            <a:off x="766321" y="3696654"/>
            <a:ext cx="888762" cy="533138"/>
          </a:xfrm>
          <a:prstGeom prst="diamond">
            <a:avLst/>
          </a:prstGeom>
          <a:solidFill>
            <a:srgbClr val="6FC2B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4800" b="1" dirty="0">
              <a:solidFill>
                <a:schemeClr val="bg1"/>
              </a:solidFill>
            </a:endParaRPr>
          </a:p>
        </p:txBody>
      </p:sp>
      <p:sp>
        <p:nvSpPr>
          <p:cNvPr id="49" name="TextBox 52">
            <a:extLst>
              <a:ext uri="{FF2B5EF4-FFF2-40B4-BE49-F238E27FC236}">
                <a16:creationId xmlns:a16="http://schemas.microsoft.com/office/drawing/2014/main" id="{109B7171-E980-42ED-B592-06F50243D72C}"/>
              </a:ext>
            </a:extLst>
          </p:cNvPr>
          <p:cNvSpPr txBox="1"/>
          <p:nvPr/>
        </p:nvSpPr>
        <p:spPr>
          <a:xfrm>
            <a:off x="766318" y="3331712"/>
            <a:ext cx="888763" cy="738664"/>
          </a:xfrm>
          <a:prstGeom prst="rect">
            <a:avLst/>
          </a:prstGeom>
          <a:noFill/>
        </p:spPr>
        <p:txBody>
          <a:bodyPr wrap="square" lIns="0" tIns="0" rIns="0" bIns="0" rtlCol="0">
            <a:spAutoFit/>
          </a:bodyPr>
          <a:lstStyle/>
          <a:p>
            <a:pPr algn="ctr">
              <a:spcBef>
                <a:spcPts val="600"/>
              </a:spcBef>
              <a:buSzPct val="100000"/>
            </a:pPr>
            <a:r>
              <a:rPr lang="en-GB" sz="4800" dirty="0"/>
              <a:t>3</a:t>
            </a:r>
          </a:p>
        </p:txBody>
      </p:sp>
      <p:sp>
        <p:nvSpPr>
          <p:cNvPr id="2" name="Title 14">
            <a:extLst>
              <a:ext uri="{FF2B5EF4-FFF2-40B4-BE49-F238E27FC236}">
                <a16:creationId xmlns:a16="http://schemas.microsoft.com/office/drawing/2014/main" id="{09450287-2909-D0BE-E9F4-95CCBA4BD698}"/>
              </a:ext>
            </a:extLst>
          </p:cNvPr>
          <p:cNvSpPr txBox="1">
            <a:spLocks/>
          </p:cNvSpPr>
          <p:nvPr/>
        </p:nvSpPr>
        <p:spPr bwMode="gray">
          <a:xfrm>
            <a:off x="469900" y="336625"/>
            <a:ext cx="10003367" cy="456148"/>
          </a:xfrm>
          <a:prstGeom prst="rect">
            <a:avLst/>
          </a:prstGeom>
        </p:spPr>
        <p:txBody>
          <a:bodyPr vert="horz" lIns="0" tIns="0" rIns="0" bIns="0" rtlCol="0" anchor="t" anchorCtr="0">
            <a:noAutofit/>
          </a:bodyPr>
          <a:lstStyle>
            <a:lvl1pPr algn="l" defTabSz="1219110" rtl="0" eaLnBrk="1" latinLnBrk="0" hangingPunct="1">
              <a:spcBef>
                <a:spcPct val="0"/>
              </a:spcBef>
              <a:buNone/>
              <a:defRPr sz="2100" kern="1200">
                <a:solidFill>
                  <a:schemeClr val="tx1"/>
                </a:solidFill>
                <a:latin typeface="+mj-lt"/>
                <a:ea typeface="微軟正黑體" panose="020B0604030504040204" pitchFamily="34" charset="-120"/>
                <a:cs typeface="+mj-cs"/>
              </a:defRPr>
            </a:lvl1pPr>
          </a:lstStyle>
          <a:p>
            <a:r>
              <a:rPr lang="zh-TW" altLang="en-US" sz="3200" b="1" dirty="0"/>
              <a:t>產品支援規格說明 </a:t>
            </a:r>
            <a:r>
              <a:rPr lang="en-US" altLang="zh-TW" sz="2800" b="1" dirty="0"/>
              <a:t>- </a:t>
            </a:r>
            <a:r>
              <a:rPr lang="zh-TW" altLang="en-US" sz="2800" b="1" dirty="0"/>
              <a:t>目錄</a:t>
            </a:r>
            <a:endParaRPr lang="en-US" sz="2800" b="1" dirty="0"/>
          </a:p>
        </p:txBody>
      </p:sp>
      <p:sp>
        <p:nvSpPr>
          <p:cNvPr id="8" name="文字方塊 7">
            <a:hlinkClick r:id="rId3" action="ppaction://hlinksldjump"/>
            <a:extLst>
              <a:ext uri="{FF2B5EF4-FFF2-40B4-BE49-F238E27FC236}">
                <a16:creationId xmlns:a16="http://schemas.microsoft.com/office/drawing/2014/main" id="{A9BDF3C3-EF10-97A2-0346-58160B04A0A3}"/>
              </a:ext>
            </a:extLst>
          </p:cNvPr>
          <p:cNvSpPr txBox="1"/>
          <p:nvPr/>
        </p:nvSpPr>
        <p:spPr>
          <a:xfrm>
            <a:off x="1808281" y="5038034"/>
            <a:ext cx="6960332" cy="430887"/>
          </a:xfrm>
          <a:prstGeom prst="rect">
            <a:avLst/>
          </a:prstGeom>
          <a:solidFill>
            <a:schemeClr val="bg1"/>
          </a:solidFill>
        </p:spPr>
        <p:txBody>
          <a:bodyPr wrap="square" lIns="0" tIns="0" rIns="0" bIns="0" rtlCol="0">
            <a:spAutoFit/>
          </a:bodyPr>
          <a:lstStyle>
            <a:defPPr>
              <a:defRPr lang="en-US"/>
            </a:defPPr>
            <a:lvl1pPr>
              <a:spcBef>
                <a:spcPts val="600"/>
              </a:spcBef>
              <a:buSzPct val="100000"/>
              <a:defRPr sz="2800">
                <a:solidFill>
                  <a:srgbClr val="313131"/>
                </a:solidFill>
              </a:defRPr>
            </a:lvl1pPr>
          </a:lstStyle>
          <a:p>
            <a:r>
              <a:rPr lang="zh-TW" altLang="en-US" dirty="0"/>
              <a:t>  支援的簽核功能</a:t>
            </a:r>
          </a:p>
        </p:txBody>
      </p:sp>
      <p:sp>
        <p:nvSpPr>
          <p:cNvPr id="9" name="文字方塊 8">
            <a:extLst>
              <a:ext uri="{FF2B5EF4-FFF2-40B4-BE49-F238E27FC236}">
                <a16:creationId xmlns:a16="http://schemas.microsoft.com/office/drawing/2014/main" id="{827EC0EF-D469-AD65-2351-3B5F0D1B33A5}"/>
              </a:ext>
            </a:extLst>
          </p:cNvPr>
          <p:cNvSpPr txBox="1"/>
          <p:nvPr/>
        </p:nvSpPr>
        <p:spPr>
          <a:xfrm>
            <a:off x="10339831" y="5039867"/>
            <a:ext cx="521377" cy="369332"/>
          </a:xfrm>
          <a:prstGeom prst="rect">
            <a:avLst/>
          </a:prstGeom>
          <a:solidFill>
            <a:schemeClr val="bg1"/>
          </a:solidFill>
        </p:spPr>
        <p:txBody>
          <a:bodyPr wrap="square" lIns="0" tIns="0" rIns="0" bIns="0" rtlCol="0">
            <a:spAutoFit/>
          </a:bodyPr>
          <a:lstStyle/>
          <a:p>
            <a:pPr>
              <a:spcBef>
                <a:spcPts val="600"/>
              </a:spcBef>
              <a:buSzPct val="100000"/>
            </a:pPr>
            <a:r>
              <a:rPr lang="en-US" altLang="zh-TW" dirty="0">
                <a:solidFill>
                  <a:srgbClr val="313131"/>
                </a:solidFill>
              </a:rPr>
              <a:t>  19</a:t>
            </a:r>
            <a:endParaRPr lang="zh-TW" altLang="en-US" dirty="0">
              <a:solidFill>
                <a:srgbClr val="313131"/>
              </a:solidFill>
            </a:endParaRPr>
          </a:p>
        </p:txBody>
      </p:sp>
      <p:sp>
        <p:nvSpPr>
          <p:cNvPr id="10" name="菱形 9">
            <a:extLst>
              <a:ext uri="{FF2B5EF4-FFF2-40B4-BE49-F238E27FC236}">
                <a16:creationId xmlns:a16="http://schemas.microsoft.com/office/drawing/2014/main" id="{C2A5137B-F8F9-6814-47D0-87F6150DD88B}"/>
              </a:ext>
            </a:extLst>
          </p:cNvPr>
          <p:cNvSpPr/>
          <p:nvPr/>
        </p:nvSpPr>
        <p:spPr bwMode="gray">
          <a:xfrm>
            <a:off x="789250" y="4935783"/>
            <a:ext cx="888762" cy="533138"/>
          </a:xfrm>
          <a:prstGeom prst="diamond">
            <a:avLst/>
          </a:prstGeom>
          <a:solidFill>
            <a:schemeClr val="accent3">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4800" b="1" dirty="0">
              <a:solidFill>
                <a:schemeClr val="bg1"/>
              </a:solidFill>
            </a:endParaRPr>
          </a:p>
        </p:txBody>
      </p:sp>
      <p:sp>
        <p:nvSpPr>
          <p:cNvPr id="11" name="TextBox 52">
            <a:extLst>
              <a:ext uri="{FF2B5EF4-FFF2-40B4-BE49-F238E27FC236}">
                <a16:creationId xmlns:a16="http://schemas.microsoft.com/office/drawing/2014/main" id="{35582851-9172-47F3-CE1D-EF138B86968D}"/>
              </a:ext>
            </a:extLst>
          </p:cNvPr>
          <p:cNvSpPr txBox="1"/>
          <p:nvPr/>
        </p:nvSpPr>
        <p:spPr>
          <a:xfrm>
            <a:off x="766318" y="4612904"/>
            <a:ext cx="888763" cy="738664"/>
          </a:xfrm>
          <a:prstGeom prst="rect">
            <a:avLst/>
          </a:prstGeom>
          <a:noFill/>
        </p:spPr>
        <p:txBody>
          <a:bodyPr wrap="square" lIns="0" tIns="0" rIns="0" bIns="0" rtlCol="0">
            <a:spAutoFit/>
          </a:bodyPr>
          <a:lstStyle/>
          <a:p>
            <a:pPr algn="ctr">
              <a:spcBef>
                <a:spcPts val="600"/>
              </a:spcBef>
              <a:buSzPct val="100000"/>
            </a:pPr>
            <a:r>
              <a:rPr lang="en-GB" sz="4800" dirty="0"/>
              <a:t>4</a:t>
            </a:r>
          </a:p>
        </p:txBody>
      </p:sp>
      <p:sp>
        <p:nvSpPr>
          <p:cNvPr id="15" name="文字方塊 14">
            <a:hlinkClick r:id="" action="ppaction://noaction"/>
            <a:extLst>
              <a:ext uri="{FF2B5EF4-FFF2-40B4-BE49-F238E27FC236}">
                <a16:creationId xmlns:a16="http://schemas.microsoft.com/office/drawing/2014/main" id="{B95B61D8-4D33-8300-F893-E4581DEA8E07}"/>
              </a:ext>
            </a:extLst>
          </p:cNvPr>
          <p:cNvSpPr txBox="1"/>
          <p:nvPr/>
        </p:nvSpPr>
        <p:spPr>
          <a:xfrm>
            <a:off x="1808282" y="2557348"/>
            <a:ext cx="8221544" cy="430887"/>
          </a:xfrm>
          <a:prstGeom prst="rect">
            <a:avLst/>
          </a:prstGeom>
          <a:solidFill>
            <a:schemeClr val="bg1"/>
          </a:solidFill>
        </p:spPr>
        <p:txBody>
          <a:bodyPr wrap="square" lIns="0" tIns="0" rIns="0" bIns="0" rtlCol="0">
            <a:spAutoFit/>
          </a:bodyPr>
          <a:lstStyle/>
          <a:p>
            <a:pPr>
              <a:spcBef>
                <a:spcPts val="600"/>
              </a:spcBef>
              <a:buSzPct val="100000"/>
            </a:pPr>
            <a:r>
              <a:rPr lang="zh-TW" altLang="en-US" sz="2800" dirty="0">
                <a:solidFill>
                  <a:srgbClr val="313131"/>
                </a:solidFill>
              </a:rPr>
              <a:t>「合約審閱申請單」 </a:t>
            </a:r>
            <a:r>
              <a:rPr lang="en-US" altLang="zh-TW" sz="2800" dirty="0">
                <a:solidFill>
                  <a:srgbClr val="313131"/>
                </a:solidFill>
              </a:rPr>
              <a:t>-</a:t>
            </a:r>
            <a:r>
              <a:rPr lang="zh-TW" altLang="en-US" sz="2800" dirty="0">
                <a:latin typeface="Calibri" panose="020F0502020204030204" pitchFamily="34" charset="0"/>
                <a:cs typeface="Calibri" panose="020F0502020204030204" pitchFamily="34" charset="0"/>
              </a:rPr>
              <a:t>自訂欄位 </a:t>
            </a:r>
            <a:r>
              <a:rPr lang="en-US" altLang="zh-TW" sz="2800" dirty="0">
                <a:latin typeface="Calibri" panose="020F0502020204030204" pitchFamily="34" charset="0"/>
                <a:cs typeface="Calibri" panose="020F0502020204030204" pitchFamily="34" charset="0"/>
              </a:rPr>
              <a:t>(</a:t>
            </a:r>
            <a:r>
              <a:rPr lang="zh-TW" altLang="en-US" sz="2800" dirty="0">
                <a:latin typeface="Calibri" panose="020F0502020204030204" pitchFamily="34" charset="0"/>
                <a:cs typeface="Calibri" panose="020F0502020204030204" pitchFamily="34" charset="0"/>
              </a:rPr>
              <a:t>支援的欄位類型</a:t>
            </a:r>
            <a:r>
              <a:rPr lang="en-US" altLang="zh-TW" sz="2800" dirty="0">
                <a:latin typeface="Calibri" panose="020F0502020204030204" pitchFamily="34" charset="0"/>
                <a:cs typeface="Calibri" panose="020F0502020204030204" pitchFamily="34" charset="0"/>
              </a:rPr>
              <a:t>)</a:t>
            </a:r>
            <a:endParaRPr lang="zh-TW" altLang="en-US" sz="2800" dirty="0">
              <a:solidFill>
                <a:srgbClr val="313131"/>
              </a:solidFill>
            </a:endParaRPr>
          </a:p>
        </p:txBody>
      </p:sp>
      <p:sp>
        <p:nvSpPr>
          <p:cNvPr id="17" name="菱形 16">
            <a:extLst>
              <a:ext uri="{FF2B5EF4-FFF2-40B4-BE49-F238E27FC236}">
                <a16:creationId xmlns:a16="http://schemas.microsoft.com/office/drawing/2014/main" id="{03C59132-2E37-DDFC-70F8-2FAD8A2C1D3F}"/>
              </a:ext>
            </a:extLst>
          </p:cNvPr>
          <p:cNvSpPr/>
          <p:nvPr/>
        </p:nvSpPr>
        <p:spPr bwMode="gray">
          <a:xfrm>
            <a:off x="766318" y="2528475"/>
            <a:ext cx="888762" cy="533138"/>
          </a:xfrm>
          <a:prstGeom prst="diamond">
            <a:avLst/>
          </a:prstGeom>
          <a:solidFill>
            <a:schemeClr val="accent3">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4800" b="1" dirty="0">
              <a:solidFill>
                <a:schemeClr val="bg1"/>
              </a:solidFill>
            </a:endParaRPr>
          </a:p>
        </p:txBody>
      </p:sp>
      <p:sp>
        <p:nvSpPr>
          <p:cNvPr id="18" name="TextBox 52">
            <a:extLst>
              <a:ext uri="{FF2B5EF4-FFF2-40B4-BE49-F238E27FC236}">
                <a16:creationId xmlns:a16="http://schemas.microsoft.com/office/drawing/2014/main" id="{A49BCBE7-0254-1D2D-4DF8-012ADF362A94}"/>
              </a:ext>
            </a:extLst>
          </p:cNvPr>
          <p:cNvSpPr txBox="1"/>
          <p:nvPr/>
        </p:nvSpPr>
        <p:spPr>
          <a:xfrm>
            <a:off x="766318" y="2140348"/>
            <a:ext cx="888762" cy="738664"/>
          </a:xfrm>
          <a:prstGeom prst="rect">
            <a:avLst/>
          </a:prstGeom>
          <a:noFill/>
        </p:spPr>
        <p:txBody>
          <a:bodyPr wrap="square" lIns="0" tIns="0" rIns="0" bIns="0" rtlCol="0">
            <a:spAutoFit/>
          </a:bodyPr>
          <a:lstStyle/>
          <a:p>
            <a:pPr algn="ctr">
              <a:spcBef>
                <a:spcPts val="600"/>
              </a:spcBef>
              <a:buSzPct val="100000"/>
            </a:pPr>
            <a:r>
              <a:rPr lang="en-GB" sz="4800" dirty="0"/>
              <a:t>2</a:t>
            </a:r>
          </a:p>
        </p:txBody>
      </p:sp>
      <p:sp>
        <p:nvSpPr>
          <p:cNvPr id="3" name="文字方塊 2">
            <a:extLst>
              <a:ext uri="{FF2B5EF4-FFF2-40B4-BE49-F238E27FC236}">
                <a16:creationId xmlns:a16="http://schemas.microsoft.com/office/drawing/2014/main" id="{DE650B70-9BB4-BDA4-350E-33D76DC63264}"/>
              </a:ext>
            </a:extLst>
          </p:cNvPr>
          <p:cNvSpPr txBox="1"/>
          <p:nvPr/>
        </p:nvSpPr>
        <p:spPr>
          <a:xfrm>
            <a:off x="10316901" y="1296018"/>
            <a:ext cx="544307" cy="369332"/>
          </a:xfrm>
          <a:prstGeom prst="rect">
            <a:avLst/>
          </a:prstGeom>
          <a:solidFill>
            <a:schemeClr val="bg1"/>
          </a:solidFill>
        </p:spPr>
        <p:txBody>
          <a:bodyPr wrap="square" lIns="0" tIns="0" rIns="0" bIns="0" rtlCol="0">
            <a:spAutoFit/>
          </a:bodyPr>
          <a:lstStyle/>
          <a:p>
            <a:pPr>
              <a:spcBef>
                <a:spcPts val="600"/>
              </a:spcBef>
              <a:buSzPct val="100000"/>
            </a:pPr>
            <a:r>
              <a:rPr lang="en-US" altLang="zh-TW" dirty="0">
                <a:solidFill>
                  <a:srgbClr val="313131"/>
                </a:solidFill>
              </a:rPr>
              <a:t>    7</a:t>
            </a:r>
            <a:endParaRPr lang="zh-TW" altLang="en-US" dirty="0">
              <a:solidFill>
                <a:srgbClr val="313131"/>
              </a:solidFill>
            </a:endParaRPr>
          </a:p>
        </p:txBody>
      </p:sp>
      <p:sp>
        <p:nvSpPr>
          <p:cNvPr id="5" name="文字方塊 4">
            <a:extLst>
              <a:ext uri="{FF2B5EF4-FFF2-40B4-BE49-F238E27FC236}">
                <a16:creationId xmlns:a16="http://schemas.microsoft.com/office/drawing/2014/main" id="{E2DC9F29-FBB7-F052-2FA6-B0FFBB5BF079}"/>
              </a:ext>
            </a:extLst>
          </p:cNvPr>
          <p:cNvSpPr txBox="1"/>
          <p:nvPr/>
        </p:nvSpPr>
        <p:spPr>
          <a:xfrm>
            <a:off x="10316901" y="2536980"/>
            <a:ext cx="521377" cy="369332"/>
          </a:xfrm>
          <a:prstGeom prst="rect">
            <a:avLst/>
          </a:prstGeom>
          <a:solidFill>
            <a:schemeClr val="bg1"/>
          </a:solidFill>
        </p:spPr>
        <p:txBody>
          <a:bodyPr wrap="square" lIns="0" tIns="0" rIns="0" bIns="0" rtlCol="0">
            <a:spAutoFit/>
          </a:bodyPr>
          <a:lstStyle/>
          <a:p>
            <a:pPr>
              <a:spcBef>
                <a:spcPts val="600"/>
              </a:spcBef>
              <a:buSzPct val="100000"/>
            </a:pPr>
            <a:r>
              <a:rPr lang="en-US" altLang="zh-TW" dirty="0">
                <a:solidFill>
                  <a:srgbClr val="313131"/>
                </a:solidFill>
              </a:rPr>
              <a:t>  10</a:t>
            </a:r>
            <a:endParaRPr lang="zh-TW" altLang="en-US" dirty="0">
              <a:solidFill>
                <a:srgbClr val="313131"/>
              </a:solidFill>
            </a:endParaRPr>
          </a:p>
        </p:txBody>
      </p:sp>
    </p:spTree>
    <p:extLst>
      <p:ext uri="{BB962C8B-B14F-4D97-AF65-F5344CB8AC3E}">
        <p14:creationId xmlns:p14="http://schemas.microsoft.com/office/powerpoint/2010/main" val="417630377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DA738-7CF0-44F2-7771-D72B928F5A60}"/>
            </a:ext>
          </a:extLst>
        </p:cNvPr>
        <p:cNvGrpSpPr/>
        <p:nvPr/>
      </p:nvGrpSpPr>
      <p:grpSpPr>
        <a:xfrm>
          <a:off x="0" y="0"/>
          <a:ext cx="0" cy="0"/>
          <a:chOff x="0" y="0"/>
          <a:chExt cx="0" cy="0"/>
        </a:xfrm>
      </p:grpSpPr>
      <p:sp>
        <p:nvSpPr>
          <p:cNvPr id="38" name="文字方塊 37">
            <a:hlinkClick r:id="" action="ppaction://noaction"/>
            <a:extLst>
              <a:ext uri="{FF2B5EF4-FFF2-40B4-BE49-F238E27FC236}">
                <a16:creationId xmlns:a16="http://schemas.microsoft.com/office/drawing/2014/main" id="{20F1F8D6-4FA6-C701-6B41-B701BD4A1CF9}"/>
              </a:ext>
            </a:extLst>
          </p:cNvPr>
          <p:cNvSpPr txBox="1"/>
          <p:nvPr/>
        </p:nvSpPr>
        <p:spPr>
          <a:xfrm>
            <a:off x="2001864" y="934050"/>
            <a:ext cx="6498496" cy="430887"/>
          </a:xfrm>
          <a:prstGeom prst="rect">
            <a:avLst/>
          </a:prstGeom>
          <a:solidFill>
            <a:schemeClr val="bg1"/>
          </a:solidFill>
        </p:spPr>
        <p:txBody>
          <a:bodyPr wrap="square" lIns="0" tIns="0" rIns="0" bIns="0" rtlCol="0">
            <a:spAutoFit/>
          </a:bodyPr>
          <a:lstStyle/>
          <a:p>
            <a:pPr>
              <a:spcBef>
                <a:spcPts val="600"/>
              </a:spcBef>
              <a:buSzPct val="100000"/>
            </a:pPr>
            <a:r>
              <a:rPr lang="zh-TW" altLang="en-US" sz="2800" dirty="0">
                <a:solidFill>
                  <a:srgbClr val="313131"/>
                </a:solidFill>
              </a:rPr>
              <a:t>支援的審核者角色</a:t>
            </a:r>
          </a:p>
        </p:txBody>
      </p:sp>
      <p:sp>
        <p:nvSpPr>
          <p:cNvPr id="4" name="文字方塊 3">
            <a:extLst>
              <a:ext uri="{FF2B5EF4-FFF2-40B4-BE49-F238E27FC236}">
                <a16:creationId xmlns:a16="http://schemas.microsoft.com/office/drawing/2014/main" id="{55BD7716-94A4-8F8D-61C3-443BFE5A5986}"/>
              </a:ext>
            </a:extLst>
          </p:cNvPr>
          <p:cNvSpPr txBox="1"/>
          <p:nvPr/>
        </p:nvSpPr>
        <p:spPr>
          <a:xfrm>
            <a:off x="10328365" y="931049"/>
            <a:ext cx="544306" cy="369332"/>
          </a:xfrm>
          <a:prstGeom prst="rect">
            <a:avLst/>
          </a:prstGeom>
          <a:solidFill>
            <a:schemeClr val="bg1"/>
          </a:solidFill>
        </p:spPr>
        <p:txBody>
          <a:bodyPr wrap="square" lIns="0" tIns="0" rIns="0" bIns="0" rtlCol="0">
            <a:spAutoFit/>
          </a:bodyPr>
          <a:lstStyle/>
          <a:p>
            <a:pPr>
              <a:spcBef>
                <a:spcPts val="600"/>
              </a:spcBef>
              <a:buSzPct val="100000"/>
            </a:pPr>
            <a:r>
              <a:rPr lang="en-US" altLang="zh-TW" dirty="0">
                <a:solidFill>
                  <a:srgbClr val="313131"/>
                </a:solidFill>
              </a:rPr>
              <a:t>   24</a:t>
            </a:r>
            <a:endParaRPr lang="zh-TW" altLang="en-US" dirty="0">
              <a:solidFill>
                <a:srgbClr val="313131"/>
              </a:solidFill>
            </a:endParaRPr>
          </a:p>
        </p:txBody>
      </p:sp>
      <p:sp>
        <p:nvSpPr>
          <p:cNvPr id="26" name="菱形 25">
            <a:extLst>
              <a:ext uri="{FF2B5EF4-FFF2-40B4-BE49-F238E27FC236}">
                <a16:creationId xmlns:a16="http://schemas.microsoft.com/office/drawing/2014/main" id="{65A60E78-0D16-253C-4E44-8CE05FB7865C}"/>
              </a:ext>
            </a:extLst>
          </p:cNvPr>
          <p:cNvSpPr/>
          <p:nvPr/>
        </p:nvSpPr>
        <p:spPr bwMode="gray">
          <a:xfrm>
            <a:off x="789249" y="893355"/>
            <a:ext cx="888762" cy="533138"/>
          </a:xfrm>
          <a:prstGeom prst="diamond">
            <a:avLst/>
          </a:prstGeom>
          <a:solidFill>
            <a:srgbClr val="6FC2B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4800" b="1" dirty="0">
              <a:solidFill>
                <a:schemeClr val="bg1"/>
              </a:solidFill>
            </a:endParaRPr>
          </a:p>
        </p:txBody>
      </p:sp>
      <p:sp>
        <p:nvSpPr>
          <p:cNvPr id="48" name="TextBox 52">
            <a:extLst>
              <a:ext uri="{FF2B5EF4-FFF2-40B4-BE49-F238E27FC236}">
                <a16:creationId xmlns:a16="http://schemas.microsoft.com/office/drawing/2014/main" id="{565BB592-F5FA-D143-FD81-86AC9D722DBC}"/>
              </a:ext>
            </a:extLst>
          </p:cNvPr>
          <p:cNvSpPr txBox="1"/>
          <p:nvPr/>
        </p:nvSpPr>
        <p:spPr>
          <a:xfrm>
            <a:off x="789249" y="505228"/>
            <a:ext cx="888762" cy="738664"/>
          </a:xfrm>
          <a:prstGeom prst="rect">
            <a:avLst/>
          </a:prstGeom>
          <a:noFill/>
        </p:spPr>
        <p:txBody>
          <a:bodyPr wrap="square" lIns="0" tIns="0" rIns="0" bIns="0" rtlCol="0">
            <a:spAutoFit/>
          </a:bodyPr>
          <a:lstStyle/>
          <a:p>
            <a:pPr algn="ctr">
              <a:spcBef>
                <a:spcPts val="600"/>
              </a:spcBef>
              <a:buSzPct val="100000"/>
            </a:pPr>
            <a:r>
              <a:rPr lang="en-GB" sz="4800" dirty="0"/>
              <a:t>5</a:t>
            </a:r>
          </a:p>
        </p:txBody>
      </p:sp>
      <p:sp>
        <p:nvSpPr>
          <p:cNvPr id="39" name="文字方塊 38">
            <a:hlinkClick r:id="rId3" action="ppaction://hlinksldjump"/>
            <a:extLst>
              <a:ext uri="{FF2B5EF4-FFF2-40B4-BE49-F238E27FC236}">
                <a16:creationId xmlns:a16="http://schemas.microsoft.com/office/drawing/2014/main" id="{3629F709-2D71-1688-8A19-1B28A30569FE}"/>
              </a:ext>
            </a:extLst>
          </p:cNvPr>
          <p:cNvSpPr txBox="1"/>
          <p:nvPr/>
        </p:nvSpPr>
        <p:spPr>
          <a:xfrm>
            <a:off x="2001864" y="3285561"/>
            <a:ext cx="5683567" cy="430887"/>
          </a:xfrm>
          <a:prstGeom prst="rect">
            <a:avLst/>
          </a:prstGeom>
          <a:solidFill>
            <a:schemeClr val="bg1"/>
          </a:solidFill>
        </p:spPr>
        <p:txBody>
          <a:bodyPr wrap="square" lIns="0" tIns="0" rIns="0" bIns="0" rtlCol="0">
            <a:spAutoFit/>
          </a:bodyPr>
          <a:lstStyle>
            <a:defPPr>
              <a:defRPr lang="en-US"/>
            </a:defPPr>
            <a:lvl1pPr>
              <a:spcBef>
                <a:spcPts val="600"/>
              </a:spcBef>
              <a:buSzPct val="100000"/>
              <a:defRPr sz="2800">
                <a:solidFill>
                  <a:srgbClr val="313131"/>
                </a:solidFill>
              </a:defRPr>
            </a:lvl1pPr>
          </a:lstStyle>
          <a:p>
            <a:r>
              <a:rPr lang="zh-TW" altLang="en-US" dirty="0"/>
              <a:t>帳號認證機制 </a:t>
            </a:r>
            <a:r>
              <a:rPr lang="en-US" altLang="zh-TW" dirty="0"/>
              <a:t>(AD</a:t>
            </a:r>
            <a:r>
              <a:rPr lang="zh-TW" altLang="en-US" dirty="0"/>
              <a:t>整合方式</a:t>
            </a:r>
            <a:r>
              <a:rPr lang="en-US" altLang="zh-TW" dirty="0"/>
              <a:t>)</a:t>
            </a:r>
            <a:endParaRPr lang="zh-TW" altLang="en-US" dirty="0"/>
          </a:p>
        </p:txBody>
      </p:sp>
      <p:sp>
        <p:nvSpPr>
          <p:cNvPr id="22" name="文字方塊 21">
            <a:extLst>
              <a:ext uri="{FF2B5EF4-FFF2-40B4-BE49-F238E27FC236}">
                <a16:creationId xmlns:a16="http://schemas.microsoft.com/office/drawing/2014/main" id="{6F2C8A05-DE4B-8EEE-C9BF-1FE20C2107C5}"/>
              </a:ext>
            </a:extLst>
          </p:cNvPr>
          <p:cNvSpPr txBox="1"/>
          <p:nvPr/>
        </p:nvSpPr>
        <p:spPr>
          <a:xfrm>
            <a:off x="10473267" y="3279625"/>
            <a:ext cx="544307" cy="369332"/>
          </a:xfrm>
          <a:prstGeom prst="rect">
            <a:avLst/>
          </a:prstGeom>
          <a:solidFill>
            <a:schemeClr val="bg1"/>
          </a:solidFill>
        </p:spPr>
        <p:txBody>
          <a:bodyPr wrap="square" lIns="0" tIns="0" rIns="0" bIns="0" rtlCol="0">
            <a:spAutoFit/>
          </a:bodyPr>
          <a:lstStyle/>
          <a:p>
            <a:pPr>
              <a:spcBef>
                <a:spcPts val="600"/>
              </a:spcBef>
              <a:buSzPct val="100000"/>
            </a:pPr>
            <a:r>
              <a:rPr lang="en-US" altLang="zh-TW" dirty="0">
                <a:solidFill>
                  <a:srgbClr val="313131"/>
                </a:solidFill>
              </a:rPr>
              <a:t> 37</a:t>
            </a:r>
            <a:endParaRPr lang="zh-TW" altLang="en-US" dirty="0">
              <a:solidFill>
                <a:srgbClr val="313131"/>
              </a:solidFill>
            </a:endParaRPr>
          </a:p>
        </p:txBody>
      </p:sp>
      <p:sp>
        <p:nvSpPr>
          <p:cNvPr id="28" name="菱形 27">
            <a:extLst>
              <a:ext uri="{FF2B5EF4-FFF2-40B4-BE49-F238E27FC236}">
                <a16:creationId xmlns:a16="http://schemas.microsoft.com/office/drawing/2014/main" id="{792220E4-D89C-3644-6F7E-EE6453C7F8FA}"/>
              </a:ext>
            </a:extLst>
          </p:cNvPr>
          <p:cNvSpPr/>
          <p:nvPr/>
        </p:nvSpPr>
        <p:spPr bwMode="gray">
          <a:xfrm>
            <a:off x="766321" y="3183310"/>
            <a:ext cx="888762" cy="533138"/>
          </a:xfrm>
          <a:prstGeom prst="diamond">
            <a:avLst/>
          </a:prstGeom>
          <a:solidFill>
            <a:srgbClr val="6FC2B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4800" b="1" dirty="0">
              <a:solidFill>
                <a:schemeClr val="bg1"/>
              </a:solidFill>
            </a:endParaRPr>
          </a:p>
        </p:txBody>
      </p:sp>
      <p:sp>
        <p:nvSpPr>
          <p:cNvPr id="49" name="TextBox 52">
            <a:extLst>
              <a:ext uri="{FF2B5EF4-FFF2-40B4-BE49-F238E27FC236}">
                <a16:creationId xmlns:a16="http://schemas.microsoft.com/office/drawing/2014/main" id="{AE307A70-AAF7-883C-560C-6AB48415D314}"/>
              </a:ext>
            </a:extLst>
          </p:cNvPr>
          <p:cNvSpPr txBox="1"/>
          <p:nvPr/>
        </p:nvSpPr>
        <p:spPr>
          <a:xfrm>
            <a:off x="766318" y="2818368"/>
            <a:ext cx="888763" cy="738664"/>
          </a:xfrm>
          <a:prstGeom prst="rect">
            <a:avLst/>
          </a:prstGeom>
          <a:noFill/>
        </p:spPr>
        <p:txBody>
          <a:bodyPr wrap="square" lIns="0" tIns="0" rIns="0" bIns="0" rtlCol="0">
            <a:spAutoFit/>
          </a:bodyPr>
          <a:lstStyle/>
          <a:p>
            <a:pPr algn="ctr">
              <a:spcBef>
                <a:spcPts val="600"/>
              </a:spcBef>
              <a:buSzPct val="100000"/>
            </a:pPr>
            <a:r>
              <a:rPr lang="en-GB" sz="4800" dirty="0"/>
              <a:t>7</a:t>
            </a:r>
          </a:p>
        </p:txBody>
      </p:sp>
      <p:sp>
        <p:nvSpPr>
          <p:cNvPr id="8" name="文字方塊 7">
            <a:hlinkClick r:id="rId3" action="ppaction://hlinksldjump"/>
            <a:extLst>
              <a:ext uri="{FF2B5EF4-FFF2-40B4-BE49-F238E27FC236}">
                <a16:creationId xmlns:a16="http://schemas.microsoft.com/office/drawing/2014/main" id="{5FECD085-72DB-8793-A72C-35A0BEAF6083}"/>
              </a:ext>
            </a:extLst>
          </p:cNvPr>
          <p:cNvSpPr txBox="1"/>
          <p:nvPr/>
        </p:nvSpPr>
        <p:spPr>
          <a:xfrm>
            <a:off x="2001863" y="4524690"/>
            <a:ext cx="6766749" cy="430887"/>
          </a:xfrm>
          <a:prstGeom prst="rect">
            <a:avLst/>
          </a:prstGeom>
          <a:solidFill>
            <a:schemeClr val="bg1"/>
          </a:solidFill>
        </p:spPr>
        <p:txBody>
          <a:bodyPr wrap="square" lIns="0" tIns="0" rIns="0" bIns="0" rtlCol="0">
            <a:spAutoFit/>
          </a:bodyPr>
          <a:lstStyle>
            <a:defPPr>
              <a:defRPr lang="en-US"/>
            </a:defPPr>
            <a:lvl1pPr>
              <a:spcBef>
                <a:spcPts val="600"/>
              </a:spcBef>
              <a:buSzPct val="100000"/>
              <a:defRPr sz="2800">
                <a:solidFill>
                  <a:srgbClr val="313131"/>
                </a:solidFill>
              </a:defRPr>
            </a:lvl1pPr>
          </a:lstStyle>
          <a:p>
            <a:r>
              <a:rPr lang="zh-TW" altLang="en-US" dirty="0"/>
              <a:t>人事和組織資料整合</a:t>
            </a:r>
            <a:r>
              <a:rPr lang="en-US" altLang="zh-TW" dirty="0"/>
              <a:t>(</a:t>
            </a:r>
            <a:r>
              <a:rPr lang="zh-TW" altLang="en-US" dirty="0"/>
              <a:t>匯入方式</a:t>
            </a:r>
            <a:r>
              <a:rPr lang="en-US" altLang="zh-TW" dirty="0"/>
              <a:t>)</a:t>
            </a:r>
            <a:endParaRPr lang="zh-TW" altLang="en-US" dirty="0"/>
          </a:p>
        </p:txBody>
      </p:sp>
      <p:sp>
        <p:nvSpPr>
          <p:cNvPr id="9" name="文字方塊 8">
            <a:extLst>
              <a:ext uri="{FF2B5EF4-FFF2-40B4-BE49-F238E27FC236}">
                <a16:creationId xmlns:a16="http://schemas.microsoft.com/office/drawing/2014/main" id="{8E6120AE-E146-84D5-D738-66541905D971}"/>
              </a:ext>
            </a:extLst>
          </p:cNvPr>
          <p:cNvSpPr txBox="1"/>
          <p:nvPr/>
        </p:nvSpPr>
        <p:spPr>
          <a:xfrm>
            <a:off x="10473267" y="4473013"/>
            <a:ext cx="521377" cy="369332"/>
          </a:xfrm>
          <a:prstGeom prst="rect">
            <a:avLst/>
          </a:prstGeom>
          <a:solidFill>
            <a:schemeClr val="bg1"/>
          </a:solidFill>
        </p:spPr>
        <p:txBody>
          <a:bodyPr wrap="square" lIns="0" tIns="0" rIns="0" bIns="0" rtlCol="0">
            <a:spAutoFit/>
          </a:bodyPr>
          <a:lstStyle/>
          <a:p>
            <a:pPr>
              <a:spcBef>
                <a:spcPts val="600"/>
              </a:spcBef>
              <a:buSzPct val="100000"/>
            </a:pPr>
            <a:r>
              <a:rPr lang="en-US" altLang="zh-TW" dirty="0">
                <a:solidFill>
                  <a:srgbClr val="313131"/>
                </a:solidFill>
              </a:rPr>
              <a:t> 41</a:t>
            </a:r>
            <a:endParaRPr lang="zh-TW" altLang="en-US" dirty="0">
              <a:solidFill>
                <a:srgbClr val="313131"/>
              </a:solidFill>
            </a:endParaRPr>
          </a:p>
        </p:txBody>
      </p:sp>
      <p:sp>
        <p:nvSpPr>
          <p:cNvPr id="10" name="菱形 9">
            <a:extLst>
              <a:ext uri="{FF2B5EF4-FFF2-40B4-BE49-F238E27FC236}">
                <a16:creationId xmlns:a16="http://schemas.microsoft.com/office/drawing/2014/main" id="{CC74D800-B4DF-6DBD-C0FF-3D2CA4453227}"/>
              </a:ext>
            </a:extLst>
          </p:cNvPr>
          <p:cNvSpPr/>
          <p:nvPr/>
        </p:nvSpPr>
        <p:spPr bwMode="gray">
          <a:xfrm>
            <a:off x="789250" y="4422439"/>
            <a:ext cx="888762" cy="533138"/>
          </a:xfrm>
          <a:prstGeom prst="diamond">
            <a:avLst/>
          </a:prstGeom>
          <a:solidFill>
            <a:schemeClr val="accent3">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4800" b="1" dirty="0">
              <a:solidFill>
                <a:schemeClr val="bg1"/>
              </a:solidFill>
            </a:endParaRPr>
          </a:p>
        </p:txBody>
      </p:sp>
      <p:sp>
        <p:nvSpPr>
          <p:cNvPr id="11" name="TextBox 52">
            <a:extLst>
              <a:ext uri="{FF2B5EF4-FFF2-40B4-BE49-F238E27FC236}">
                <a16:creationId xmlns:a16="http://schemas.microsoft.com/office/drawing/2014/main" id="{C45DD986-F360-5EC3-90DA-39F63CD4A284}"/>
              </a:ext>
            </a:extLst>
          </p:cNvPr>
          <p:cNvSpPr txBox="1"/>
          <p:nvPr/>
        </p:nvSpPr>
        <p:spPr>
          <a:xfrm>
            <a:off x="766318" y="4099560"/>
            <a:ext cx="888763" cy="738664"/>
          </a:xfrm>
          <a:prstGeom prst="rect">
            <a:avLst/>
          </a:prstGeom>
          <a:noFill/>
        </p:spPr>
        <p:txBody>
          <a:bodyPr wrap="square" lIns="0" tIns="0" rIns="0" bIns="0" rtlCol="0">
            <a:spAutoFit/>
          </a:bodyPr>
          <a:lstStyle/>
          <a:p>
            <a:pPr algn="ctr">
              <a:spcBef>
                <a:spcPts val="600"/>
              </a:spcBef>
              <a:buSzPct val="100000"/>
            </a:pPr>
            <a:r>
              <a:rPr lang="en-GB" sz="4800" dirty="0"/>
              <a:t>8</a:t>
            </a:r>
          </a:p>
        </p:txBody>
      </p:sp>
      <p:sp>
        <p:nvSpPr>
          <p:cNvPr id="15" name="文字方塊 14">
            <a:hlinkClick r:id="" action="ppaction://noaction"/>
            <a:extLst>
              <a:ext uri="{FF2B5EF4-FFF2-40B4-BE49-F238E27FC236}">
                <a16:creationId xmlns:a16="http://schemas.microsoft.com/office/drawing/2014/main" id="{F205AD2F-D6C9-447C-03AC-A34A670E84AA}"/>
              </a:ext>
            </a:extLst>
          </p:cNvPr>
          <p:cNvSpPr txBox="1"/>
          <p:nvPr/>
        </p:nvSpPr>
        <p:spPr>
          <a:xfrm>
            <a:off x="2001864" y="2044004"/>
            <a:ext cx="8027962" cy="430887"/>
          </a:xfrm>
          <a:prstGeom prst="rect">
            <a:avLst/>
          </a:prstGeom>
          <a:solidFill>
            <a:schemeClr val="bg1"/>
          </a:solidFill>
        </p:spPr>
        <p:txBody>
          <a:bodyPr wrap="square" lIns="0" tIns="0" rIns="0" bIns="0" rtlCol="0">
            <a:spAutoFit/>
          </a:bodyPr>
          <a:lstStyle/>
          <a:p>
            <a:pPr>
              <a:spcBef>
                <a:spcPts val="600"/>
              </a:spcBef>
              <a:buSzPct val="100000"/>
            </a:pPr>
            <a:r>
              <a:rPr lang="zh-TW" altLang="en-US" sz="2800" dirty="0">
                <a:solidFill>
                  <a:srgbClr val="313131"/>
                </a:solidFill>
              </a:rPr>
              <a:t>資料閱覽權限</a:t>
            </a:r>
          </a:p>
        </p:txBody>
      </p:sp>
      <p:sp>
        <p:nvSpPr>
          <p:cNvPr id="16" name="文字方塊 15">
            <a:extLst>
              <a:ext uri="{FF2B5EF4-FFF2-40B4-BE49-F238E27FC236}">
                <a16:creationId xmlns:a16="http://schemas.microsoft.com/office/drawing/2014/main" id="{0B7A8291-A16D-9D48-6F14-05674858CD85}"/>
              </a:ext>
            </a:extLst>
          </p:cNvPr>
          <p:cNvSpPr txBox="1"/>
          <p:nvPr/>
        </p:nvSpPr>
        <p:spPr>
          <a:xfrm>
            <a:off x="10316902" y="2032727"/>
            <a:ext cx="544306" cy="369332"/>
          </a:xfrm>
          <a:prstGeom prst="rect">
            <a:avLst/>
          </a:prstGeom>
          <a:solidFill>
            <a:schemeClr val="bg1"/>
          </a:solidFill>
        </p:spPr>
        <p:txBody>
          <a:bodyPr wrap="square" lIns="0" tIns="0" rIns="0" bIns="0" rtlCol="0">
            <a:spAutoFit/>
          </a:bodyPr>
          <a:lstStyle/>
          <a:p>
            <a:pPr>
              <a:spcBef>
                <a:spcPts val="600"/>
              </a:spcBef>
              <a:buSzPct val="100000"/>
            </a:pPr>
            <a:r>
              <a:rPr lang="en-US" altLang="zh-TW" dirty="0">
                <a:solidFill>
                  <a:srgbClr val="313131"/>
                </a:solidFill>
              </a:rPr>
              <a:t>   32</a:t>
            </a:r>
            <a:endParaRPr lang="zh-TW" altLang="en-US" dirty="0">
              <a:solidFill>
                <a:srgbClr val="313131"/>
              </a:solidFill>
            </a:endParaRPr>
          </a:p>
        </p:txBody>
      </p:sp>
      <p:sp>
        <p:nvSpPr>
          <p:cNvPr id="17" name="菱形 16">
            <a:extLst>
              <a:ext uri="{FF2B5EF4-FFF2-40B4-BE49-F238E27FC236}">
                <a16:creationId xmlns:a16="http://schemas.microsoft.com/office/drawing/2014/main" id="{9BFD9139-A300-DC29-0EA2-41D0BE247FF5}"/>
              </a:ext>
            </a:extLst>
          </p:cNvPr>
          <p:cNvSpPr/>
          <p:nvPr/>
        </p:nvSpPr>
        <p:spPr bwMode="gray">
          <a:xfrm>
            <a:off x="766318" y="2015131"/>
            <a:ext cx="888762" cy="533138"/>
          </a:xfrm>
          <a:prstGeom prst="diamond">
            <a:avLst/>
          </a:prstGeom>
          <a:solidFill>
            <a:schemeClr val="accent3">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4800" b="1" dirty="0">
              <a:solidFill>
                <a:schemeClr val="bg1"/>
              </a:solidFill>
            </a:endParaRPr>
          </a:p>
        </p:txBody>
      </p:sp>
      <p:sp>
        <p:nvSpPr>
          <p:cNvPr id="18" name="TextBox 52">
            <a:extLst>
              <a:ext uri="{FF2B5EF4-FFF2-40B4-BE49-F238E27FC236}">
                <a16:creationId xmlns:a16="http://schemas.microsoft.com/office/drawing/2014/main" id="{29584830-F29B-62C4-F077-A46E67D44165}"/>
              </a:ext>
            </a:extLst>
          </p:cNvPr>
          <p:cNvSpPr txBox="1"/>
          <p:nvPr/>
        </p:nvSpPr>
        <p:spPr>
          <a:xfrm>
            <a:off x="766318" y="1627004"/>
            <a:ext cx="888762" cy="738664"/>
          </a:xfrm>
          <a:prstGeom prst="rect">
            <a:avLst/>
          </a:prstGeom>
          <a:noFill/>
        </p:spPr>
        <p:txBody>
          <a:bodyPr wrap="square" lIns="0" tIns="0" rIns="0" bIns="0" rtlCol="0">
            <a:spAutoFit/>
          </a:bodyPr>
          <a:lstStyle/>
          <a:p>
            <a:pPr algn="ctr">
              <a:spcBef>
                <a:spcPts val="600"/>
              </a:spcBef>
              <a:buSzPct val="100000"/>
            </a:pPr>
            <a:r>
              <a:rPr lang="en-GB" sz="4800" dirty="0"/>
              <a:t>6</a:t>
            </a:r>
          </a:p>
        </p:txBody>
      </p:sp>
    </p:spTree>
    <p:extLst>
      <p:ext uri="{BB962C8B-B14F-4D97-AF65-F5344CB8AC3E}">
        <p14:creationId xmlns:p14="http://schemas.microsoft.com/office/powerpoint/2010/main" val="390676490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6FC2B4"/>
        </a:solidFill>
        <a:effectLst/>
      </p:bgPr>
    </p:bg>
    <p:spTree>
      <p:nvGrpSpPr>
        <p:cNvPr id="1" name="">
          <a:extLst>
            <a:ext uri="{FF2B5EF4-FFF2-40B4-BE49-F238E27FC236}">
              <a16:creationId xmlns:a16="http://schemas.microsoft.com/office/drawing/2014/main" id="{12F20DA0-B408-4F67-3FDD-0FAE4467BC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B41B1B-D863-B9D5-4168-C029327C90BA}"/>
              </a:ext>
            </a:extLst>
          </p:cNvPr>
          <p:cNvSpPr>
            <a:spLocks noGrp="1"/>
          </p:cNvSpPr>
          <p:nvPr>
            <p:ph type="title"/>
          </p:nvPr>
        </p:nvSpPr>
        <p:spPr>
          <a:xfrm>
            <a:off x="0" y="2419885"/>
            <a:ext cx="12124267" cy="2067448"/>
          </a:xfrm>
        </p:spPr>
        <p:txBody>
          <a:bodyPr anchor="ctr"/>
          <a:lstStyle/>
          <a:p>
            <a:pPr algn="ctr">
              <a:lnSpc>
                <a:spcPct val="150000"/>
              </a:lnSpc>
            </a:pPr>
            <a:r>
              <a:rPr lang="zh-TW" altLang="en-US" sz="4400" dirty="0">
                <a:latin typeface="Calibri" panose="020F0502020204030204" pitchFamily="34" charset="0"/>
                <a:cs typeface="Calibri" panose="020F0502020204030204" pitchFamily="34" charset="0"/>
              </a:rPr>
              <a:t>   </a:t>
            </a:r>
            <a:r>
              <a:rPr lang="en-US" altLang="zh-TW" sz="4400" dirty="0">
                <a:latin typeface="Calibri" panose="020F0502020204030204" pitchFamily="34" charset="0"/>
                <a:cs typeface="Calibri" panose="020F0502020204030204" pitchFamily="34" charset="0"/>
              </a:rPr>
              <a:t>1. </a:t>
            </a:r>
            <a:r>
              <a:rPr lang="zh-TW" altLang="en-US" sz="4400" dirty="0">
                <a:latin typeface="Calibri" panose="020F0502020204030204" pitchFamily="34" charset="0"/>
                <a:cs typeface="Calibri" panose="020F0502020204030204" pitchFamily="34" charset="0"/>
              </a:rPr>
              <a:t>「合約審閱申請單 」</a:t>
            </a:r>
            <a:br>
              <a:rPr lang="en-US" altLang="zh-TW" sz="4400" dirty="0">
                <a:latin typeface="Calibri" panose="020F0502020204030204" pitchFamily="34" charset="0"/>
                <a:cs typeface="Calibri" panose="020F0502020204030204" pitchFamily="34" charset="0"/>
              </a:rPr>
            </a:br>
            <a:r>
              <a:rPr lang="zh-TW" altLang="en-US" sz="4800" dirty="0">
                <a:solidFill>
                  <a:srgbClr val="FFFF00"/>
                </a:solidFill>
                <a:latin typeface="Calibri" panose="020F0502020204030204" pitchFamily="34" charset="0"/>
                <a:cs typeface="Calibri" panose="020F0502020204030204" pitchFamily="34" charset="0"/>
              </a:rPr>
              <a:t>固定欄位</a:t>
            </a:r>
          </a:p>
        </p:txBody>
      </p:sp>
    </p:spTree>
    <p:extLst>
      <p:ext uri="{BB962C8B-B14F-4D97-AF65-F5344CB8AC3E}">
        <p14:creationId xmlns:p14="http://schemas.microsoft.com/office/powerpoint/2010/main" val="85804473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a:xfrm>
            <a:off x="422275" y="123292"/>
            <a:ext cx="5864225" cy="334102"/>
          </a:xfrm>
        </p:spPr>
        <p:txBody>
          <a:bodyPr/>
          <a:lstStyle/>
          <a:p>
            <a:r>
              <a:rPr lang="zh-TW" altLang="en-US" sz="2800" b="1" dirty="0">
                <a:latin typeface="Calibri" panose="020F0502020204030204" pitchFamily="34" charset="0"/>
                <a:cs typeface="Calibri" panose="020F0502020204030204" pitchFamily="34" charset="0"/>
              </a:rPr>
              <a:t>「合約審閱申請單 」</a:t>
            </a:r>
            <a:r>
              <a:rPr lang="en-US" altLang="zh-TW" sz="2800" b="1" dirty="0">
                <a:latin typeface="Calibri" panose="020F0502020204030204" pitchFamily="34" charset="0"/>
                <a:cs typeface="Calibri" panose="020F0502020204030204" pitchFamily="34" charset="0"/>
              </a:rPr>
              <a:t> – </a:t>
            </a:r>
            <a:r>
              <a:rPr lang="zh-TW" altLang="en-US" sz="2800" b="1" dirty="0">
                <a:solidFill>
                  <a:srgbClr val="007680"/>
                </a:solidFill>
                <a:latin typeface="Calibri" panose="020F0502020204030204" pitchFamily="34" charset="0"/>
                <a:cs typeface="Calibri" panose="020F0502020204030204" pitchFamily="34" charset="0"/>
              </a:rPr>
              <a:t>固定欄位</a:t>
            </a:r>
            <a:endParaRPr lang="zh-TW" altLang="en-US" sz="2800" b="1" dirty="0">
              <a:solidFill>
                <a:srgbClr val="007680"/>
              </a:solidFill>
            </a:endParaRPr>
          </a:p>
        </p:txBody>
      </p:sp>
      <p:sp>
        <p:nvSpPr>
          <p:cNvPr id="2" name="矩形 1">
            <a:extLst>
              <a:ext uri="{FF2B5EF4-FFF2-40B4-BE49-F238E27FC236}">
                <a16:creationId xmlns:a16="http://schemas.microsoft.com/office/drawing/2014/main" id="{B64791BD-679E-E65C-EE95-5697E4FEE78E}"/>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pic>
        <p:nvPicPr>
          <p:cNvPr id="6" name="圖片 5">
            <a:extLst>
              <a:ext uri="{FF2B5EF4-FFF2-40B4-BE49-F238E27FC236}">
                <a16:creationId xmlns:a16="http://schemas.microsoft.com/office/drawing/2014/main" id="{132BFA74-3D5C-CC6D-58A0-DED0AE8127D1}"/>
              </a:ext>
            </a:extLst>
          </p:cNvPr>
          <p:cNvPicPr>
            <a:picLocks noChangeAspect="1"/>
          </p:cNvPicPr>
          <p:nvPr/>
        </p:nvPicPr>
        <p:blipFill>
          <a:blip r:embed="rId2"/>
          <a:stretch>
            <a:fillRect/>
          </a:stretch>
        </p:blipFill>
        <p:spPr>
          <a:xfrm>
            <a:off x="629513" y="1038590"/>
            <a:ext cx="10497797" cy="5305059"/>
          </a:xfrm>
          <a:prstGeom prst="rect">
            <a:avLst/>
          </a:prstGeom>
        </p:spPr>
      </p:pic>
    </p:spTree>
    <p:extLst>
      <p:ext uri="{BB962C8B-B14F-4D97-AF65-F5344CB8AC3E}">
        <p14:creationId xmlns:p14="http://schemas.microsoft.com/office/powerpoint/2010/main" val="218955035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DC6D2-5ACA-D350-4AAD-4E05E23D08D7}"/>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0D1A538C-C9D2-505E-EE4F-E563C537D016}"/>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15" name="標題 4">
            <a:extLst>
              <a:ext uri="{FF2B5EF4-FFF2-40B4-BE49-F238E27FC236}">
                <a16:creationId xmlns:a16="http://schemas.microsoft.com/office/drawing/2014/main" id="{FEC56740-B7B2-6C96-53A5-F63193903011}"/>
              </a:ext>
            </a:extLst>
          </p:cNvPr>
          <p:cNvSpPr>
            <a:spLocks noGrp="1"/>
          </p:cNvSpPr>
          <p:nvPr>
            <p:ph type="title"/>
          </p:nvPr>
        </p:nvSpPr>
        <p:spPr>
          <a:xfrm>
            <a:off x="422275" y="123292"/>
            <a:ext cx="10194925" cy="334102"/>
          </a:xfrm>
        </p:spPr>
        <p:txBody>
          <a:bodyPr/>
          <a:lstStyle/>
          <a:p>
            <a:r>
              <a:rPr lang="zh-TW" altLang="en-US" sz="2800" b="1" dirty="0">
                <a:latin typeface="Calibri" panose="020F0502020204030204" pitchFamily="34" charset="0"/>
                <a:cs typeface="Calibri" panose="020F0502020204030204" pitchFamily="34" charset="0"/>
              </a:rPr>
              <a:t>「合約審閱申請單 」</a:t>
            </a:r>
            <a:r>
              <a:rPr lang="en-US" altLang="zh-TW" sz="2800" b="1" dirty="0">
                <a:latin typeface="Calibri" panose="020F0502020204030204" pitchFamily="34" charset="0"/>
                <a:cs typeface="Calibri" panose="020F0502020204030204" pitchFamily="34" charset="0"/>
              </a:rPr>
              <a:t> – </a:t>
            </a:r>
            <a:r>
              <a:rPr lang="en-US" altLang="zh-TW" sz="2800" b="1" dirty="0">
                <a:solidFill>
                  <a:srgbClr val="007680"/>
                </a:solidFill>
                <a:latin typeface="Calibri" panose="020F0502020204030204" pitchFamily="34" charset="0"/>
                <a:cs typeface="Calibri" panose="020F0502020204030204" pitchFamily="34" charset="0"/>
              </a:rPr>
              <a:t>[</a:t>
            </a:r>
            <a:r>
              <a:rPr lang="zh-TW" altLang="en-US" sz="2800" b="1" dirty="0">
                <a:solidFill>
                  <a:srgbClr val="007680"/>
                </a:solidFill>
                <a:latin typeface="Calibri" panose="020F0502020204030204" pitchFamily="34" charset="0"/>
                <a:cs typeface="Calibri" panose="020F0502020204030204" pitchFamily="34" charset="0"/>
              </a:rPr>
              <a:t>申請單暨合約基本資訊</a:t>
            </a:r>
            <a:r>
              <a:rPr lang="en-US" altLang="zh-TW" sz="2800" b="1" dirty="0">
                <a:solidFill>
                  <a:srgbClr val="007680"/>
                </a:solidFill>
                <a:latin typeface="Calibri" panose="020F0502020204030204" pitchFamily="34" charset="0"/>
                <a:cs typeface="Calibri" panose="020F0502020204030204" pitchFamily="34" charset="0"/>
              </a:rPr>
              <a:t>]</a:t>
            </a:r>
            <a:r>
              <a:rPr lang="zh-TW" altLang="en-US" sz="2800" b="1" dirty="0">
                <a:solidFill>
                  <a:srgbClr val="007680"/>
                </a:solidFill>
                <a:latin typeface="Calibri" panose="020F0502020204030204" pitchFamily="34" charset="0"/>
                <a:cs typeface="Calibri" panose="020F0502020204030204" pitchFamily="34" charset="0"/>
              </a:rPr>
              <a:t>區 </a:t>
            </a:r>
            <a:r>
              <a:rPr lang="en-US" altLang="zh-TW" sz="2800" b="1" dirty="0">
                <a:solidFill>
                  <a:srgbClr val="007680"/>
                </a:solidFill>
                <a:latin typeface="Calibri" panose="020F0502020204030204" pitchFamily="34" charset="0"/>
                <a:cs typeface="Calibri" panose="020F0502020204030204" pitchFamily="34" charset="0"/>
              </a:rPr>
              <a:t>(</a:t>
            </a:r>
            <a:r>
              <a:rPr lang="zh-TW" altLang="en-US" sz="2800" b="1" dirty="0">
                <a:solidFill>
                  <a:srgbClr val="007680"/>
                </a:solidFill>
                <a:latin typeface="Calibri" panose="020F0502020204030204" pitchFamily="34" charset="0"/>
                <a:cs typeface="Calibri" panose="020F0502020204030204" pitchFamily="34" charset="0"/>
              </a:rPr>
              <a:t>呈現固定欄位</a:t>
            </a:r>
            <a:r>
              <a:rPr lang="en-US" altLang="zh-TW" sz="2800" b="1" dirty="0">
                <a:solidFill>
                  <a:srgbClr val="007680"/>
                </a:solidFill>
                <a:latin typeface="Calibri" panose="020F0502020204030204" pitchFamily="34" charset="0"/>
                <a:cs typeface="Calibri" panose="020F0502020204030204" pitchFamily="34" charset="0"/>
              </a:rPr>
              <a:t>)</a:t>
            </a:r>
            <a:endParaRPr lang="zh-TW" altLang="en-US" sz="2800" b="1" dirty="0">
              <a:solidFill>
                <a:srgbClr val="007680"/>
              </a:solidFill>
            </a:endParaRPr>
          </a:p>
        </p:txBody>
      </p:sp>
      <p:pic>
        <p:nvPicPr>
          <p:cNvPr id="24" name="圖片 23">
            <a:extLst>
              <a:ext uri="{FF2B5EF4-FFF2-40B4-BE49-F238E27FC236}">
                <a16:creationId xmlns:a16="http://schemas.microsoft.com/office/drawing/2014/main" id="{8A9BDCF1-20A3-414A-23E1-8EFCEDD58AE9}"/>
              </a:ext>
            </a:extLst>
          </p:cNvPr>
          <p:cNvPicPr>
            <a:picLocks noChangeAspect="1"/>
          </p:cNvPicPr>
          <p:nvPr/>
        </p:nvPicPr>
        <p:blipFill>
          <a:blip r:embed="rId3"/>
          <a:stretch>
            <a:fillRect/>
          </a:stretch>
        </p:blipFill>
        <p:spPr>
          <a:xfrm>
            <a:off x="5772449" y="810399"/>
            <a:ext cx="5096817" cy="5794908"/>
          </a:xfrm>
          <a:prstGeom prst="rect">
            <a:avLst/>
          </a:prstGeom>
        </p:spPr>
      </p:pic>
      <p:grpSp>
        <p:nvGrpSpPr>
          <p:cNvPr id="38" name="群組 37">
            <a:extLst>
              <a:ext uri="{FF2B5EF4-FFF2-40B4-BE49-F238E27FC236}">
                <a16:creationId xmlns:a16="http://schemas.microsoft.com/office/drawing/2014/main" id="{5F5E9BB1-8972-1678-47A6-FDFB27E13BB6}"/>
              </a:ext>
            </a:extLst>
          </p:cNvPr>
          <p:cNvGrpSpPr/>
          <p:nvPr/>
        </p:nvGrpSpPr>
        <p:grpSpPr>
          <a:xfrm>
            <a:off x="411243" y="539722"/>
            <a:ext cx="3523035" cy="6559578"/>
            <a:chOff x="411243" y="539722"/>
            <a:chExt cx="3523035" cy="6559578"/>
          </a:xfrm>
        </p:grpSpPr>
        <p:pic>
          <p:nvPicPr>
            <p:cNvPr id="12" name="Picture 2">
              <a:extLst>
                <a:ext uri="{FF2B5EF4-FFF2-40B4-BE49-F238E27FC236}">
                  <a16:creationId xmlns:a16="http://schemas.microsoft.com/office/drawing/2014/main" id="{2AE3DA02-8576-C071-F007-51A973CAFA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243" y="539722"/>
              <a:ext cx="3434501" cy="6318278"/>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5977EB3B-8FE9-B443-DC56-0C320619F52A}"/>
                </a:ext>
              </a:extLst>
            </p:cNvPr>
            <p:cNvSpPr/>
            <p:nvPr/>
          </p:nvSpPr>
          <p:spPr bwMode="gray">
            <a:xfrm>
              <a:off x="685800" y="1371600"/>
              <a:ext cx="3248478" cy="5363108"/>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pic>
          <p:nvPicPr>
            <p:cNvPr id="9" name="圖片 8">
              <a:extLst>
                <a:ext uri="{FF2B5EF4-FFF2-40B4-BE49-F238E27FC236}">
                  <a16:creationId xmlns:a16="http://schemas.microsoft.com/office/drawing/2014/main" id="{05E23D5E-EC9E-93D0-1ED5-04DE16CC5DD9}"/>
                </a:ext>
              </a:extLst>
            </p:cNvPr>
            <p:cNvPicPr>
              <a:picLocks noChangeAspect="1"/>
            </p:cNvPicPr>
            <p:nvPr/>
          </p:nvPicPr>
          <p:blipFill>
            <a:blip r:embed="rId5"/>
            <a:stretch>
              <a:fillRect/>
            </a:stretch>
          </p:blipFill>
          <p:spPr>
            <a:xfrm>
              <a:off x="685800" y="1371600"/>
              <a:ext cx="2884993" cy="3280313"/>
            </a:xfrm>
            <a:prstGeom prst="rect">
              <a:avLst/>
            </a:prstGeom>
          </p:spPr>
        </p:pic>
        <p:pic>
          <p:nvPicPr>
            <p:cNvPr id="21" name="圖片 20">
              <a:extLst>
                <a:ext uri="{FF2B5EF4-FFF2-40B4-BE49-F238E27FC236}">
                  <a16:creationId xmlns:a16="http://schemas.microsoft.com/office/drawing/2014/main" id="{B41BE091-2D9A-8B92-4D32-2C1C47395662}"/>
                </a:ext>
              </a:extLst>
            </p:cNvPr>
            <p:cNvPicPr>
              <a:picLocks noChangeAspect="1"/>
            </p:cNvPicPr>
            <p:nvPr/>
          </p:nvPicPr>
          <p:blipFill>
            <a:blip r:embed="rId6"/>
            <a:stretch>
              <a:fillRect/>
            </a:stretch>
          </p:blipFill>
          <p:spPr>
            <a:xfrm>
              <a:off x="665355" y="4689075"/>
              <a:ext cx="2934731" cy="2410225"/>
            </a:xfrm>
            <a:prstGeom prst="rect">
              <a:avLst/>
            </a:prstGeom>
          </p:spPr>
        </p:pic>
        <p:sp>
          <p:nvSpPr>
            <p:cNvPr id="22" name="橢圓 21">
              <a:extLst>
                <a:ext uri="{FF2B5EF4-FFF2-40B4-BE49-F238E27FC236}">
                  <a16:creationId xmlns:a16="http://schemas.microsoft.com/office/drawing/2014/main" id="{60476BBA-A1FB-7789-BBF5-E0C86840D885}"/>
                </a:ext>
              </a:extLst>
            </p:cNvPr>
            <p:cNvSpPr/>
            <p:nvPr/>
          </p:nvSpPr>
          <p:spPr bwMode="gray">
            <a:xfrm>
              <a:off x="608689" y="1433973"/>
              <a:ext cx="990234" cy="203200"/>
            </a:xfrm>
            <a:prstGeom prst="ellipse">
              <a:avLst/>
            </a:prstGeom>
            <a:noFill/>
            <a:ln w="19050" algn="ctr">
              <a:solidFill>
                <a:srgbClr val="FF339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26" name="矩形: 圓角 25">
              <a:extLst>
                <a:ext uri="{FF2B5EF4-FFF2-40B4-BE49-F238E27FC236}">
                  <a16:creationId xmlns:a16="http://schemas.microsoft.com/office/drawing/2014/main" id="{FC3870D1-312A-476D-3E69-1A42DDC9517E}"/>
                </a:ext>
              </a:extLst>
            </p:cNvPr>
            <p:cNvSpPr/>
            <p:nvPr/>
          </p:nvSpPr>
          <p:spPr bwMode="gray">
            <a:xfrm>
              <a:off x="411243" y="1193800"/>
              <a:ext cx="3309857" cy="5746528"/>
            </a:xfrm>
            <a:prstGeom prst="roundRect">
              <a:avLst>
                <a:gd name="adj" fmla="val 2268"/>
              </a:avLst>
            </a:prstGeom>
            <a:noFill/>
            <a:ln w="28575" algn="ctr">
              <a:solidFill>
                <a:srgbClr val="C00000"/>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34" name="矩形: 圓角 33">
              <a:extLst>
                <a:ext uri="{FF2B5EF4-FFF2-40B4-BE49-F238E27FC236}">
                  <a16:creationId xmlns:a16="http://schemas.microsoft.com/office/drawing/2014/main" id="{D6149874-4351-DE52-F9F5-E3E993FDB368}"/>
                </a:ext>
              </a:extLst>
            </p:cNvPr>
            <p:cNvSpPr/>
            <p:nvPr/>
          </p:nvSpPr>
          <p:spPr bwMode="gray">
            <a:xfrm>
              <a:off x="607469" y="1371600"/>
              <a:ext cx="2992617" cy="3280313"/>
            </a:xfrm>
            <a:prstGeom prst="roundRect">
              <a:avLst>
                <a:gd name="adj" fmla="val 2268"/>
              </a:avLst>
            </a:prstGeom>
            <a:noFill/>
            <a:ln w="19050" algn="ctr">
              <a:solidFill>
                <a:srgbClr val="FF3399"/>
              </a:solidFill>
              <a:prstDash val="solid"/>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grpSp>
      <p:grpSp>
        <p:nvGrpSpPr>
          <p:cNvPr id="35" name="群組 34">
            <a:extLst>
              <a:ext uri="{FF2B5EF4-FFF2-40B4-BE49-F238E27FC236}">
                <a16:creationId xmlns:a16="http://schemas.microsoft.com/office/drawing/2014/main" id="{01615159-C91C-819A-E81E-933B797D0C42}"/>
              </a:ext>
            </a:extLst>
          </p:cNvPr>
          <p:cNvGrpSpPr/>
          <p:nvPr/>
        </p:nvGrpSpPr>
        <p:grpSpPr>
          <a:xfrm>
            <a:off x="3186428" y="710732"/>
            <a:ext cx="7776060" cy="6032968"/>
            <a:chOff x="3034028" y="634532"/>
            <a:chExt cx="7776060" cy="6032968"/>
          </a:xfrm>
        </p:grpSpPr>
        <p:sp>
          <p:nvSpPr>
            <p:cNvPr id="36" name="矩形: 圓角 35">
              <a:extLst>
                <a:ext uri="{FF2B5EF4-FFF2-40B4-BE49-F238E27FC236}">
                  <a16:creationId xmlns:a16="http://schemas.microsoft.com/office/drawing/2014/main" id="{6CA635B3-423F-A943-8BAF-133C92868E50}"/>
                </a:ext>
              </a:extLst>
            </p:cNvPr>
            <p:cNvSpPr/>
            <p:nvPr/>
          </p:nvSpPr>
          <p:spPr bwMode="gray">
            <a:xfrm>
              <a:off x="5463388" y="634532"/>
              <a:ext cx="5346700" cy="6032968"/>
            </a:xfrm>
            <a:prstGeom prst="roundRect">
              <a:avLst>
                <a:gd name="adj" fmla="val 2268"/>
              </a:avLst>
            </a:prstGeom>
            <a:noFill/>
            <a:ln w="38100" algn="ctr">
              <a:solidFill>
                <a:srgbClr val="FF3399"/>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37" name="語音泡泡: 圓角矩形 36">
              <a:extLst>
                <a:ext uri="{FF2B5EF4-FFF2-40B4-BE49-F238E27FC236}">
                  <a16:creationId xmlns:a16="http://schemas.microsoft.com/office/drawing/2014/main" id="{0F55EFCF-57EB-D866-56AD-D32A9E5E8A06}"/>
                </a:ext>
              </a:extLst>
            </p:cNvPr>
            <p:cNvSpPr/>
            <p:nvPr/>
          </p:nvSpPr>
          <p:spPr bwMode="gray">
            <a:xfrm>
              <a:off x="3034028" y="1629553"/>
              <a:ext cx="2750855" cy="909508"/>
            </a:xfrm>
            <a:prstGeom prst="wedgeRoundRectCallout">
              <a:avLst>
                <a:gd name="adj1" fmla="val 49983"/>
                <a:gd name="adj2" fmla="val -112202"/>
                <a:gd name="adj3" fmla="val 16667"/>
              </a:avLst>
            </a:prstGeom>
            <a:solidFill>
              <a:srgbClr val="FFFF00"/>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zh-TW" altLang="en-US" sz="1600" b="1" dirty="0"/>
                <a:t>上張</a:t>
              </a:r>
              <a:r>
                <a:rPr lang="en-US" altLang="zh-TW" sz="1600" b="1" dirty="0"/>
                <a:t>Slide</a:t>
              </a:r>
              <a:r>
                <a:rPr lang="zh-TW" altLang="en-US" sz="1600" b="1" dirty="0"/>
                <a:t>中</a:t>
              </a:r>
              <a:r>
                <a:rPr lang="en-US" altLang="zh-TW" sz="1600" b="1" dirty="0"/>
                <a:t>『</a:t>
              </a:r>
              <a:r>
                <a:rPr lang="zh-TW" altLang="en-US" sz="1600" b="1" dirty="0"/>
                <a:t>項次</a:t>
              </a:r>
              <a:r>
                <a:rPr lang="en-US" altLang="zh-TW" sz="1600" b="1" dirty="0"/>
                <a:t>5~18』</a:t>
              </a:r>
            </a:p>
            <a:p>
              <a:pPr algn="ctr">
                <a:lnSpc>
                  <a:spcPct val="106000"/>
                </a:lnSpc>
                <a:buFont typeface="Wingdings 2" pitchFamily="18" charset="2"/>
                <a:buNone/>
              </a:pPr>
              <a:r>
                <a:rPr lang="zh-TW" altLang="en-US" sz="1600" b="1" dirty="0"/>
                <a:t>固定欄位的呈現畫面</a:t>
              </a:r>
            </a:p>
          </p:txBody>
        </p:sp>
      </p:grpSp>
      <p:cxnSp>
        <p:nvCxnSpPr>
          <p:cNvPr id="3" name="直線單箭頭接點 2">
            <a:extLst>
              <a:ext uri="{FF2B5EF4-FFF2-40B4-BE49-F238E27FC236}">
                <a16:creationId xmlns:a16="http://schemas.microsoft.com/office/drawing/2014/main" id="{D27AF1D4-5B48-8FE3-4D49-95F54474E97F}"/>
              </a:ext>
            </a:extLst>
          </p:cNvPr>
          <p:cNvCxnSpPr>
            <a:cxnSpLocks/>
          </p:cNvCxnSpPr>
          <p:nvPr/>
        </p:nvCxnSpPr>
        <p:spPr>
          <a:xfrm flipV="1">
            <a:off x="1530224" y="1060042"/>
            <a:ext cx="4407059" cy="496746"/>
          </a:xfrm>
          <a:prstGeom prst="straightConnector1">
            <a:avLst/>
          </a:prstGeom>
          <a:ln w="28575">
            <a:solidFill>
              <a:srgbClr val="DAA100"/>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797331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FC2B4"/>
        </a:solidFill>
        <a:effectLst/>
      </p:bgPr>
    </p:bg>
    <p:spTree>
      <p:nvGrpSpPr>
        <p:cNvPr id="1" name="">
          <a:extLst>
            <a:ext uri="{FF2B5EF4-FFF2-40B4-BE49-F238E27FC236}">
              <a16:creationId xmlns:a16="http://schemas.microsoft.com/office/drawing/2014/main" id="{09F86A0C-E1DB-50E8-C5C5-B0945FE97D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96580F-F740-12C3-82DD-8070B4E71C99}"/>
              </a:ext>
            </a:extLst>
          </p:cNvPr>
          <p:cNvSpPr>
            <a:spLocks noGrp="1"/>
          </p:cNvSpPr>
          <p:nvPr>
            <p:ph type="title"/>
          </p:nvPr>
        </p:nvSpPr>
        <p:spPr>
          <a:xfrm>
            <a:off x="0" y="2419885"/>
            <a:ext cx="12124267" cy="2067448"/>
          </a:xfrm>
        </p:spPr>
        <p:txBody>
          <a:bodyPr anchor="ctr"/>
          <a:lstStyle/>
          <a:p>
            <a:pPr algn="ctr">
              <a:lnSpc>
                <a:spcPct val="150000"/>
              </a:lnSpc>
            </a:pPr>
            <a:r>
              <a:rPr lang="zh-TW" altLang="en-US" sz="4400" dirty="0">
                <a:latin typeface="Calibri" panose="020F0502020204030204" pitchFamily="34" charset="0"/>
                <a:cs typeface="Calibri" panose="020F0502020204030204" pitchFamily="34" charset="0"/>
              </a:rPr>
              <a:t>   </a:t>
            </a:r>
            <a:r>
              <a:rPr lang="en-US" altLang="zh-TW" sz="4400" dirty="0">
                <a:latin typeface="Calibri" panose="020F0502020204030204" pitchFamily="34" charset="0"/>
                <a:cs typeface="Calibri" panose="020F0502020204030204" pitchFamily="34" charset="0"/>
              </a:rPr>
              <a:t>2. </a:t>
            </a:r>
            <a:r>
              <a:rPr lang="zh-TW" altLang="en-US" sz="4400" dirty="0">
                <a:latin typeface="Calibri" panose="020F0502020204030204" pitchFamily="34" charset="0"/>
                <a:cs typeface="Calibri" panose="020F0502020204030204" pitchFamily="34" charset="0"/>
              </a:rPr>
              <a:t>「合約審閱申請單 」</a:t>
            </a:r>
            <a:br>
              <a:rPr lang="en-US" altLang="zh-TW" sz="4400" dirty="0">
                <a:latin typeface="Calibri" panose="020F0502020204030204" pitchFamily="34" charset="0"/>
                <a:cs typeface="Calibri" panose="020F0502020204030204" pitchFamily="34" charset="0"/>
              </a:rPr>
            </a:br>
            <a:r>
              <a:rPr lang="zh-TW" altLang="en-US" sz="4800" dirty="0">
                <a:solidFill>
                  <a:srgbClr val="FFFF00"/>
                </a:solidFill>
                <a:latin typeface="Calibri" panose="020F0502020204030204" pitchFamily="34" charset="0"/>
                <a:cs typeface="Calibri" panose="020F0502020204030204" pitchFamily="34" charset="0"/>
              </a:rPr>
              <a:t>自訂欄位 </a:t>
            </a:r>
            <a:r>
              <a:rPr lang="en-US" altLang="zh-TW" sz="4800" dirty="0">
                <a:solidFill>
                  <a:srgbClr val="FFFF00"/>
                </a:solidFill>
                <a:latin typeface="Calibri" panose="020F0502020204030204" pitchFamily="34" charset="0"/>
                <a:cs typeface="Calibri" panose="020F0502020204030204" pitchFamily="34" charset="0"/>
              </a:rPr>
              <a:t>-</a:t>
            </a:r>
            <a:r>
              <a:rPr lang="zh-TW" altLang="en-US" sz="4800" dirty="0">
                <a:solidFill>
                  <a:srgbClr val="FFFF00"/>
                </a:solidFill>
                <a:latin typeface="Calibri" panose="020F0502020204030204" pitchFamily="34" charset="0"/>
                <a:cs typeface="Calibri" panose="020F0502020204030204" pitchFamily="34" charset="0"/>
              </a:rPr>
              <a:t> 可支援的欄位類型</a:t>
            </a:r>
          </a:p>
        </p:txBody>
      </p:sp>
    </p:spTree>
    <p:extLst>
      <p:ext uri="{BB962C8B-B14F-4D97-AF65-F5344CB8AC3E}">
        <p14:creationId xmlns:p14="http://schemas.microsoft.com/office/powerpoint/2010/main" val="90026794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CE6AC-7615-9CB7-7EC5-18FE415B445E}"/>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5B936AFE-4129-A581-AB09-D25D4F7390E5}"/>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grpSp>
        <p:nvGrpSpPr>
          <p:cNvPr id="8" name="群組 7">
            <a:extLst>
              <a:ext uri="{FF2B5EF4-FFF2-40B4-BE49-F238E27FC236}">
                <a16:creationId xmlns:a16="http://schemas.microsoft.com/office/drawing/2014/main" id="{51AA1D28-FA66-7AC1-3862-80169D318E08}"/>
              </a:ext>
            </a:extLst>
          </p:cNvPr>
          <p:cNvGrpSpPr/>
          <p:nvPr/>
        </p:nvGrpSpPr>
        <p:grpSpPr>
          <a:xfrm>
            <a:off x="346836" y="450822"/>
            <a:ext cx="3587442" cy="6559578"/>
            <a:chOff x="346836" y="488922"/>
            <a:chExt cx="3587442" cy="6559578"/>
          </a:xfrm>
        </p:grpSpPr>
        <p:pic>
          <p:nvPicPr>
            <p:cNvPr id="12" name="Picture 2">
              <a:extLst>
                <a:ext uri="{FF2B5EF4-FFF2-40B4-BE49-F238E27FC236}">
                  <a16:creationId xmlns:a16="http://schemas.microsoft.com/office/drawing/2014/main" id="{CCC53BDB-1732-41F1-9839-DE32DC2429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243" y="488922"/>
              <a:ext cx="3434501" cy="6318278"/>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183F8C87-7FF2-94C9-CFED-9D583ED3932D}"/>
                </a:ext>
              </a:extLst>
            </p:cNvPr>
            <p:cNvSpPr/>
            <p:nvPr/>
          </p:nvSpPr>
          <p:spPr bwMode="gray">
            <a:xfrm>
              <a:off x="685800" y="1320800"/>
              <a:ext cx="3248478" cy="5363108"/>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pic>
          <p:nvPicPr>
            <p:cNvPr id="9" name="圖片 8">
              <a:extLst>
                <a:ext uri="{FF2B5EF4-FFF2-40B4-BE49-F238E27FC236}">
                  <a16:creationId xmlns:a16="http://schemas.microsoft.com/office/drawing/2014/main" id="{00B60F08-129C-0A7D-4E56-A5D13A61AB9B}"/>
                </a:ext>
              </a:extLst>
            </p:cNvPr>
            <p:cNvPicPr>
              <a:picLocks noChangeAspect="1"/>
            </p:cNvPicPr>
            <p:nvPr/>
          </p:nvPicPr>
          <p:blipFill>
            <a:blip r:embed="rId4"/>
            <a:stretch>
              <a:fillRect/>
            </a:stretch>
          </p:blipFill>
          <p:spPr>
            <a:xfrm>
              <a:off x="685800" y="1320800"/>
              <a:ext cx="2884993" cy="3280313"/>
            </a:xfrm>
            <a:prstGeom prst="rect">
              <a:avLst/>
            </a:prstGeom>
          </p:spPr>
        </p:pic>
        <p:pic>
          <p:nvPicPr>
            <p:cNvPr id="21" name="圖片 20">
              <a:extLst>
                <a:ext uri="{FF2B5EF4-FFF2-40B4-BE49-F238E27FC236}">
                  <a16:creationId xmlns:a16="http://schemas.microsoft.com/office/drawing/2014/main" id="{2F23F1E9-094D-2101-4373-CF7C93D6D5C5}"/>
                </a:ext>
              </a:extLst>
            </p:cNvPr>
            <p:cNvPicPr>
              <a:picLocks noChangeAspect="1"/>
            </p:cNvPicPr>
            <p:nvPr/>
          </p:nvPicPr>
          <p:blipFill>
            <a:blip r:embed="rId5"/>
            <a:stretch>
              <a:fillRect/>
            </a:stretch>
          </p:blipFill>
          <p:spPr>
            <a:xfrm>
              <a:off x="665355" y="4638275"/>
              <a:ext cx="2934731" cy="2410225"/>
            </a:xfrm>
            <a:prstGeom prst="rect">
              <a:avLst/>
            </a:prstGeom>
          </p:spPr>
        </p:pic>
        <p:sp>
          <p:nvSpPr>
            <p:cNvPr id="22" name="橢圓 21">
              <a:extLst>
                <a:ext uri="{FF2B5EF4-FFF2-40B4-BE49-F238E27FC236}">
                  <a16:creationId xmlns:a16="http://schemas.microsoft.com/office/drawing/2014/main" id="{0A127D03-3095-EB86-791F-020444454AF6}"/>
                </a:ext>
              </a:extLst>
            </p:cNvPr>
            <p:cNvSpPr/>
            <p:nvPr/>
          </p:nvSpPr>
          <p:spPr bwMode="gray">
            <a:xfrm>
              <a:off x="530201" y="4638275"/>
              <a:ext cx="990234" cy="199378"/>
            </a:xfrm>
            <a:prstGeom prst="ellipse">
              <a:avLst/>
            </a:prstGeom>
            <a:noFill/>
            <a:ln w="19050" algn="ctr">
              <a:solidFill>
                <a:srgbClr val="FF339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26" name="矩形: 圓角 25">
              <a:extLst>
                <a:ext uri="{FF2B5EF4-FFF2-40B4-BE49-F238E27FC236}">
                  <a16:creationId xmlns:a16="http://schemas.microsoft.com/office/drawing/2014/main" id="{2F2AB41A-FC8A-1C4E-E863-6A8F9544DC8C}"/>
                </a:ext>
              </a:extLst>
            </p:cNvPr>
            <p:cNvSpPr/>
            <p:nvPr/>
          </p:nvSpPr>
          <p:spPr bwMode="gray">
            <a:xfrm>
              <a:off x="346836" y="1143000"/>
              <a:ext cx="3434501" cy="5753100"/>
            </a:xfrm>
            <a:prstGeom prst="roundRect">
              <a:avLst>
                <a:gd name="adj" fmla="val 2268"/>
              </a:avLst>
            </a:prstGeom>
            <a:noFill/>
            <a:ln w="28575" algn="ctr">
              <a:solidFill>
                <a:srgbClr val="C00000"/>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34" name="矩形: 圓角 33">
              <a:extLst>
                <a:ext uri="{FF2B5EF4-FFF2-40B4-BE49-F238E27FC236}">
                  <a16:creationId xmlns:a16="http://schemas.microsoft.com/office/drawing/2014/main" id="{FAAE14E6-389B-4B73-490E-40BB2103389E}"/>
                </a:ext>
              </a:extLst>
            </p:cNvPr>
            <p:cNvSpPr/>
            <p:nvPr/>
          </p:nvSpPr>
          <p:spPr bwMode="gray">
            <a:xfrm>
              <a:off x="491067" y="4601113"/>
              <a:ext cx="3120837" cy="2255949"/>
            </a:xfrm>
            <a:prstGeom prst="roundRect">
              <a:avLst>
                <a:gd name="adj" fmla="val 2268"/>
              </a:avLst>
            </a:prstGeom>
            <a:noFill/>
            <a:ln w="19050" algn="ctr">
              <a:solidFill>
                <a:srgbClr val="FF3399"/>
              </a:solidFill>
              <a:prstDash val="solid"/>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grpSp>
      <p:sp>
        <p:nvSpPr>
          <p:cNvPr id="36" name="矩形: 圓角 35">
            <a:extLst>
              <a:ext uri="{FF2B5EF4-FFF2-40B4-BE49-F238E27FC236}">
                <a16:creationId xmlns:a16="http://schemas.microsoft.com/office/drawing/2014/main" id="{1EE5432D-03C5-0306-B5BF-87567B522ED9}"/>
              </a:ext>
            </a:extLst>
          </p:cNvPr>
          <p:cNvSpPr/>
          <p:nvPr/>
        </p:nvSpPr>
        <p:spPr bwMode="gray">
          <a:xfrm>
            <a:off x="5201531" y="1295458"/>
            <a:ext cx="6416878" cy="5029142"/>
          </a:xfrm>
          <a:prstGeom prst="roundRect">
            <a:avLst>
              <a:gd name="adj" fmla="val 2268"/>
            </a:avLst>
          </a:prstGeom>
          <a:noFill/>
          <a:ln w="38100" algn="ctr">
            <a:solidFill>
              <a:srgbClr val="FF3399"/>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grpSp>
        <p:nvGrpSpPr>
          <p:cNvPr id="3" name="群組 2">
            <a:extLst>
              <a:ext uri="{FF2B5EF4-FFF2-40B4-BE49-F238E27FC236}">
                <a16:creationId xmlns:a16="http://schemas.microsoft.com/office/drawing/2014/main" id="{409FF1E3-7EF6-ECFD-0E04-4ACF28EB9F5D}"/>
              </a:ext>
            </a:extLst>
          </p:cNvPr>
          <p:cNvGrpSpPr/>
          <p:nvPr/>
        </p:nvGrpSpPr>
        <p:grpSpPr>
          <a:xfrm>
            <a:off x="5330345" y="1362504"/>
            <a:ext cx="6175856" cy="4784822"/>
            <a:chOff x="3871847" y="3275965"/>
            <a:chExt cx="6175856" cy="4784822"/>
          </a:xfrm>
        </p:grpSpPr>
        <p:pic>
          <p:nvPicPr>
            <p:cNvPr id="10" name="圖片 9">
              <a:extLst>
                <a:ext uri="{FF2B5EF4-FFF2-40B4-BE49-F238E27FC236}">
                  <a16:creationId xmlns:a16="http://schemas.microsoft.com/office/drawing/2014/main" id="{784B2BAC-F110-C924-5CA9-AF814F07DAC6}"/>
                </a:ext>
              </a:extLst>
            </p:cNvPr>
            <p:cNvPicPr>
              <a:picLocks noChangeAspect="1"/>
            </p:cNvPicPr>
            <p:nvPr/>
          </p:nvPicPr>
          <p:blipFill>
            <a:blip r:embed="rId6"/>
            <a:stretch>
              <a:fillRect/>
            </a:stretch>
          </p:blipFill>
          <p:spPr>
            <a:xfrm>
              <a:off x="3871847" y="3275965"/>
              <a:ext cx="6175856" cy="4784822"/>
            </a:xfrm>
            <a:prstGeom prst="rect">
              <a:avLst/>
            </a:prstGeom>
          </p:spPr>
        </p:pic>
        <p:sp>
          <p:nvSpPr>
            <p:cNvPr id="31" name="橢圓 30">
              <a:extLst>
                <a:ext uri="{FF2B5EF4-FFF2-40B4-BE49-F238E27FC236}">
                  <a16:creationId xmlns:a16="http://schemas.microsoft.com/office/drawing/2014/main" id="{2D5CD180-17A3-CE35-F6C2-D5D8FDA6A737}"/>
                </a:ext>
              </a:extLst>
            </p:cNvPr>
            <p:cNvSpPr/>
            <p:nvPr/>
          </p:nvSpPr>
          <p:spPr bwMode="gray">
            <a:xfrm>
              <a:off x="3871847" y="3382520"/>
              <a:ext cx="1267083" cy="259971"/>
            </a:xfrm>
            <a:prstGeom prst="ellipse">
              <a:avLst/>
            </a:prstGeom>
            <a:noFill/>
            <a:ln w="19050" algn="ctr">
              <a:solidFill>
                <a:srgbClr val="FF339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grpSp>
      <p:sp>
        <p:nvSpPr>
          <p:cNvPr id="7" name="標題 4">
            <a:extLst>
              <a:ext uri="{FF2B5EF4-FFF2-40B4-BE49-F238E27FC236}">
                <a16:creationId xmlns:a16="http://schemas.microsoft.com/office/drawing/2014/main" id="{8A14CA91-0C9A-7D53-47C8-CD9C54FFC5BC}"/>
              </a:ext>
            </a:extLst>
          </p:cNvPr>
          <p:cNvSpPr txBox="1">
            <a:spLocks/>
          </p:cNvSpPr>
          <p:nvPr/>
        </p:nvSpPr>
        <p:spPr bwMode="gray">
          <a:xfrm>
            <a:off x="422275" y="123292"/>
            <a:ext cx="10029825" cy="334102"/>
          </a:xfrm>
          <a:prstGeom prst="rect">
            <a:avLst/>
          </a:prstGeom>
        </p:spPr>
        <p:txBody>
          <a:bodyPr vert="horz" lIns="0" tIns="0" rIns="0" bIns="0" rtlCol="0" anchor="t" anchorCtr="0">
            <a:noAutofit/>
          </a:bodyPr>
          <a:lstStyle>
            <a:lvl1pPr algn="l" defTabSz="1219110" rtl="0" eaLnBrk="1" latinLnBrk="0" hangingPunct="1">
              <a:spcBef>
                <a:spcPct val="0"/>
              </a:spcBef>
              <a:buNone/>
              <a:defRPr sz="2100" kern="1200">
                <a:solidFill>
                  <a:schemeClr val="tx1"/>
                </a:solidFill>
                <a:latin typeface="+mj-lt"/>
                <a:ea typeface="微軟正黑體" panose="020B0604030504040204" pitchFamily="34" charset="-120"/>
                <a:cs typeface="+mj-cs"/>
              </a:defRPr>
            </a:lvl1pPr>
          </a:lstStyle>
          <a:p>
            <a:r>
              <a:rPr lang="zh-TW" altLang="en-US" sz="2800" b="1" dirty="0">
                <a:latin typeface="Calibri" panose="020F0502020204030204" pitchFamily="34" charset="0"/>
                <a:cs typeface="Calibri" panose="020F0502020204030204" pitchFamily="34" charset="0"/>
              </a:rPr>
              <a:t>「合約審閱申請單 」</a:t>
            </a:r>
            <a:r>
              <a:rPr lang="en-US" altLang="zh-TW" sz="2800" b="1" dirty="0">
                <a:latin typeface="Calibri" panose="020F0502020204030204" pitchFamily="34" charset="0"/>
                <a:cs typeface="Calibri" panose="020F0502020204030204" pitchFamily="34" charset="0"/>
              </a:rPr>
              <a:t> – </a:t>
            </a:r>
            <a:r>
              <a:rPr lang="en-US" altLang="zh-TW" sz="2800" b="1" dirty="0">
                <a:solidFill>
                  <a:srgbClr val="007680"/>
                </a:solidFill>
                <a:latin typeface="Calibri" panose="020F0502020204030204" pitchFamily="34" charset="0"/>
                <a:cs typeface="Calibri" panose="020F0502020204030204" pitchFamily="34" charset="0"/>
              </a:rPr>
              <a:t>[</a:t>
            </a:r>
            <a:r>
              <a:rPr lang="zh-TW" altLang="en-US" sz="2800" b="1" dirty="0">
                <a:solidFill>
                  <a:srgbClr val="007680"/>
                </a:solidFill>
                <a:latin typeface="Calibri" panose="020F0502020204030204" pitchFamily="34" charset="0"/>
                <a:cs typeface="Calibri" panose="020F0502020204030204" pitchFamily="34" charset="0"/>
              </a:rPr>
              <a:t>合約其他資訊</a:t>
            </a:r>
            <a:r>
              <a:rPr lang="en-US" altLang="zh-TW" sz="2800" b="1" dirty="0">
                <a:solidFill>
                  <a:srgbClr val="007680"/>
                </a:solidFill>
                <a:latin typeface="Calibri" panose="020F0502020204030204" pitchFamily="34" charset="0"/>
                <a:cs typeface="Calibri" panose="020F0502020204030204" pitchFamily="34" charset="0"/>
              </a:rPr>
              <a:t>]</a:t>
            </a:r>
            <a:r>
              <a:rPr lang="zh-TW" altLang="en-US" sz="2800" b="1" dirty="0">
                <a:solidFill>
                  <a:srgbClr val="007680"/>
                </a:solidFill>
                <a:latin typeface="Calibri" panose="020F0502020204030204" pitchFamily="34" charset="0"/>
                <a:cs typeface="Calibri" panose="020F0502020204030204" pitchFamily="34" charset="0"/>
              </a:rPr>
              <a:t>區 </a:t>
            </a:r>
            <a:r>
              <a:rPr lang="en-US" altLang="zh-TW" sz="2800" b="1" dirty="0">
                <a:solidFill>
                  <a:srgbClr val="007680"/>
                </a:solidFill>
                <a:latin typeface="Calibri" panose="020F0502020204030204" pitchFamily="34" charset="0"/>
                <a:cs typeface="Calibri" panose="020F0502020204030204" pitchFamily="34" charset="0"/>
              </a:rPr>
              <a:t>(</a:t>
            </a:r>
            <a:r>
              <a:rPr lang="zh-TW" altLang="en-US" sz="2800" b="1" dirty="0">
                <a:solidFill>
                  <a:srgbClr val="007680"/>
                </a:solidFill>
                <a:latin typeface="Calibri" panose="020F0502020204030204" pitchFamily="34" charset="0"/>
                <a:cs typeface="Calibri" panose="020F0502020204030204" pitchFamily="34" charset="0"/>
              </a:rPr>
              <a:t>呈現自訂欄位</a:t>
            </a:r>
            <a:r>
              <a:rPr lang="en-US" altLang="zh-TW" sz="2800" b="1" dirty="0">
                <a:solidFill>
                  <a:srgbClr val="007680"/>
                </a:solidFill>
                <a:latin typeface="Calibri" panose="020F0502020204030204" pitchFamily="34" charset="0"/>
                <a:cs typeface="Calibri" panose="020F0502020204030204" pitchFamily="34" charset="0"/>
              </a:rPr>
              <a:t>)</a:t>
            </a:r>
            <a:endParaRPr lang="zh-TW" altLang="en-US" sz="2800" b="1" dirty="0">
              <a:solidFill>
                <a:srgbClr val="007680"/>
              </a:solidFill>
            </a:endParaRPr>
          </a:p>
        </p:txBody>
      </p:sp>
      <p:cxnSp>
        <p:nvCxnSpPr>
          <p:cNvPr id="4" name="直線單箭頭接點 3">
            <a:extLst>
              <a:ext uri="{FF2B5EF4-FFF2-40B4-BE49-F238E27FC236}">
                <a16:creationId xmlns:a16="http://schemas.microsoft.com/office/drawing/2014/main" id="{686851F8-10AC-44EC-7FA5-A65A8C8B3F03}"/>
              </a:ext>
            </a:extLst>
          </p:cNvPr>
          <p:cNvCxnSpPr>
            <a:cxnSpLocks/>
            <a:endCxn id="31" idx="2"/>
          </p:cNvCxnSpPr>
          <p:nvPr/>
        </p:nvCxnSpPr>
        <p:spPr>
          <a:xfrm flipV="1">
            <a:off x="1364835" y="1599045"/>
            <a:ext cx="3965510" cy="3118329"/>
          </a:xfrm>
          <a:prstGeom prst="straightConnector1">
            <a:avLst/>
          </a:prstGeom>
          <a:ln w="28575">
            <a:solidFill>
              <a:srgbClr val="DAA1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 name="語音泡泡: 圓角矩形 10">
            <a:extLst>
              <a:ext uri="{FF2B5EF4-FFF2-40B4-BE49-F238E27FC236}">
                <a16:creationId xmlns:a16="http://schemas.microsoft.com/office/drawing/2014/main" id="{7981D5CF-A518-C13C-82F4-0AB5806D6345}"/>
              </a:ext>
            </a:extLst>
          </p:cNvPr>
          <p:cNvSpPr/>
          <p:nvPr/>
        </p:nvSpPr>
        <p:spPr bwMode="gray">
          <a:xfrm>
            <a:off x="1688995" y="2671741"/>
            <a:ext cx="3597013" cy="756031"/>
          </a:xfrm>
          <a:prstGeom prst="wedgeRoundRectCallout">
            <a:avLst>
              <a:gd name="adj1" fmla="val 55626"/>
              <a:gd name="adj2" fmla="val -172443"/>
              <a:gd name="adj3" fmla="val 16667"/>
            </a:avLst>
          </a:prstGeom>
          <a:solidFill>
            <a:srgbClr val="FFFF00"/>
          </a:solidFill>
          <a:ln w="19050" algn="ctr">
            <a:solidFill>
              <a:schemeClr val="tx1"/>
            </a:solidFill>
            <a:miter lim="800000"/>
            <a:headEnd/>
            <a:tailEnd/>
          </a:ln>
        </p:spPr>
        <p:txBody>
          <a:bodyPr wrap="square" lIns="88900" tIns="88900" rIns="88900" bIns="88900" rtlCol="0" anchor="ctr"/>
          <a:lstStyle/>
          <a:p>
            <a:pPr marL="179388" indent="-179388">
              <a:lnSpc>
                <a:spcPct val="106000"/>
              </a:lnSpc>
              <a:buFont typeface="Wingdings" panose="05000000000000000000" pitchFamily="2" charset="2"/>
              <a:buChar char="l"/>
            </a:pPr>
            <a:r>
              <a:rPr lang="zh-TW" altLang="en-US" sz="1600" b="1" dirty="0"/>
              <a:t>「</a:t>
            </a:r>
            <a:r>
              <a:rPr lang="zh-TW" altLang="en-US" sz="1600" b="1" dirty="0">
                <a:solidFill>
                  <a:srgbClr val="002060"/>
                </a:solidFill>
              </a:rPr>
              <a:t>合約其他資訊</a:t>
            </a:r>
            <a:r>
              <a:rPr lang="zh-TW" altLang="en-US" sz="1600" b="1" dirty="0"/>
              <a:t>」區：</a:t>
            </a:r>
            <a:endParaRPr lang="en-US" altLang="zh-TW" sz="1600" b="1" dirty="0"/>
          </a:p>
          <a:p>
            <a:pPr>
              <a:lnSpc>
                <a:spcPct val="106000"/>
              </a:lnSpc>
              <a:buFont typeface="Wingdings 2" pitchFamily="18" charset="2"/>
              <a:buNone/>
            </a:pPr>
            <a:r>
              <a:rPr lang="zh-TW" altLang="en-US" sz="1600" b="1" dirty="0"/>
              <a:t>呈現該</a:t>
            </a:r>
            <a:r>
              <a:rPr lang="zh-TW" altLang="en-US" sz="1600" b="1" dirty="0">
                <a:solidFill>
                  <a:srgbClr val="CC00CC"/>
                </a:solidFill>
              </a:rPr>
              <a:t>合約類型</a:t>
            </a:r>
            <a:r>
              <a:rPr lang="zh-TW" altLang="en-US" sz="1600" b="1" dirty="0"/>
              <a:t>所套用的</a:t>
            </a:r>
            <a:r>
              <a:rPr lang="zh-TW" altLang="en-US" sz="1600" b="1" dirty="0">
                <a:solidFill>
                  <a:srgbClr val="CC00CC"/>
                </a:solidFill>
              </a:rPr>
              <a:t>自訂欄位</a:t>
            </a:r>
          </a:p>
        </p:txBody>
      </p:sp>
    </p:spTree>
    <p:extLst>
      <p:ext uri="{BB962C8B-B14F-4D97-AF65-F5344CB8AC3E}">
        <p14:creationId xmlns:p14="http://schemas.microsoft.com/office/powerpoint/2010/main" val="167221589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0A71A-9552-57D3-28F3-855C2F5D9384}"/>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1906F787-2658-6F81-DAAB-CFBA9E1CBDE8}"/>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grpSp>
        <p:nvGrpSpPr>
          <p:cNvPr id="13" name="群組 12">
            <a:extLst>
              <a:ext uri="{FF2B5EF4-FFF2-40B4-BE49-F238E27FC236}">
                <a16:creationId xmlns:a16="http://schemas.microsoft.com/office/drawing/2014/main" id="{5724DF17-EB3C-ADB5-356B-16C60F8E03C0}"/>
              </a:ext>
            </a:extLst>
          </p:cNvPr>
          <p:cNvGrpSpPr/>
          <p:nvPr/>
        </p:nvGrpSpPr>
        <p:grpSpPr>
          <a:xfrm>
            <a:off x="340783" y="917396"/>
            <a:ext cx="11662833" cy="5570756"/>
            <a:chOff x="264583" y="828496"/>
            <a:chExt cx="11662833" cy="5570756"/>
          </a:xfrm>
        </p:grpSpPr>
        <p:sp>
          <p:nvSpPr>
            <p:cNvPr id="6" name="TextBox 5">
              <a:extLst>
                <a:ext uri="{FF2B5EF4-FFF2-40B4-BE49-F238E27FC236}">
                  <a16:creationId xmlns:a16="http://schemas.microsoft.com/office/drawing/2014/main" id="{62FE9DBC-9AD1-3437-206F-D3051ECB51EF}"/>
                </a:ext>
              </a:extLst>
            </p:cNvPr>
            <p:cNvSpPr txBox="1"/>
            <p:nvPr/>
          </p:nvSpPr>
          <p:spPr>
            <a:xfrm>
              <a:off x="264583" y="828496"/>
              <a:ext cx="11662833" cy="5570756"/>
            </a:xfrm>
            <a:prstGeom prst="rect">
              <a:avLst/>
            </a:prstGeom>
            <a:noFill/>
          </p:spPr>
          <p:txBody>
            <a:bodyPr wrap="square" lIns="0" tIns="0" rIns="0" bIns="0" rtlCol="0">
              <a:spAutoFit/>
            </a:bodyPr>
            <a:lstStyle/>
            <a:p>
              <a:pPr marL="203215" indent="-457200">
                <a:spcBef>
                  <a:spcPts val="1200"/>
                </a:spcBef>
                <a:buSzPct val="100000"/>
                <a:buFont typeface="+mj-lt"/>
                <a:buAutoNum type="arabicPeriod"/>
              </a:pPr>
              <a:r>
                <a:rPr lang="zh-TW" altLang="en-US" b="1" dirty="0">
                  <a:solidFill>
                    <a:srgbClr val="313131"/>
                  </a:solidFill>
                  <a:ea typeface="微軟正黑體" panose="020B0604030504040204" pitchFamily="34" charset="-120"/>
                </a:rPr>
                <a:t>針對每一合約類型，可自訂該合約類型所要填寫的欄位：</a:t>
              </a:r>
              <a:endParaRPr lang="en-US" altLang="zh-TW" b="1" dirty="0">
                <a:solidFill>
                  <a:srgbClr val="313131"/>
                </a:solidFill>
                <a:ea typeface="微軟正黑體" panose="020B0604030504040204" pitchFamily="34" charset="-120"/>
              </a:endParaRPr>
            </a:p>
            <a:p>
              <a:pPr marL="355600" lvl="1">
                <a:spcBef>
                  <a:spcPts val="1200"/>
                </a:spcBef>
                <a:buSzPct val="100000"/>
              </a:pPr>
              <a:r>
                <a:rPr lang="zh-TW" altLang="en-US" sz="2000" b="1" dirty="0">
                  <a:solidFill>
                    <a:srgbClr val="313131"/>
                  </a:solidFill>
                  <a:ea typeface="微軟正黑體" panose="020B0604030504040204" pitchFamily="34" charset="-120"/>
                </a:rPr>
                <a:t>  </a:t>
              </a:r>
              <a:r>
                <a:rPr lang="en-US" altLang="zh-TW" sz="2000" b="1" dirty="0">
                  <a:solidFill>
                    <a:srgbClr val="313131"/>
                  </a:solidFill>
                  <a:ea typeface="微軟正黑體" panose="020B0604030504040204" pitchFamily="34" charset="-120"/>
                </a:rPr>
                <a:t>1.1  </a:t>
              </a:r>
              <a:r>
                <a:rPr lang="zh-TW" altLang="en-US" sz="2000" b="1" dirty="0">
                  <a:solidFill>
                    <a:srgbClr val="313131"/>
                  </a:solidFill>
                  <a:ea typeface="微軟正黑體" panose="020B0604030504040204" pitchFamily="34" charset="-120"/>
                </a:rPr>
                <a:t>每一自訂欄位，要設定</a:t>
              </a:r>
              <a:r>
                <a:rPr lang="en-US" altLang="zh-TW" sz="2000" b="1" dirty="0">
                  <a:solidFill>
                    <a:srgbClr val="313131"/>
                  </a:solidFill>
                  <a:ea typeface="微軟正黑體" panose="020B0604030504040204" pitchFamily="34" charset="-120"/>
                </a:rPr>
                <a:t>『</a:t>
              </a:r>
              <a:r>
                <a:rPr lang="zh-TW" altLang="en-US" sz="2000" b="1" dirty="0">
                  <a:solidFill>
                    <a:srgbClr val="313131"/>
                  </a:solidFill>
                  <a:ea typeface="微軟正黑體" panose="020B0604030504040204" pitchFamily="34" charset="-120"/>
                </a:rPr>
                <a:t>欄位名稱</a:t>
              </a:r>
              <a:r>
                <a:rPr lang="en-US" altLang="zh-TW" sz="2000" b="1" dirty="0">
                  <a:solidFill>
                    <a:srgbClr val="313131"/>
                  </a:solidFill>
                  <a:ea typeface="微軟正黑體" panose="020B0604030504040204" pitchFamily="34" charset="-120"/>
                </a:rPr>
                <a:t>』</a:t>
              </a:r>
              <a:r>
                <a:rPr lang="zh-TW" altLang="en-US" sz="2000" b="1" dirty="0">
                  <a:solidFill>
                    <a:srgbClr val="313131"/>
                  </a:solidFill>
                  <a:ea typeface="微軟正黑體" panose="020B0604030504040204" pitchFamily="34" charset="-120"/>
                </a:rPr>
                <a:t>、</a:t>
              </a:r>
              <a:r>
                <a:rPr lang="en-US" altLang="zh-TW" sz="2000" b="1" dirty="0">
                  <a:solidFill>
                    <a:srgbClr val="313131"/>
                  </a:solidFill>
                  <a:ea typeface="微軟正黑體" panose="020B0604030504040204" pitchFamily="34" charset="-120"/>
                </a:rPr>
                <a:t> 『</a:t>
              </a:r>
              <a:r>
                <a:rPr lang="zh-TW" altLang="en-US" sz="2000" b="1" dirty="0">
                  <a:solidFill>
                    <a:srgbClr val="313131"/>
                  </a:solidFill>
                  <a:ea typeface="微軟正黑體" panose="020B0604030504040204" pitchFamily="34" charset="-120"/>
                </a:rPr>
                <a:t>欄位說明文字</a:t>
              </a:r>
              <a:r>
                <a:rPr lang="en-US" altLang="zh-TW" sz="2000" b="1" dirty="0">
                  <a:solidFill>
                    <a:srgbClr val="313131"/>
                  </a:solidFill>
                  <a:ea typeface="微軟正黑體" panose="020B0604030504040204" pitchFamily="34" charset="-120"/>
                </a:rPr>
                <a:t>(</a:t>
              </a:r>
              <a:r>
                <a:rPr lang="zh-TW" altLang="en-US" sz="2000" b="1" dirty="0">
                  <a:solidFill>
                    <a:srgbClr val="313131"/>
                  </a:solidFill>
                  <a:ea typeface="微軟正黑體" panose="020B0604030504040204" pitchFamily="34" charset="-120"/>
                </a:rPr>
                <a:t>欄位如何填寫的提示說明文字</a:t>
              </a:r>
              <a:r>
                <a:rPr lang="en-US" altLang="zh-TW" sz="2000" b="1" dirty="0">
                  <a:solidFill>
                    <a:srgbClr val="313131"/>
                  </a:solidFill>
                  <a:ea typeface="微軟正黑體" panose="020B0604030504040204" pitchFamily="34" charset="-120"/>
                </a:rPr>
                <a:t>) 』</a:t>
              </a:r>
              <a:r>
                <a:rPr lang="zh-TW" altLang="en-US" sz="2000" b="1" dirty="0">
                  <a:solidFill>
                    <a:srgbClr val="313131"/>
                  </a:solidFill>
                  <a:ea typeface="微軟正黑體" panose="020B0604030504040204" pitchFamily="34" charset="-120"/>
                </a:rPr>
                <a:t>、</a:t>
              </a:r>
              <a:endParaRPr lang="en-US" altLang="zh-TW" sz="2000" b="1" dirty="0">
                <a:solidFill>
                  <a:srgbClr val="313131"/>
                </a:solidFill>
                <a:ea typeface="微軟正黑體" panose="020B0604030504040204" pitchFamily="34" charset="-120"/>
              </a:endParaRPr>
            </a:p>
            <a:p>
              <a:pPr marL="355600" lvl="1">
                <a:lnSpc>
                  <a:spcPct val="150000"/>
                </a:lnSpc>
                <a:spcBef>
                  <a:spcPts val="1200"/>
                </a:spcBef>
                <a:buSzPct val="100000"/>
              </a:pPr>
              <a:r>
                <a:rPr lang="zh-TW" altLang="en-US" sz="2000" b="1" dirty="0">
                  <a:solidFill>
                    <a:srgbClr val="313131"/>
                  </a:solidFill>
                  <a:ea typeface="微軟正黑體" panose="020B0604030504040204" pitchFamily="34" charset="-120"/>
                </a:rPr>
                <a:t>        </a:t>
              </a:r>
              <a:r>
                <a:rPr lang="en-US" altLang="zh-TW" sz="2000" b="1" dirty="0">
                  <a:solidFill>
                    <a:srgbClr val="313131"/>
                  </a:solidFill>
                  <a:ea typeface="微軟正黑體" panose="020B0604030504040204" pitchFamily="34" charset="-120"/>
                </a:rPr>
                <a:t>『</a:t>
              </a:r>
              <a:r>
                <a:rPr lang="zh-TW" altLang="en-US" sz="2000" b="1" dirty="0">
                  <a:solidFill>
                    <a:srgbClr val="313131"/>
                  </a:solidFill>
                  <a:ea typeface="微軟正黑體" panose="020B0604030504040204" pitchFamily="34" charset="-120"/>
                </a:rPr>
                <a:t>欄位類型</a:t>
              </a:r>
              <a:r>
                <a:rPr lang="en-US" altLang="zh-TW" sz="2000" b="1" dirty="0">
                  <a:solidFill>
                    <a:srgbClr val="313131"/>
                  </a:solidFill>
                  <a:ea typeface="微軟正黑體" panose="020B0604030504040204" pitchFamily="34" charset="-120"/>
                </a:rPr>
                <a:t>』</a:t>
              </a:r>
              <a:r>
                <a:rPr lang="zh-TW" altLang="en-US" sz="2000" b="1" dirty="0">
                  <a:solidFill>
                    <a:srgbClr val="313131"/>
                  </a:solidFill>
                  <a:ea typeface="微軟正黑體" panose="020B0604030504040204" pitchFamily="34" charset="-120"/>
                </a:rPr>
                <a:t>、</a:t>
              </a:r>
              <a:r>
                <a:rPr lang="en-US" altLang="zh-TW" sz="2000" b="1" dirty="0">
                  <a:solidFill>
                    <a:srgbClr val="313131"/>
                  </a:solidFill>
                  <a:ea typeface="微軟正黑體" panose="020B0604030504040204" pitchFamily="34" charset="-120"/>
                </a:rPr>
                <a:t> 『</a:t>
              </a:r>
              <a:r>
                <a:rPr lang="zh-TW" altLang="en-US" sz="2000" b="1" dirty="0">
                  <a:solidFill>
                    <a:srgbClr val="313131"/>
                  </a:solidFill>
                  <a:ea typeface="微軟正黑體" panose="020B0604030504040204" pitchFamily="34" charset="-120"/>
                </a:rPr>
                <a:t>是否必填</a:t>
              </a:r>
              <a:r>
                <a:rPr lang="en-US" altLang="zh-TW" sz="2000" b="1" dirty="0">
                  <a:solidFill>
                    <a:srgbClr val="313131"/>
                  </a:solidFill>
                  <a:ea typeface="微軟正黑體" panose="020B0604030504040204" pitchFamily="34" charset="-120"/>
                </a:rPr>
                <a:t>』</a:t>
              </a:r>
            </a:p>
            <a:p>
              <a:pPr marL="355600" lvl="1">
                <a:lnSpc>
                  <a:spcPct val="150000"/>
                </a:lnSpc>
                <a:spcBef>
                  <a:spcPts val="1200"/>
                </a:spcBef>
                <a:buSzPct val="100000"/>
              </a:pPr>
              <a:r>
                <a:rPr lang="en-US" altLang="zh-TW" sz="2000" b="1" dirty="0">
                  <a:solidFill>
                    <a:srgbClr val="313131"/>
                  </a:solidFill>
                  <a:ea typeface="微軟正黑體" panose="020B0604030504040204" pitchFamily="34" charset="-120"/>
                </a:rPr>
                <a:t>   1.2 </a:t>
              </a:r>
              <a:r>
                <a:rPr lang="zh-TW" altLang="en-US" sz="2000" b="1" dirty="0">
                  <a:solidFill>
                    <a:schemeClr val="bg1"/>
                  </a:solidFill>
                  <a:highlight>
                    <a:srgbClr val="2D747B"/>
                  </a:highlight>
                  <a:ea typeface="微軟正黑體" panose="020B0604030504040204" pitchFamily="34" charset="-120"/>
                </a:rPr>
                <a:t>可支援的欄位類型</a:t>
              </a:r>
              <a:r>
                <a:rPr lang="en-US" altLang="zh-TW" sz="2000" b="1" dirty="0">
                  <a:solidFill>
                    <a:schemeClr val="bg1"/>
                  </a:solidFill>
                  <a:highlight>
                    <a:srgbClr val="2D747B"/>
                  </a:highlight>
                  <a:ea typeface="微軟正黑體" panose="020B0604030504040204" pitchFamily="34" charset="-120"/>
                </a:rPr>
                <a:t>(</a:t>
              </a:r>
              <a:r>
                <a:rPr lang="zh-TW" altLang="en-US" sz="2000" b="1" dirty="0">
                  <a:solidFill>
                    <a:schemeClr val="bg1"/>
                  </a:solidFill>
                  <a:highlight>
                    <a:srgbClr val="2D747B"/>
                  </a:highlight>
                  <a:ea typeface="微軟正黑體" panose="020B0604030504040204" pitchFamily="34" charset="-120"/>
                </a:rPr>
                <a:t>如下</a:t>
              </a:r>
              <a:r>
                <a:rPr lang="en-US" altLang="zh-TW" sz="2000" b="1" dirty="0">
                  <a:solidFill>
                    <a:schemeClr val="bg1"/>
                  </a:solidFill>
                  <a:highlight>
                    <a:srgbClr val="2D747B"/>
                  </a:highlight>
                  <a:ea typeface="微軟正黑體" panose="020B0604030504040204" pitchFamily="34" charset="-120"/>
                </a:rPr>
                <a:t>)</a:t>
              </a:r>
              <a:r>
                <a:rPr lang="zh-TW" altLang="en-US" sz="2000" b="1" dirty="0">
                  <a:solidFill>
                    <a:schemeClr val="bg1"/>
                  </a:solidFill>
                  <a:highlight>
                    <a:srgbClr val="2D747B"/>
                  </a:highlight>
                  <a:ea typeface="微軟正黑體" panose="020B0604030504040204" pitchFamily="34" charset="-120"/>
                </a:rPr>
                <a:t>：          </a:t>
              </a:r>
              <a:endParaRPr lang="en-US" altLang="zh-TW" sz="2000" b="1" dirty="0">
                <a:solidFill>
                  <a:schemeClr val="bg1"/>
                </a:solidFill>
                <a:highlight>
                  <a:srgbClr val="2D747B"/>
                </a:highlight>
                <a:ea typeface="微軟正黑體" panose="020B0604030504040204" pitchFamily="34" charset="-120"/>
              </a:endParaRPr>
            </a:p>
            <a:p>
              <a:pPr marL="355600" lvl="1">
                <a:spcBef>
                  <a:spcPts val="1200"/>
                </a:spcBef>
                <a:buSzPct val="100000"/>
              </a:pPr>
              <a:endParaRPr lang="en-US" altLang="zh-TW" sz="2000" b="1" dirty="0">
                <a:solidFill>
                  <a:schemeClr val="bg1"/>
                </a:solidFill>
                <a:ea typeface="微軟正黑體" panose="020B0604030504040204" pitchFamily="34" charset="-120"/>
              </a:endParaRPr>
            </a:p>
            <a:p>
              <a:pPr marL="355600" lvl="1">
                <a:spcBef>
                  <a:spcPts val="1200"/>
                </a:spcBef>
                <a:buSzPct val="100000"/>
              </a:pPr>
              <a:br>
                <a:rPr lang="en-US" altLang="zh-TW" sz="2000" b="1" dirty="0">
                  <a:solidFill>
                    <a:srgbClr val="313131"/>
                  </a:solidFill>
                  <a:ea typeface="微軟正黑體" panose="020B0604030504040204" pitchFamily="34" charset="-120"/>
                </a:rPr>
              </a:br>
              <a:br>
                <a:rPr lang="en-US" altLang="zh-TW" dirty="0">
                  <a:solidFill>
                    <a:srgbClr val="313131"/>
                  </a:solidFill>
                  <a:ea typeface="微軟正黑體" panose="020B0604030504040204" pitchFamily="34" charset="-120"/>
                </a:rPr>
              </a:br>
              <a:br>
                <a:rPr lang="en-US" altLang="zh-TW" dirty="0">
                  <a:solidFill>
                    <a:srgbClr val="313131"/>
                  </a:solidFill>
                  <a:ea typeface="微軟正黑體" panose="020B0604030504040204" pitchFamily="34" charset="-120"/>
                </a:rPr>
              </a:br>
              <a:br>
                <a:rPr lang="en-US" altLang="zh-TW" dirty="0">
                  <a:solidFill>
                    <a:srgbClr val="313131"/>
                  </a:solidFill>
                  <a:ea typeface="微軟正黑體" panose="020B0604030504040204" pitchFamily="34" charset="-120"/>
                </a:rPr>
              </a:br>
              <a:br>
                <a:rPr lang="en-US" altLang="zh-TW" dirty="0">
                  <a:solidFill>
                    <a:srgbClr val="313131"/>
                  </a:solidFill>
                  <a:ea typeface="微軟正黑體" panose="020B0604030504040204" pitchFamily="34" charset="-120"/>
                </a:rPr>
              </a:br>
              <a:br>
                <a:rPr lang="en-US" altLang="zh-TW" dirty="0">
                  <a:solidFill>
                    <a:srgbClr val="313131"/>
                  </a:solidFill>
                  <a:ea typeface="微軟正黑體" panose="020B0604030504040204" pitchFamily="34" charset="-120"/>
                </a:rPr>
              </a:br>
              <a:br>
                <a:rPr lang="en-US" altLang="zh-TW" dirty="0">
                  <a:solidFill>
                    <a:srgbClr val="313131"/>
                  </a:solidFill>
                  <a:ea typeface="微軟正黑體" panose="020B0604030504040204" pitchFamily="34" charset="-120"/>
                </a:rPr>
              </a:br>
              <a:endParaRPr lang="en-US" altLang="zh-TW" dirty="0">
                <a:solidFill>
                  <a:srgbClr val="313131"/>
                </a:solidFill>
                <a:ea typeface="微軟正黑體" panose="020B0604030504040204" pitchFamily="34" charset="-120"/>
              </a:endParaRPr>
            </a:p>
          </p:txBody>
        </p:sp>
        <p:pic>
          <p:nvPicPr>
            <p:cNvPr id="9" name="圖片 8">
              <a:extLst>
                <a:ext uri="{FF2B5EF4-FFF2-40B4-BE49-F238E27FC236}">
                  <a16:creationId xmlns:a16="http://schemas.microsoft.com/office/drawing/2014/main" id="{1A221DA4-7EE8-7768-B9D7-421D1927A2A2}"/>
                </a:ext>
              </a:extLst>
            </p:cNvPr>
            <p:cNvPicPr>
              <a:picLocks noChangeAspect="1"/>
            </p:cNvPicPr>
            <p:nvPr/>
          </p:nvPicPr>
          <p:blipFill>
            <a:blip r:embed="rId2"/>
            <a:stretch>
              <a:fillRect/>
            </a:stretch>
          </p:blipFill>
          <p:spPr>
            <a:xfrm>
              <a:off x="1181416" y="3050530"/>
              <a:ext cx="4790759" cy="3340924"/>
            </a:xfrm>
            <a:prstGeom prst="rect">
              <a:avLst/>
            </a:prstGeom>
          </p:spPr>
        </p:pic>
      </p:grpSp>
      <p:sp>
        <p:nvSpPr>
          <p:cNvPr id="12" name="標題 4">
            <a:extLst>
              <a:ext uri="{FF2B5EF4-FFF2-40B4-BE49-F238E27FC236}">
                <a16:creationId xmlns:a16="http://schemas.microsoft.com/office/drawing/2014/main" id="{EDD10B6D-6165-17DF-72C3-A77F53F9AAE2}"/>
              </a:ext>
            </a:extLst>
          </p:cNvPr>
          <p:cNvSpPr txBox="1">
            <a:spLocks/>
          </p:cNvSpPr>
          <p:nvPr/>
        </p:nvSpPr>
        <p:spPr bwMode="gray">
          <a:xfrm>
            <a:off x="529167" y="148887"/>
            <a:ext cx="9112250" cy="334102"/>
          </a:xfrm>
          <a:prstGeom prst="rect">
            <a:avLst/>
          </a:prstGeom>
        </p:spPr>
        <p:txBody>
          <a:bodyPr vert="horz" lIns="0" tIns="0" rIns="0" bIns="0" rtlCol="0" anchor="t" anchorCtr="0">
            <a:noAutofit/>
          </a:bodyPr>
          <a:lstStyle>
            <a:lvl1pPr algn="l" defTabSz="1219110" rtl="0" eaLnBrk="1" latinLnBrk="0" hangingPunct="1">
              <a:spcBef>
                <a:spcPct val="0"/>
              </a:spcBef>
              <a:buNone/>
              <a:defRPr sz="2100" kern="1200">
                <a:solidFill>
                  <a:schemeClr val="tx1"/>
                </a:solidFill>
                <a:latin typeface="+mj-lt"/>
                <a:ea typeface="微軟正黑體" panose="020B0604030504040204" pitchFamily="34" charset="-120"/>
                <a:cs typeface="+mj-cs"/>
              </a:defRPr>
            </a:lvl1pPr>
          </a:lstStyle>
          <a:p>
            <a:r>
              <a:rPr lang="zh-TW" altLang="en-US" sz="2800" b="1" dirty="0">
                <a:latin typeface="Calibri" panose="020F0502020204030204" pitchFamily="34" charset="0"/>
                <a:cs typeface="Calibri" panose="020F0502020204030204" pitchFamily="34" charset="0"/>
              </a:rPr>
              <a:t>「合約審閱申請單 」</a:t>
            </a:r>
            <a:r>
              <a:rPr lang="en-US" altLang="zh-TW" sz="2800" b="1" dirty="0">
                <a:latin typeface="Calibri" panose="020F0502020204030204" pitchFamily="34" charset="0"/>
                <a:cs typeface="Calibri" panose="020F0502020204030204" pitchFamily="34" charset="0"/>
              </a:rPr>
              <a:t> – </a:t>
            </a:r>
            <a:r>
              <a:rPr lang="zh-TW" altLang="en-US" sz="2800" b="1" dirty="0">
                <a:solidFill>
                  <a:srgbClr val="007680"/>
                </a:solidFill>
                <a:latin typeface="Calibri" panose="020F0502020204030204" pitchFamily="34" charset="0"/>
                <a:cs typeface="Calibri" panose="020F0502020204030204" pitchFamily="34" charset="0"/>
              </a:rPr>
              <a:t>自訂欄位 </a:t>
            </a:r>
            <a:r>
              <a:rPr lang="en-US" altLang="zh-TW" sz="2800" b="1" dirty="0">
                <a:solidFill>
                  <a:srgbClr val="007680"/>
                </a:solidFill>
                <a:latin typeface="Calibri" panose="020F0502020204030204" pitchFamily="34" charset="0"/>
                <a:cs typeface="Calibri" panose="020F0502020204030204" pitchFamily="34" charset="0"/>
              </a:rPr>
              <a:t>– </a:t>
            </a:r>
            <a:r>
              <a:rPr lang="zh-TW" altLang="en-US" sz="2800" b="1" dirty="0">
                <a:solidFill>
                  <a:srgbClr val="007680"/>
                </a:solidFill>
                <a:latin typeface="Calibri" panose="020F0502020204030204" pitchFamily="34" charset="0"/>
                <a:cs typeface="Calibri" panose="020F0502020204030204" pitchFamily="34" charset="0"/>
              </a:rPr>
              <a:t>支援的欄位類型</a:t>
            </a:r>
            <a:endParaRPr lang="zh-TW" altLang="en-US" sz="2800" b="1" dirty="0">
              <a:solidFill>
                <a:srgbClr val="007680"/>
              </a:solidFill>
            </a:endParaRPr>
          </a:p>
        </p:txBody>
      </p:sp>
    </p:spTree>
    <p:extLst>
      <p:ext uri="{BB962C8B-B14F-4D97-AF65-F5344CB8AC3E}">
        <p14:creationId xmlns:p14="http://schemas.microsoft.com/office/powerpoint/2010/main" val="23398063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D76D6-BD40-7C30-9A5A-9526F6738EF6}"/>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1F48EA2C-4048-E5FC-DEE7-65B380E184F3}"/>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12" name="標題 4">
            <a:extLst>
              <a:ext uri="{FF2B5EF4-FFF2-40B4-BE49-F238E27FC236}">
                <a16:creationId xmlns:a16="http://schemas.microsoft.com/office/drawing/2014/main" id="{5FE5A820-8BEE-3A31-ACF2-29AF21499B2A}"/>
              </a:ext>
            </a:extLst>
          </p:cNvPr>
          <p:cNvSpPr txBox="1">
            <a:spLocks/>
          </p:cNvSpPr>
          <p:nvPr/>
        </p:nvSpPr>
        <p:spPr bwMode="gray">
          <a:xfrm>
            <a:off x="529167" y="148887"/>
            <a:ext cx="9112250" cy="334102"/>
          </a:xfrm>
          <a:prstGeom prst="rect">
            <a:avLst/>
          </a:prstGeom>
        </p:spPr>
        <p:txBody>
          <a:bodyPr vert="horz" lIns="0" tIns="0" rIns="0" bIns="0" rtlCol="0" anchor="t" anchorCtr="0">
            <a:noAutofit/>
          </a:bodyPr>
          <a:lstStyle>
            <a:lvl1pPr algn="l" defTabSz="1219110" rtl="0" eaLnBrk="1" latinLnBrk="0" hangingPunct="1">
              <a:spcBef>
                <a:spcPct val="0"/>
              </a:spcBef>
              <a:buNone/>
              <a:defRPr sz="2100" kern="1200">
                <a:solidFill>
                  <a:schemeClr val="tx1"/>
                </a:solidFill>
                <a:latin typeface="+mj-lt"/>
                <a:ea typeface="微軟正黑體" panose="020B0604030504040204" pitchFamily="34" charset="-120"/>
                <a:cs typeface="+mj-cs"/>
              </a:defRPr>
            </a:lvl1pPr>
          </a:lstStyle>
          <a:p>
            <a:r>
              <a:rPr lang="zh-TW" altLang="en-US" sz="2800" b="1" dirty="0">
                <a:latin typeface="Calibri" panose="020F0502020204030204" pitchFamily="34" charset="0"/>
                <a:cs typeface="Calibri" panose="020F0502020204030204" pitchFamily="34" charset="0"/>
              </a:rPr>
              <a:t>「合約審閱申請單 」</a:t>
            </a:r>
            <a:r>
              <a:rPr lang="en-US" altLang="zh-TW" sz="2800" b="1" dirty="0">
                <a:latin typeface="Calibri" panose="020F0502020204030204" pitchFamily="34" charset="0"/>
                <a:cs typeface="Calibri" panose="020F0502020204030204" pitchFamily="34" charset="0"/>
              </a:rPr>
              <a:t> – </a:t>
            </a:r>
            <a:r>
              <a:rPr lang="zh-TW" altLang="en-US" sz="2800" b="1" dirty="0">
                <a:solidFill>
                  <a:srgbClr val="002060"/>
                </a:solidFill>
                <a:latin typeface="Calibri" panose="020F0502020204030204" pitchFamily="34" charset="0"/>
                <a:cs typeface="Calibri" panose="020F0502020204030204" pitchFamily="34" charset="0"/>
              </a:rPr>
              <a:t>自訂欄位</a:t>
            </a:r>
            <a:endParaRPr lang="zh-TW" altLang="en-US" sz="2800" b="1" dirty="0"/>
          </a:p>
        </p:txBody>
      </p:sp>
      <p:sp>
        <p:nvSpPr>
          <p:cNvPr id="2" name="TextBox 5">
            <a:extLst>
              <a:ext uri="{FF2B5EF4-FFF2-40B4-BE49-F238E27FC236}">
                <a16:creationId xmlns:a16="http://schemas.microsoft.com/office/drawing/2014/main" id="{1DE15F81-66EC-3649-99C6-5220CC87917E}"/>
              </a:ext>
            </a:extLst>
          </p:cNvPr>
          <p:cNvSpPr txBox="1"/>
          <p:nvPr/>
        </p:nvSpPr>
        <p:spPr>
          <a:xfrm>
            <a:off x="601133" y="689871"/>
            <a:ext cx="10244667" cy="1050737"/>
          </a:xfrm>
          <a:prstGeom prst="rect">
            <a:avLst/>
          </a:prstGeom>
          <a:noFill/>
        </p:spPr>
        <p:txBody>
          <a:bodyPr wrap="square" lIns="0" tIns="0" rIns="0" bIns="0" rtlCol="0">
            <a:spAutoFit/>
          </a:bodyPr>
          <a:lstStyle/>
          <a:p>
            <a:pPr>
              <a:lnSpc>
                <a:spcPct val="150000"/>
              </a:lnSpc>
              <a:spcBef>
                <a:spcPts val="1200"/>
              </a:spcBef>
              <a:buSzPct val="100000"/>
            </a:pPr>
            <a:r>
              <a:rPr lang="en-US" altLang="zh-TW" b="1" dirty="0">
                <a:solidFill>
                  <a:srgbClr val="313131"/>
                </a:solidFill>
                <a:ea typeface="微軟正黑體" panose="020B0604030504040204" pitchFamily="34" charset="-120"/>
              </a:rPr>
              <a:t>2.  </a:t>
            </a:r>
            <a:r>
              <a:rPr lang="zh-TW" altLang="en-US" b="1" dirty="0">
                <a:solidFill>
                  <a:srgbClr val="313131"/>
                </a:solidFill>
                <a:ea typeface="微軟正黑體" panose="020B0604030504040204" pitchFamily="34" charset="-120"/>
              </a:rPr>
              <a:t>當</a:t>
            </a:r>
            <a:r>
              <a:rPr lang="en-US" altLang="zh-TW" b="1" dirty="0">
                <a:solidFill>
                  <a:srgbClr val="313131"/>
                </a:solidFill>
                <a:ea typeface="微軟正黑體" panose="020B0604030504040204" pitchFamily="34" charset="-120"/>
              </a:rPr>
              <a:t>『</a:t>
            </a:r>
            <a:r>
              <a:rPr lang="zh-TW" altLang="en-US" b="1" dirty="0">
                <a:solidFill>
                  <a:srgbClr val="313131"/>
                </a:solidFill>
                <a:ea typeface="微軟正黑體" panose="020B0604030504040204" pitchFamily="34" charset="-120"/>
              </a:rPr>
              <a:t>欄位類型</a:t>
            </a:r>
            <a:r>
              <a:rPr lang="en-US" altLang="zh-TW" b="1" dirty="0">
                <a:solidFill>
                  <a:srgbClr val="313131"/>
                </a:solidFill>
                <a:ea typeface="微軟正黑體" panose="020B0604030504040204" pitchFamily="34" charset="-120"/>
              </a:rPr>
              <a:t>』</a:t>
            </a:r>
            <a:r>
              <a:rPr lang="zh-TW" altLang="en-US" b="1" dirty="0">
                <a:solidFill>
                  <a:srgbClr val="313131"/>
                </a:solidFill>
                <a:ea typeface="微軟正黑體" panose="020B0604030504040204" pitchFamily="34" charset="-120"/>
              </a:rPr>
              <a:t>設定為</a:t>
            </a:r>
            <a:r>
              <a:rPr lang="en-US" altLang="zh-TW" b="1" dirty="0">
                <a:solidFill>
                  <a:srgbClr val="313131"/>
                </a:solidFill>
                <a:ea typeface="微軟正黑體" panose="020B0604030504040204" pitchFamily="34" charset="-120"/>
              </a:rPr>
              <a:t>『</a:t>
            </a:r>
            <a:r>
              <a:rPr lang="zh-TW" altLang="en-US" b="1" dirty="0">
                <a:solidFill>
                  <a:srgbClr val="313131"/>
                </a:solidFill>
                <a:ea typeface="微軟正黑體" panose="020B0604030504040204" pitchFamily="34" charset="-120"/>
              </a:rPr>
              <a:t>下拉式選單</a:t>
            </a:r>
            <a:r>
              <a:rPr lang="en-US" altLang="zh-TW" b="1" dirty="0">
                <a:solidFill>
                  <a:srgbClr val="313131"/>
                </a:solidFill>
                <a:ea typeface="微軟正黑體" panose="020B0604030504040204" pitchFamily="34" charset="-120"/>
              </a:rPr>
              <a:t>(</a:t>
            </a:r>
            <a:r>
              <a:rPr lang="zh-TW" altLang="en-US" b="1" dirty="0">
                <a:solidFill>
                  <a:srgbClr val="313131"/>
                </a:solidFill>
                <a:ea typeface="微軟正黑體" panose="020B0604030504040204" pitchFamily="34" charset="-120"/>
              </a:rPr>
              <a:t>單選</a:t>
            </a:r>
            <a:r>
              <a:rPr lang="en-US" altLang="zh-TW" b="1" dirty="0">
                <a:solidFill>
                  <a:srgbClr val="313131"/>
                </a:solidFill>
                <a:ea typeface="微軟正黑體" panose="020B0604030504040204" pitchFamily="34" charset="-120"/>
              </a:rPr>
              <a:t>)』</a:t>
            </a:r>
            <a:r>
              <a:rPr lang="zh-TW" altLang="en-US" b="1" dirty="0">
                <a:solidFill>
                  <a:srgbClr val="313131"/>
                </a:solidFill>
                <a:ea typeface="微軟正黑體" panose="020B0604030504040204" pitchFamily="34" charset="-120"/>
              </a:rPr>
              <a:t>或</a:t>
            </a:r>
            <a:r>
              <a:rPr lang="en-US" altLang="zh-TW" b="1" dirty="0">
                <a:solidFill>
                  <a:srgbClr val="313131"/>
                </a:solidFill>
                <a:ea typeface="微軟正黑體" panose="020B0604030504040204" pitchFamily="34" charset="-120"/>
              </a:rPr>
              <a:t>『</a:t>
            </a:r>
            <a:r>
              <a:rPr lang="zh-TW" altLang="en-US" b="1" dirty="0">
                <a:solidFill>
                  <a:srgbClr val="313131"/>
                </a:solidFill>
                <a:ea typeface="微軟正黑體" panose="020B0604030504040204" pitchFamily="34" charset="-120"/>
              </a:rPr>
              <a:t>下拉式選單</a:t>
            </a:r>
            <a:r>
              <a:rPr lang="en-US" altLang="zh-TW" b="1" dirty="0">
                <a:solidFill>
                  <a:srgbClr val="313131"/>
                </a:solidFill>
                <a:ea typeface="微軟正黑體" panose="020B0604030504040204" pitchFamily="34" charset="-120"/>
              </a:rPr>
              <a:t>(</a:t>
            </a:r>
            <a:r>
              <a:rPr lang="zh-TW" altLang="en-US" b="1" dirty="0">
                <a:solidFill>
                  <a:srgbClr val="313131"/>
                </a:solidFill>
                <a:ea typeface="微軟正黑體" panose="020B0604030504040204" pitchFamily="34" charset="-120"/>
              </a:rPr>
              <a:t>複選</a:t>
            </a:r>
            <a:r>
              <a:rPr lang="en-US" altLang="zh-TW" b="1" dirty="0">
                <a:solidFill>
                  <a:srgbClr val="313131"/>
                </a:solidFill>
                <a:ea typeface="微軟正黑體" panose="020B0604030504040204" pitchFamily="34" charset="-120"/>
              </a:rPr>
              <a:t>)』</a:t>
            </a:r>
            <a:r>
              <a:rPr lang="zh-TW" altLang="en-US" b="1" dirty="0">
                <a:solidFill>
                  <a:srgbClr val="313131"/>
                </a:solidFill>
                <a:ea typeface="微軟正黑體" panose="020B0604030504040204" pitchFamily="34" charset="-120"/>
              </a:rPr>
              <a:t>時：</a:t>
            </a:r>
            <a:br>
              <a:rPr lang="en-US" altLang="zh-TW" b="1" dirty="0">
                <a:solidFill>
                  <a:srgbClr val="313131"/>
                </a:solidFill>
                <a:ea typeface="微軟正黑體" panose="020B0604030504040204" pitchFamily="34" charset="-120"/>
              </a:rPr>
            </a:br>
            <a:r>
              <a:rPr lang="zh-TW" altLang="en-US" b="1" dirty="0">
                <a:solidFill>
                  <a:srgbClr val="313131"/>
                </a:solidFill>
                <a:ea typeface="微軟正黑體" panose="020B0604030504040204" pitchFamily="34" charset="-120"/>
              </a:rPr>
              <a:t>       會出現</a:t>
            </a:r>
            <a:r>
              <a:rPr lang="en-US" altLang="zh-TW" b="1" dirty="0">
                <a:solidFill>
                  <a:srgbClr val="313131"/>
                </a:solidFill>
                <a:ea typeface="微軟正黑體" panose="020B0604030504040204" pitchFamily="34" charset="-120"/>
              </a:rPr>
              <a:t>『</a:t>
            </a:r>
            <a:r>
              <a:rPr lang="zh-TW" altLang="en-US" b="1" dirty="0">
                <a:solidFill>
                  <a:srgbClr val="313131"/>
                </a:solidFill>
                <a:ea typeface="微軟正黑體" panose="020B0604030504040204" pitchFamily="34" charset="-120"/>
              </a:rPr>
              <a:t>選項內容</a:t>
            </a:r>
            <a:r>
              <a:rPr lang="en-US" altLang="zh-TW" b="1" dirty="0">
                <a:solidFill>
                  <a:srgbClr val="313131"/>
                </a:solidFill>
                <a:ea typeface="微軟正黑體" panose="020B0604030504040204" pitchFamily="34" charset="-120"/>
              </a:rPr>
              <a:t>』</a:t>
            </a:r>
            <a:r>
              <a:rPr lang="zh-TW" altLang="en-US" b="1" dirty="0">
                <a:solidFill>
                  <a:srgbClr val="313131"/>
                </a:solidFill>
                <a:ea typeface="微軟正黑體" panose="020B0604030504040204" pitchFamily="34" charset="-120"/>
              </a:rPr>
              <a:t>欄位</a:t>
            </a:r>
            <a:endParaRPr lang="en-US" altLang="zh-TW" b="1" dirty="0">
              <a:solidFill>
                <a:srgbClr val="313131"/>
              </a:solidFill>
              <a:ea typeface="微軟正黑體" panose="020B0604030504040204" pitchFamily="34" charset="-120"/>
            </a:endParaRPr>
          </a:p>
        </p:txBody>
      </p:sp>
      <p:grpSp>
        <p:nvGrpSpPr>
          <p:cNvPr id="16" name="群組 15">
            <a:extLst>
              <a:ext uri="{FF2B5EF4-FFF2-40B4-BE49-F238E27FC236}">
                <a16:creationId xmlns:a16="http://schemas.microsoft.com/office/drawing/2014/main" id="{FBB396F3-1280-2120-4B6A-F4AC38C58245}"/>
              </a:ext>
            </a:extLst>
          </p:cNvPr>
          <p:cNvGrpSpPr/>
          <p:nvPr/>
        </p:nvGrpSpPr>
        <p:grpSpPr>
          <a:xfrm>
            <a:off x="4995338" y="1417657"/>
            <a:ext cx="6502400" cy="5381076"/>
            <a:chOff x="4699005" y="1469692"/>
            <a:chExt cx="6502400" cy="5381076"/>
          </a:xfrm>
        </p:grpSpPr>
        <p:pic>
          <p:nvPicPr>
            <p:cNvPr id="17" name="圖片 16">
              <a:extLst>
                <a:ext uri="{FF2B5EF4-FFF2-40B4-BE49-F238E27FC236}">
                  <a16:creationId xmlns:a16="http://schemas.microsoft.com/office/drawing/2014/main" id="{97E6954E-91A4-CBFF-6A41-153FA8F32452}"/>
                </a:ext>
              </a:extLst>
            </p:cNvPr>
            <p:cNvPicPr>
              <a:picLocks noChangeAspect="1"/>
            </p:cNvPicPr>
            <p:nvPr/>
          </p:nvPicPr>
          <p:blipFill>
            <a:blip r:embed="rId2"/>
            <a:stretch>
              <a:fillRect/>
            </a:stretch>
          </p:blipFill>
          <p:spPr>
            <a:xfrm>
              <a:off x="4699005" y="1846968"/>
              <a:ext cx="5677958" cy="5003800"/>
            </a:xfrm>
            <a:prstGeom prst="rect">
              <a:avLst/>
            </a:prstGeom>
          </p:spPr>
        </p:pic>
        <p:sp>
          <p:nvSpPr>
            <p:cNvPr id="18" name="矩形: 圓角 17">
              <a:extLst>
                <a:ext uri="{FF2B5EF4-FFF2-40B4-BE49-F238E27FC236}">
                  <a16:creationId xmlns:a16="http://schemas.microsoft.com/office/drawing/2014/main" id="{0518A497-F57C-47A0-FF3C-1383E58BFE55}"/>
                </a:ext>
              </a:extLst>
            </p:cNvPr>
            <p:cNvSpPr/>
            <p:nvPr/>
          </p:nvSpPr>
          <p:spPr bwMode="gray">
            <a:xfrm>
              <a:off x="4909008" y="3429000"/>
              <a:ext cx="1528727" cy="475201"/>
            </a:xfrm>
            <a:prstGeom prst="roundRect">
              <a:avLst>
                <a:gd name="adj" fmla="val 6535"/>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19" name="矩形: 圓角 18">
              <a:extLst>
                <a:ext uri="{FF2B5EF4-FFF2-40B4-BE49-F238E27FC236}">
                  <a16:creationId xmlns:a16="http://schemas.microsoft.com/office/drawing/2014/main" id="{F6E77112-8ACE-53F6-972C-0EE1A6E14D2C}"/>
                </a:ext>
              </a:extLst>
            </p:cNvPr>
            <p:cNvSpPr/>
            <p:nvPr/>
          </p:nvSpPr>
          <p:spPr bwMode="gray">
            <a:xfrm>
              <a:off x="7546886" y="3428998"/>
              <a:ext cx="2563746" cy="475200"/>
            </a:xfrm>
            <a:prstGeom prst="roundRect">
              <a:avLst>
                <a:gd name="adj" fmla="val 6535"/>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20" name="矩形: 圓角 19">
              <a:extLst>
                <a:ext uri="{FF2B5EF4-FFF2-40B4-BE49-F238E27FC236}">
                  <a16:creationId xmlns:a16="http://schemas.microsoft.com/office/drawing/2014/main" id="{49953896-22BD-D6A1-BF19-0EA61ED5E000}"/>
                </a:ext>
              </a:extLst>
            </p:cNvPr>
            <p:cNvSpPr/>
            <p:nvPr/>
          </p:nvSpPr>
          <p:spPr bwMode="gray">
            <a:xfrm>
              <a:off x="4922629" y="5556486"/>
              <a:ext cx="1659680" cy="435460"/>
            </a:xfrm>
            <a:prstGeom prst="roundRect">
              <a:avLst>
                <a:gd name="adj" fmla="val 6535"/>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21" name="矩形: 圓角 20">
              <a:extLst>
                <a:ext uri="{FF2B5EF4-FFF2-40B4-BE49-F238E27FC236}">
                  <a16:creationId xmlns:a16="http://schemas.microsoft.com/office/drawing/2014/main" id="{19B7F0D5-4544-24A3-66F9-78C7C940EF31}"/>
                </a:ext>
              </a:extLst>
            </p:cNvPr>
            <p:cNvSpPr/>
            <p:nvPr/>
          </p:nvSpPr>
          <p:spPr bwMode="gray">
            <a:xfrm>
              <a:off x="7546886" y="5556486"/>
              <a:ext cx="2563746" cy="435460"/>
            </a:xfrm>
            <a:prstGeom prst="roundRect">
              <a:avLst>
                <a:gd name="adj" fmla="val 6535"/>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cxnSp>
          <p:nvCxnSpPr>
            <p:cNvPr id="22" name="直線單箭頭接點 21">
              <a:extLst>
                <a:ext uri="{FF2B5EF4-FFF2-40B4-BE49-F238E27FC236}">
                  <a16:creationId xmlns:a16="http://schemas.microsoft.com/office/drawing/2014/main" id="{545C04CC-B11F-C35F-5B67-DF6653B848A0}"/>
                </a:ext>
              </a:extLst>
            </p:cNvPr>
            <p:cNvCxnSpPr>
              <a:cxnSpLocks/>
            </p:cNvCxnSpPr>
            <p:nvPr/>
          </p:nvCxnSpPr>
          <p:spPr>
            <a:xfrm>
              <a:off x="6454669" y="3526041"/>
              <a:ext cx="1092217" cy="0"/>
            </a:xfrm>
            <a:prstGeom prst="straightConnector1">
              <a:avLst/>
            </a:prstGeom>
            <a:ln w="57150">
              <a:solidFill>
                <a:srgbClr val="DAA1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2">
              <a:extLst>
                <a:ext uri="{FF2B5EF4-FFF2-40B4-BE49-F238E27FC236}">
                  <a16:creationId xmlns:a16="http://schemas.microsoft.com/office/drawing/2014/main" id="{3D7AC912-24E6-2372-2D88-E11DC1115405}"/>
                </a:ext>
              </a:extLst>
            </p:cNvPr>
            <p:cNvCxnSpPr>
              <a:cxnSpLocks/>
              <a:stCxn id="20" idx="3"/>
              <a:endCxn id="21" idx="1"/>
            </p:cNvCxnSpPr>
            <p:nvPr/>
          </p:nvCxnSpPr>
          <p:spPr>
            <a:xfrm>
              <a:off x="6582309" y="5774215"/>
              <a:ext cx="964577" cy="0"/>
            </a:xfrm>
            <a:prstGeom prst="straightConnector1">
              <a:avLst/>
            </a:prstGeom>
            <a:ln w="57150">
              <a:solidFill>
                <a:srgbClr val="DAA1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4" name="語音泡泡: 圓角矩形 23">
              <a:extLst>
                <a:ext uri="{FF2B5EF4-FFF2-40B4-BE49-F238E27FC236}">
                  <a16:creationId xmlns:a16="http://schemas.microsoft.com/office/drawing/2014/main" id="{9A34B307-E4FB-7F57-3F3C-531D095C66EE}"/>
                </a:ext>
              </a:extLst>
            </p:cNvPr>
            <p:cNvSpPr/>
            <p:nvPr/>
          </p:nvSpPr>
          <p:spPr bwMode="gray">
            <a:xfrm>
              <a:off x="7470642" y="4237642"/>
              <a:ext cx="3730763" cy="920041"/>
            </a:xfrm>
            <a:prstGeom prst="wedgeRoundRectCallout">
              <a:avLst>
                <a:gd name="adj1" fmla="val -21652"/>
                <a:gd name="adj2" fmla="val -79685"/>
                <a:gd name="adj3" fmla="val 16667"/>
              </a:avLst>
            </a:prstGeom>
            <a:solidFill>
              <a:srgbClr val="FFFF00"/>
            </a:solidFill>
            <a:ln w="19050" algn="ctr">
              <a:solidFill>
                <a:schemeClr val="tx1"/>
              </a:solidFill>
              <a:miter lim="800000"/>
              <a:headEnd/>
              <a:tailEnd/>
            </a:ln>
          </p:spPr>
          <p:txBody>
            <a:bodyPr wrap="square" lIns="88900" tIns="88900" rIns="88900" bIns="88900" rtlCol="0" anchor="ctr"/>
            <a:lstStyle/>
            <a:p>
              <a:pPr>
                <a:lnSpc>
                  <a:spcPct val="106000"/>
                </a:lnSpc>
                <a:buFont typeface="Wingdings 2" pitchFamily="18" charset="2"/>
                <a:buNone/>
              </a:pPr>
              <a:r>
                <a:rPr lang="zh-TW" altLang="en-US" sz="1600" b="1" dirty="0"/>
                <a:t>當</a:t>
              </a:r>
              <a:r>
                <a:rPr lang="en-US" altLang="zh-TW" sz="1600" b="1" dirty="0"/>
                <a:t>『</a:t>
              </a:r>
              <a:r>
                <a:rPr lang="zh-TW" altLang="en-US" sz="1600" b="1" dirty="0"/>
                <a:t>欄位類型</a:t>
              </a:r>
              <a:r>
                <a:rPr lang="en-US" altLang="zh-TW" sz="1600" b="1" dirty="0"/>
                <a:t>』</a:t>
              </a:r>
              <a:r>
                <a:rPr lang="zh-TW" altLang="en-US" sz="1600" b="1" dirty="0"/>
                <a:t>為</a:t>
              </a:r>
              <a:r>
                <a:rPr lang="en-US" altLang="zh-TW" sz="1600" b="1" dirty="0"/>
                <a:t>『</a:t>
              </a:r>
              <a:r>
                <a:rPr lang="zh-TW" altLang="en-US" sz="1600" b="1" dirty="0"/>
                <a:t>下拉式選單</a:t>
              </a:r>
              <a:r>
                <a:rPr lang="en-US" altLang="zh-TW" sz="1600" b="1" dirty="0"/>
                <a:t>(</a:t>
              </a:r>
              <a:r>
                <a:rPr lang="zh-TW" altLang="en-US" sz="1600" b="1" dirty="0"/>
                <a:t>單選</a:t>
              </a:r>
              <a:r>
                <a:rPr lang="en-US" altLang="zh-TW" sz="1600" b="1" dirty="0"/>
                <a:t>)』</a:t>
              </a:r>
            </a:p>
            <a:p>
              <a:pPr>
                <a:lnSpc>
                  <a:spcPct val="106000"/>
                </a:lnSpc>
                <a:buFont typeface="Wingdings 2" pitchFamily="18" charset="2"/>
                <a:buNone/>
              </a:pPr>
              <a:r>
                <a:rPr lang="zh-TW" altLang="en-US" sz="1600" b="1" dirty="0"/>
                <a:t>或</a:t>
              </a:r>
              <a:r>
                <a:rPr lang="en-US" altLang="zh-TW" sz="1600" b="1" dirty="0"/>
                <a:t>『</a:t>
              </a:r>
              <a:r>
                <a:rPr lang="zh-TW" altLang="en-US" sz="1600" b="1" dirty="0"/>
                <a:t>下拉式選單</a:t>
              </a:r>
              <a:r>
                <a:rPr lang="en-US" altLang="zh-TW" sz="1600" b="1" dirty="0"/>
                <a:t>(</a:t>
              </a:r>
              <a:r>
                <a:rPr lang="zh-TW" altLang="en-US" sz="1600" b="1" dirty="0"/>
                <a:t>複選</a:t>
              </a:r>
              <a:r>
                <a:rPr lang="en-US" altLang="zh-TW" sz="1600" b="1" dirty="0"/>
                <a:t>)』</a:t>
              </a:r>
              <a:r>
                <a:rPr lang="zh-TW" altLang="en-US" sz="1600" b="1" dirty="0"/>
                <a:t>時：</a:t>
              </a:r>
              <a:endParaRPr lang="en-US" altLang="zh-TW" sz="1600" b="1" dirty="0"/>
            </a:p>
            <a:p>
              <a:pPr>
                <a:lnSpc>
                  <a:spcPct val="106000"/>
                </a:lnSpc>
                <a:buFont typeface="Wingdings 2" pitchFamily="18" charset="2"/>
                <a:buNone/>
              </a:pPr>
              <a:r>
                <a:rPr lang="zh-TW" altLang="en-US" sz="1600" b="1" dirty="0"/>
                <a:t>要填寫</a:t>
              </a:r>
              <a:r>
                <a:rPr lang="en-US" altLang="zh-TW" sz="1600" b="1" dirty="0"/>
                <a:t>『</a:t>
              </a:r>
              <a:r>
                <a:rPr lang="zh-TW" altLang="en-US" sz="1600" b="1" dirty="0"/>
                <a:t>選項內容</a:t>
              </a:r>
              <a:r>
                <a:rPr lang="en-US" altLang="zh-TW" sz="1600" b="1" dirty="0"/>
                <a:t>』</a:t>
              </a:r>
              <a:r>
                <a:rPr lang="zh-TW" altLang="en-US" sz="1600" b="1" dirty="0"/>
                <a:t>欄位</a:t>
              </a:r>
            </a:p>
          </p:txBody>
        </p:sp>
        <p:sp>
          <p:nvSpPr>
            <p:cNvPr id="25" name="TextBox 5">
              <a:extLst>
                <a:ext uri="{FF2B5EF4-FFF2-40B4-BE49-F238E27FC236}">
                  <a16:creationId xmlns:a16="http://schemas.microsoft.com/office/drawing/2014/main" id="{A37E61D2-0039-9F42-56E8-4FFA0C4C7D8F}"/>
                </a:ext>
              </a:extLst>
            </p:cNvPr>
            <p:cNvSpPr txBox="1"/>
            <p:nvPr/>
          </p:nvSpPr>
          <p:spPr>
            <a:xfrm>
              <a:off x="4699005" y="1469692"/>
              <a:ext cx="3712633" cy="307777"/>
            </a:xfrm>
            <a:prstGeom prst="rect">
              <a:avLst/>
            </a:prstGeom>
            <a:noFill/>
          </p:spPr>
          <p:txBody>
            <a:bodyPr wrap="square" lIns="0" tIns="0" rIns="0" bIns="0" rtlCol="0">
              <a:spAutoFit/>
            </a:bodyPr>
            <a:lstStyle/>
            <a:p>
              <a:pPr marL="342900" indent="-342900">
                <a:spcBef>
                  <a:spcPts val="1200"/>
                </a:spcBef>
                <a:buSzPct val="100000"/>
                <a:buFont typeface="Wingdings" panose="05000000000000000000" pitchFamily="2" charset="2"/>
                <a:buChar char="l"/>
              </a:pPr>
              <a:r>
                <a:rPr lang="en-US" altLang="zh-TW" sz="2000" b="1" dirty="0">
                  <a:solidFill>
                    <a:schemeClr val="accent3">
                      <a:lumMod val="75000"/>
                    </a:schemeClr>
                  </a:solidFill>
                  <a:ea typeface="微軟正黑體" panose="020B0604030504040204" pitchFamily="34" charset="-120"/>
                </a:rPr>
                <a:t>『</a:t>
              </a:r>
              <a:r>
                <a:rPr lang="zh-TW" altLang="en-US" sz="2000" b="1" dirty="0">
                  <a:solidFill>
                    <a:schemeClr val="accent3">
                      <a:lumMod val="75000"/>
                    </a:schemeClr>
                  </a:solidFill>
                  <a:ea typeface="微軟正黑體" panose="020B0604030504040204" pitchFamily="34" charset="-120"/>
                </a:rPr>
                <a:t>自訂欄位維護</a:t>
              </a:r>
              <a:r>
                <a:rPr lang="en-US" altLang="zh-TW" sz="2000" b="1" dirty="0">
                  <a:solidFill>
                    <a:schemeClr val="accent3">
                      <a:lumMod val="75000"/>
                    </a:schemeClr>
                  </a:solidFill>
                  <a:ea typeface="微軟正黑體" panose="020B0604030504040204" pitchFamily="34" charset="-120"/>
                </a:rPr>
                <a:t>』</a:t>
              </a:r>
              <a:r>
                <a:rPr lang="zh-TW" altLang="en-US" sz="2000" b="1" dirty="0">
                  <a:solidFill>
                    <a:schemeClr val="accent3">
                      <a:lumMod val="75000"/>
                    </a:schemeClr>
                  </a:solidFill>
                  <a:ea typeface="微軟正黑體" panose="020B0604030504040204" pitchFamily="34" charset="-120"/>
                </a:rPr>
                <a:t>操作畫面：</a:t>
              </a:r>
              <a:endParaRPr lang="en-US" altLang="zh-TW" sz="2000" b="1" dirty="0">
                <a:solidFill>
                  <a:schemeClr val="accent3">
                    <a:lumMod val="75000"/>
                  </a:schemeClr>
                </a:solidFill>
                <a:ea typeface="微軟正黑體" panose="020B0604030504040204" pitchFamily="34" charset="-120"/>
              </a:endParaRPr>
            </a:p>
          </p:txBody>
        </p:sp>
      </p:grpSp>
    </p:spTree>
    <p:extLst>
      <p:ext uri="{BB962C8B-B14F-4D97-AF65-F5344CB8AC3E}">
        <p14:creationId xmlns:p14="http://schemas.microsoft.com/office/powerpoint/2010/main" val="212298137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FC2B4"/>
        </a:solidFill>
        <a:effectLst/>
      </p:bgPr>
    </p:bg>
    <p:spTree>
      <p:nvGrpSpPr>
        <p:cNvPr id="1" name="">
          <a:extLst>
            <a:ext uri="{FF2B5EF4-FFF2-40B4-BE49-F238E27FC236}">
              <a16:creationId xmlns:a16="http://schemas.microsoft.com/office/drawing/2014/main" id="{84B20E96-A9F3-ABAA-0492-77D44AE94A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7D5C41-3892-7E86-31AF-2D482EFB3C60}"/>
              </a:ext>
            </a:extLst>
          </p:cNvPr>
          <p:cNvSpPr>
            <a:spLocks noGrp="1"/>
          </p:cNvSpPr>
          <p:nvPr>
            <p:ph type="title"/>
          </p:nvPr>
        </p:nvSpPr>
        <p:spPr>
          <a:xfrm>
            <a:off x="0" y="2419885"/>
            <a:ext cx="12124267" cy="2067448"/>
          </a:xfrm>
        </p:spPr>
        <p:txBody>
          <a:bodyPr anchor="ctr"/>
          <a:lstStyle/>
          <a:p>
            <a:pPr algn="ctr">
              <a:lnSpc>
                <a:spcPct val="150000"/>
              </a:lnSpc>
            </a:pPr>
            <a:r>
              <a:rPr lang="zh-TW" altLang="en-US" sz="4200" dirty="0">
                <a:latin typeface="Calibri" panose="020F0502020204030204" pitchFamily="34" charset="0"/>
                <a:cs typeface="Calibri" panose="020F0502020204030204" pitchFamily="34" charset="0"/>
              </a:rPr>
              <a:t> </a:t>
            </a:r>
            <a:r>
              <a:rPr lang="en-US" altLang="zh-TW" sz="4200" dirty="0">
                <a:latin typeface="Calibri" panose="020F0502020204030204" pitchFamily="34" charset="0"/>
                <a:cs typeface="Calibri" panose="020F0502020204030204" pitchFamily="34" charset="0"/>
              </a:rPr>
              <a:t>3. </a:t>
            </a:r>
            <a:r>
              <a:rPr lang="zh-TW" altLang="en-US" sz="4200" dirty="0">
                <a:latin typeface="Calibri" panose="020F0502020204030204" pitchFamily="34" charset="0"/>
                <a:cs typeface="Calibri" panose="020F0502020204030204" pitchFamily="34" charset="0"/>
              </a:rPr>
              <a:t>「合約審閱申請單 」、「合約紙本借閱申請」、「合約電子檔閱覽申請」</a:t>
            </a:r>
            <a:r>
              <a:rPr lang="en-US" altLang="zh-TW" sz="4200" dirty="0">
                <a:latin typeface="Calibri" panose="020F0502020204030204" pitchFamily="34" charset="0"/>
                <a:cs typeface="Calibri" panose="020F0502020204030204" pitchFamily="34" charset="0"/>
              </a:rPr>
              <a:t>- </a:t>
            </a:r>
            <a:r>
              <a:rPr lang="zh-TW" altLang="en-US" sz="4800" dirty="0">
                <a:solidFill>
                  <a:srgbClr val="FFFF00"/>
                </a:solidFill>
                <a:latin typeface="Calibri" panose="020F0502020204030204" pitchFamily="34" charset="0"/>
                <a:cs typeface="Calibri" panose="020F0502020204030204" pitchFamily="34" charset="0"/>
              </a:rPr>
              <a:t>審核流程條件</a:t>
            </a:r>
            <a:endParaRPr lang="zh-TW" altLang="en-US" sz="4400" dirty="0">
              <a:solidFill>
                <a:srgbClr val="FFFF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8475374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A1571-9109-8EF6-05B8-9928076543EF}"/>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B1C1AE59-1418-DA6F-103C-E77262B50C36}"/>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12" name="標題 4">
            <a:extLst>
              <a:ext uri="{FF2B5EF4-FFF2-40B4-BE49-F238E27FC236}">
                <a16:creationId xmlns:a16="http://schemas.microsoft.com/office/drawing/2014/main" id="{B4EEDBD2-3226-6226-A7A3-20574DA389F3}"/>
              </a:ext>
            </a:extLst>
          </p:cNvPr>
          <p:cNvSpPr txBox="1">
            <a:spLocks/>
          </p:cNvSpPr>
          <p:nvPr/>
        </p:nvSpPr>
        <p:spPr bwMode="gray">
          <a:xfrm>
            <a:off x="529167" y="123292"/>
            <a:ext cx="9112250" cy="334102"/>
          </a:xfrm>
          <a:prstGeom prst="rect">
            <a:avLst/>
          </a:prstGeom>
        </p:spPr>
        <p:txBody>
          <a:bodyPr vert="horz" lIns="0" tIns="0" rIns="0" bIns="0" rtlCol="0" anchor="t" anchorCtr="0">
            <a:noAutofit/>
          </a:bodyPr>
          <a:lstStyle>
            <a:lvl1pPr algn="l" defTabSz="1219110" rtl="0" eaLnBrk="1" latinLnBrk="0" hangingPunct="1">
              <a:spcBef>
                <a:spcPct val="0"/>
              </a:spcBef>
              <a:buNone/>
              <a:defRPr sz="2100" kern="1200">
                <a:solidFill>
                  <a:schemeClr val="tx1"/>
                </a:solidFill>
                <a:latin typeface="+mj-lt"/>
                <a:ea typeface="微軟正黑體" panose="020B0604030504040204" pitchFamily="34" charset="-120"/>
                <a:cs typeface="+mj-cs"/>
              </a:defRPr>
            </a:lvl1pPr>
          </a:lstStyle>
          <a:p>
            <a:r>
              <a:rPr lang="zh-TW" altLang="en-US" sz="2800" b="1" dirty="0">
                <a:latin typeface="Calibri" panose="020F0502020204030204" pitchFamily="34" charset="0"/>
                <a:cs typeface="Calibri" panose="020F0502020204030204" pitchFamily="34" charset="0"/>
              </a:rPr>
              <a:t>審核流程條件</a:t>
            </a:r>
            <a:endParaRPr lang="zh-TW" altLang="en-US" sz="2800" b="1" dirty="0"/>
          </a:p>
        </p:txBody>
      </p:sp>
      <p:pic>
        <p:nvPicPr>
          <p:cNvPr id="7" name="圖片 6">
            <a:extLst>
              <a:ext uri="{FF2B5EF4-FFF2-40B4-BE49-F238E27FC236}">
                <a16:creationId xmlns:a16="http://schemas.microsoft.com/office/drawing/2014/main" id="{CB0DFEEA-C76B-5B76-9A4D-851183696394}"/>
              </a:ext>
            </a:extLst>
          </p:cNvPr>
          <p:cNvPicPr>
            <a:picLocks noChangeAspect="1"/>
          </p:cNvPicPr>
          <p:nvPr/>
        </p:nvPicPr>
        <p:blipFill>
          <a:blip r:embed="rId2"/>
          <a:stretch>
            <a:fillRect/>
          </a:stretch>
        </p:blipFill>
        <p:spPr>
          <a:xfrm>
            <a:off x="529166" y="917396"/>
            <a:ext cx="10403717" cy="2905095"/>
          </a:xfrm>
          <a:prstGeom prst="rect">
            <a:avLst/>
          </a:prstGeom>
        </p:spPr>
      </p:pic>
    </p:spTree>
    <p:extLst>
      <p:ext uri="{BB962C8B-B14F-4D97-AF65-F5344CB8AC3E}">
        <p14:creationId xmlns:p14="http://schemas.microsoft.com/office/powerpoint/2010/main" val="177011274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8F3A1-EE97-B761-F9B4-2F2B13F68BD4}"/>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504CF284-5071-E908-11A9-166DC531A351}"/>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grpSp>
        <p:nvGrpSpPr>
          <p:cNvPr id="15" name="群組 14">
            <a:extLst>
              <a:ext uri="{FF2B5EF4-FFF2-40B4-BE49-F238E27FC236}">
                <a16:creationId xmlns:a16="http://schemas.microsoft.com/office/drawing/2014/main" id="{D608DEDA-9AA9-D388-D4E2-A9FA28D25E5C}"/>
              </a:ext>
            </a:extLst>
          </p:cNvPr>
          <p:cNvGrpSpPr/>
          <p:nvPr/>
        </p:nvGrpSpPr>
        <p:grpSpPr>
          <a:xfrm>
            <a:off x="1440128" y="1"/>
            <a:ext cx="10644973" cy="6857999"/>
            <a:chOff x="1300428" y="1"/>
            <a:chExt cx="10644973" cy="6857999"/>
          </a:xfrm>
        </p:grpSpPr>
        <p:pic>
          <p:nvPicPr>
            <p:cNvPr id="4" name="圖片 3">
              <a:extLst>
                <a:ext uri="{FF2B5EF4-FFF2-40B4-BE49-F238E27FC236}">
                  <a16:creationId xmlns:a16="http://schemas.microsoft.com/office/drawing/2014/main" id="{328D9EA3-9D9E-9E09-5669-E8880A5475D3}"/>
                </a:ext>
              </a:extLst>
            </p:cNvPr>
            <p:cNvPicPr>
              <a:picLocks noChangeAspect="1"/>
            </p:cNvPicPr>
            <p:nvPr/>
          </p:nvPicPr>
          <p:blipFill>
            <a:blip r:embed="rId2"/>
            <a:stretch>
              <a:fillRect/>
            </a:stretch>
          </p:blipFill>
          <p:spPr>
            <a:xfrm>
              <a:off x="4139136" y="1"/>
              <a:ext cx="7806265" cy="6857999"/>
            </a:xfrm>
            <a:prstGeom prst="rect">
              <a:avLst/>
            </a:prstGeom>
          </p:spPr>
        </p:pic>
        <p:sp>
          <p:nvSpPr>
            <p:cNvPr id="5" name="矩形: 圓角 4">
              <a:extLst>
                <a:ext uri="{FF2B5EF4-FFF2-40B4-BE49-F238E27FC236}">
                  <a16:creationId xmlns:a16="http://schemas.microsoft.com/office/drawing/2014/main" id="{56DE3362-469F-F28E-34CC-A2A54D63F3D1}"/>
                </a:ext>
              </a:extLst>
            </p:cNvPr>
            <p:cNvSpPr/>
            <p:nvPr/>
          </p:nvSpPr>
          <p:spPr bwMode="gray">
            <a:xfrm>
              <a:off x="4362450" y="3429000"/>
              <a:ext cx="6057900" cy="2486025"/>
            </a:xfrm>
            <a:prstGeom prst="roundRect">
              <a:avLst>
                <a:gd name="adj" fmla="val 6535"/>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7" name="矩形: 圓角 6">
              <a:extLst>
                <a:ext uri="{FF2B5EF4-FFF2-40B4-BE49-F238E27FC236}">
                  <a16:creationId xmlns:a16="http://schemas.microsoft.com/office/drawing/2014/main" id="{6303B0A1-2D7A-0D3D-F7E1-9A098498BCC9}"/>
                </a:ext>
              </a:extLst>
            </p:cNvPr>
            <p:cNvSpPr/>
            <p:nvPr/>
          </p:nvSpPr>
          <p:spPr bwMode="gray">
            <a:xfrm>
              <a:off x="4362449" y="2752724"/>
              <a:ext cx="1800225" cy="533401"/>
            </a:xfrm>
            <a:prstGeom prst="roundRect">
              <a:avLst>
                <a:gd name="adj" fmla="val 6535"/>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cxnSp>
          <p:nvCxnSpPr>
            <p:cNvPr id="8" name="直線單箭頭接點 7">
              <a:extLst>
                <a:ext uri="{FF2B5EF4-FFF2-40B4-BE49-F238E27FC236}">
                  <a16:creationId xmlns:a16="http://schemas.microsoft.com/office/drawing/2014/main" id="{0528D573-349E-10C2-53BF-97CCFC6A4F7B}"/>
                </a:ext>
              </a:extLst>
            </p:cNvPr>
            <p:cNvCxnSpPr>
              <a:cxnSpLocks/>
            </p:cNvCxnSpPr>
            <p:nvPr/>
          </p:nvCxnSpPr>
          <p:spPr>
            <a:xfrm>
              <a:off x="4927070" y="3158751"/>
              <a:ext cx="0" cy="371475"/>
            </a:xfrm>
            <a:prstGeom prst="straightConnector1">
              <a:avLst/>
            </a:prstGeom>
            <a:ln w="57150">
              <a:solidFill>
                <a:srgbClr val="DAA1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4" name="語音泡泡: 圓角矩形 13">
              <a:extLst>
                <a:ext uri="{FF2B5EF4-FFF2-40B4-BE49-F238E27FC236}">
                  <a16:creationId xmlns:a16="http://schemas.microsoft.com/office/drawing/2014/main" id="{721E6B45-7BCB-8C35-94AC-2DBA27C63F74}"/>
                </a:ext>
              </a:extLst>
            </p:cNvPr>
            <p:cNvSpPr/>
            <p:nvPr/>
          </p:nvSpPr>
          <p:spPr bwMode="gray">
            <a:xfrm>
              <a:off x="1300428" y="2838448"/>
              <a:ext cx="3062021" cy="657539"/>
            </a:xfrm>
            <a:prstGeom prst="wedgeRoundRectCallout">
              <a:avLst>
                <a:gd name="adj1" fmla="val 58814"/>
                <a:gd name="adj2" fmla="val -13659"/>
                <a:gd name="adj3" fmla="val 16667"/>
              </a:avLst>
            </a:prstGeom>
            <a:solidFill>
              <a:srgbClr val="FFFF00"/>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zh-TW" altLang="en-US" sz="1800" b="1" dirty="0"/>
                <a:t>當</a:t>
              </a:r>
              <a:r>
                <a:rPr lang="en-US" altLang="zh-TW" sz="1800" b="1" dirty="0"/>
                <a:t>『</a:t>
              </a:r>
              <a:r>
                <a:rPr lang="zh-TW" altLang="en-US" sz="1800" b="1" dirty="0"/>
                <a:t>表單類型</a:t>
              </a:r>
              <a:r>
                <a:rPr lang="en-US" altLang="zh-TW" sz="1800" b="1" dirty="0"/>
                <a:t>』</a:t>
              </a:r>
              <a:r>
                <a:rPr lang="zh-TW" altLang="en-US" sz="1800" b="1" dirty="0"/>
                <a:t>選擇</a:t>
              </a:r>
              <a:endParaRPr lang="en-US" altLang="zh-TW" sz="1800" b="1" dirty="0"/>
            </a:p>
            <a:p>
              <a:pPr algn="ctr">
                <a:lnSpc>
                  <a:spcPct val="106000"/>
                </a:lnSpc>
                <a:buFont typeface="Wingdings 2" pitchFamily="18" charset="2"/>
                <a:buNone/>
              </a:pPr>
              <a:r>
                <a:rPr lang="en-US" altLang="zh-TW" sz="1800" b="1" dirty="0"/>
                <a:t>『</a:t>
              </a:r>
              <a:r>
                <a:rPr lang="zh-TW" altLang="en-US" sz="1800" b="1" dirty="0">
                  <a:solidFill>
                    <a:srgbClr val="002060"/>
                  </a:solidFill>
                </a:rPr>
                <a:t>合約審閱申請單</a:t>
              </a:r>
              <a:r>
                <a:rPr lang="en-US" altLang="zh-TW" sz="1800" b="1" dirty="0"/>
                <a:t>』</a:t>
              </a:r>
              <a:endParaRPr lang="zh-TW" altLang="en-US" sz="1800" b="1" dirty="0"/>
            </a:p>
          </p:txBody>
        </p:sp>
      </p:grpSp>
      <p:sp>
        <p:nvSpPr>
          <p:cNvPr id="2" name="標題 4">
            <a:extLst>
              <a:ext uri="{FF2B5EF4-FFF2-40B4-BE49-F238E27FC236}">
                <a16:creationId xmlns:a16="http://schemas.microsoft.com/office/drawing/2014/main" id="{61CBA048-823B-27F2-6E9B-8D80C76209B1}"/>
              </a:ext>
            </a:extLst>
          </p:cNvPr>
          <p:cNvSpPr txBox="1">
            <a:spLocks/>
          </p:cNvSpPr>
          <p:nvPr/>
        </p:nvSpPr>
        <p:spPr bwMode="gray">
          <a:xfrm>
            <a:off x="338667" y="123292"/>
            <a:ext cx="3585634" cy="1007008"/>
          </a:xfrm>
          <a:prstGeom prst="rect">
            <a:avLst/>
          </a:prstGeom>
        </p:spPr>
        <p:txBody>
          <a:bodyPr vert="horz" lIns="0" tIns="0" rIns="0" bIns="0" rtlCol="0" anchor="t" anchorCtr="0">
            <a:noAutofit/>
          </a:bodyPr>
          <a:lstStyle>
            <a:lvl1pPr algn="l" defTabSz="1219110" rtl="0" eaLnBrk="1" latinLnBrk="0" hangingPunct="1">
              <a:spcBef>
                <a:spcPct val="0"/>
              </a:spcBef>
              <a:buNone/>
              <a:defRPr sz="2100" kern="1200">
                <a:solidFill>
                  <a:schemeClr val="tx1"/>
                </a:solidFill>
                <a:latin typeface="+mj-lt"/>
                <a:ea typeface="微軟正黑體" panose="020B0604030504040204" pitchFamily="34" charset="-120"/>
                <a:cs typeface="+mj-cs"/>
              </a:defRPr>
            </a:lvl1pPr>
          </a:lstStyle>
          <a:p>
            <a:r>
              <a:rPr lang="zh-TW" altLang="en-US" sz="2800" b="1" dirty="0">
                <a:latin typeface="Calibri" panose="020F0502020204030204" pitchFamily="34" charset="0"/>
                <a:cs typeface="Calibri" panose="020F0502020204030204" pitchFamily="34" charset="0"/>
              </a:rPr>
              <a:t>審核流程條件</a:t>
            </a:r>
            <a:endParaRPr lang="en-US" altLang="zh-TW" sz="2800" b="1" dirty="0">
              <a:latin typeface="Calibri" panose="020F0502020204030204" pitchFamily="34" charset="0"/>
              <a:cs typeface="Calibri" panose="020F0502020204030204" pitchFamily="34" charset="0"/>
            </a:endParaRPr>
          </a:p>
          <a:p>
            <a:r>
              <a:rPr lang="zh-TW" altLang="en-US" sz="2800" b="1" dirty="0">
                <a:latin typeface="Calibri" panose="020F0502020204030204" pitchFamily="34" charset="0"/>
                <a:cs typeface="Calibri" panose="020F0502020204030204" pitchFamily="34" charset="0"/>
              </a:rPr>
              <a:t> </a:t>
            </a:r>
            <a:r>
              <a:rPr lang="en-US" altLang="zh-TW" sz="2800" b="1" dirty="0">
                <a:solidFill>
                  <a:srgbClr val="007680"/>
                </a:solidFill>
                <a:latin typeface="Calibri" panose="020F0502020204030204" pitchFamily="34" charset="0"/>
                <a:cs typeface="Calibri" panose="020F0502020204030204" pitchFamily="34" charset="0"/>
              </a:rPr>
              <a:t>–</a:t>
            </a:r>
            <a:r>
              <a:rPr lang="zh-TW" altLang="en-US" sz="2800" b="1" dirty="0">
                <a:latin typeface="Calibri" panose="020F0502020204030204" pitchFamily="34" charset="0"/>
                <a:cs typeface="Calibri" panose="020F0502020204030204" pitchFamily="34" charset="0"/>
              </a:rPr>
              <a:t> </a:t>
            </a:r>
            <a:r>
              <a:rPr lang="zh-TW" altLang="en-US" sz="2800" b="1" dirty="0">
                <a:solidFill>
                  <a:srgbClr val="007680"/>
                </a:solidFill>
                <a:latin typeface="Calibri" panose="020F0502020204030204" pitchFamily="34" charset="0"/>
                <a:cs typeface="Calibri" panose="020F0502020204030204" pitchFamily="34" charset="0"/>
              </a:rPr>
              <a:t>合約審閱申請單</a:t>
            </a:r>
            <a:endParaRPr lang="zh-TW" altLang="en-US" sz="2800" b="1" dirty="0">
              <a:solidFill>
                <a:srgbClr val="007680"/>
              </a:solidFill>
            </a:endParaRPr>
          </a:p>
        </p:txBody>
      </p:sp>
    </p:spTree>
    <p:extLst>
      <p:ext uri="{BB962C8B-B14F-4D97-AF65-F5344CB8AC3E}">
        <p14:creationId xmlns:p14="http://schemas.microsoft.com/office/powerpoint/2010/main" val="364717809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9EC7F-5E19-3BB7-A05B-7D485F3552BC}"/>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75C52ABE-00DE-FDFB-E496-3EFAC747D0B5}"/>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6" name="標題 4">
            <a:extLst>
              <a:ext uri="{FF2B5EF4-FFF2-40B4-BE49-F238E27FC236}">
                <a16:creationId xmlns:a16="http://schemas.microsoft.com/office/drawing/2014/main" id="{58AA9E5D-6134-5372-2C34-55B6ED9031E9}"/>
              </a:ext>
            </a:extLst>
          </p:cNvPr>
          <p:cNvSpPr txBox="1">
            <a:spLocks/>
          </p:cNvSpPr>
          <p:nvPr/>
        </p:nvSpPr>
        <p:spPr bwMode="gray">
          <a:xfrm>
            <a:off x="338666" y="123292"/>
            <a:ext cx="3966633" cy="1007008"/>
          </a:xfrm>
          <a:prstGeom prst="rect">
            <a:avLst/>
          </a:prstGeom>
        </p:spPr>
        <p:txBody>
          <a:bodyPr vert="horz" lIns="0" tIns="0" rIns="0" bIns="0" rtlCol="0" anchor="t" anchorCtr="0">
            <a:noAutofit/>
          </a:bodyPr>
          <a:lstStyle>
            <a:lvl1pPr algn="l" defTabSz="1219110" rtl="0" eaLnBrk="1" latinLnBrk="0" hangingPunct="1">
              <a:spcBef>
                <a:spcPct val="0"/>
              </a:spcBef>
              <a:buNone/>
              <a:defRPr sz="2100" kern="1200">
                <a:solidFill>
                  <a:schemeClr val="tx1"/>
                </a:solidFill>
                <a:latin typeface="+mj-lt"/>
                <a:ea typeface="微軟正黑體" panose="020B0604030504040204" pitchFamily="34" charset="-120"/>
                <a:cs typeface="+mj-cs"/>
              </a:defRPr>
            </a:lvl1pPr>
          </a:lstStyle>
          <a:p>
            <a:r>
              <a:rPr lang="zh-TW" altLang="en-US" sz="2800" b="1" dirty="0">
                <a:latin typeface="Calibri" panose="020F0502020204030204" pitchFamily="34" charset="0"/>
                <a:cs typeface="Calibri" panose="020F0502020204030204" pitchFamily="34" charset="0"/>
              </a:rPr>
              <a:t>審核流程條件</a:t>
            </a:r>
            <a:endParaRPr lang="en-US" altLang="zh-TW" sz="2800" b="1" dirty="0">
              <a:latin typeface="Calibri" panose="020F0502020204030204" pitchFamily="34" charset="0"/>
              <a:cs typeface="Calibri" panose="020F0502020204030204" pitchFamily="34" charset="0"/>
            </a:endParaRPr>
          </a:p>
          <a:p>
            <a:r>
              <a:rPr lang="zh-TW" altLang="en-US" sz="2800" b="1" dirty="0">
                <a:latin typeface="Calibri" panose="020F0502020204030204" pitchFamily="34" charset="0"/>
                <a:cs typeface="Calibri" panose="020F0502020204030204" pitchFamily="34" charset="0"/>
              </a:rPr>
              <a:t> </a:t>
            </a:r>
            <a:r>
              <a:rPr lang="en-US" altLang="zh-TW" sz="2800" b="1" dirty="0">
                <a:solidFill>
                  <a:srgbClr val="007680"/>
                </a:solidFill>
                <a:latin typeface="Calibri" panose="020F0502020204030204" pitchFamily="34" charset="0"/>
                <a:cs typeface="Calibri" panose="020F0502020204030204" pitchFamily="34" charset="0"/>
              </a:rPr>
              <a:t>–</a:t>
            </a:r>
            <a:r>
              <a:rPr lang="zh-TW" altLang="en-US" sz="2800" b="1" dirty="0">
                <a:latin typeface="Calibri" panose="020F0502020204030204" pitchFamily="34" charset="0"/>
                <a:cs typeface="Calibri" panose="020F0502020204030204" pitchFamily="34" charset="0"/>
              </a:rPr>
              <a:t> </a:t>
            </a:r>
            <a:r>
              <a:rPr lang="zh-TW" altLang="en-US" sz="2800" b="1" dirty="0">
                <a:solidFill>
                  <a:srgbClr val="007680"/>
                </a:solidFill>
                <a:latin typeface="Calibri" panose="020F0502020204030204" pitchFamily="34" charset="0"/>
                <a:cs typeface="Calibri" panose="020F0502020204030204" pitchFamily="34" charset="0"/>
              </a:rPr>
              <a:t>合約紙本借閱申請單</a:t>
            </a:r>
            <a:endParaRPr lang="zh-TW" altLang="en-US" sz="2800" b="1" dirty="0">
              <a:solidFill>
                <a:srgbClr val="007680"/>
              </a:solidFill>
            </a:endParaRPr>
          </a:p>
        </p:txBody>
      </p:sp>
      <p:grpSp>
        <p:nvGrpSpPr>
          <p:cNvPr id="2" name="群組 1">
            <a:extLst>
              <a:ext uri="{FF2B5EF4-FFF2-40B4-BE49-F238E27FC236}">
                <a16:creationId xmlns:a16="http://schemas.microsoft.com/office/drawing/2014/main" id="{20F83BF6-8C3D-CB78-35AF-D919D934938B}"/>
              </a:ext>
            </a:extLst>
          </p:cNvPr>
          <p:cNvGrpSpPr/>
          <p:nvPr/>
        </p:nvGrpSpPr>
        <p:grpSpPr>
          <a:xfrm>
            <a:off x="4227551" y="0"/>
            <a:ext cx="7885074" cy="6857999"/>
            <a:chOff x="4164051" y="0"/>
            <a:chExt cx="7885074" cy="6857999"/>
          </a:xfrm>
        </p:grpSpPr>
        <p:pic>
          <p:nvPicPr>
            <p:cNvPr id="9" name="圖片 8">
              <a:extLst>
                <a:ext uri="{FF2B5EF4-FFF2-40B4-BE49-F238E27FC236}">
                  <a16:creationId xmlns:a16="http://schemas.microsoft.com/office/drawing/2014/main" id="{8FEAE26F-6F55-397F-EBDA-699DF6EE5B8C}"/>
                </a:ext>
              </a:extLst>
            </p:cNvPr>
            <p:cNvPicPr>
              <a:picLocks noChangeAspect="1"/>
            </p:cNvPicPr>
            <p:nvPr/>
          </p:nvPicPr>
          <p:blipFill>
            <a:blip r:embed="rId3"/>
            <a:stretch>
              <a:fillRect/>
            </a:stretch>
          </p:blipFill>
          <p:spPr>
            <a:xfrm>
              <a:off x="4164051" y="0"/>
              <a:ext cx="7885074" cy="6857999"/>
            </a:xfrm>
            <a:prstGeom prst="rect">
              <a:avLst/>
            </a:prstGeom>
          </p:spPr>
        </p:pic>
        <p:sp>
          <p:nvSpPr>
            <p:cNvPr id="10" name="矩形: 圓角 9">
              <a:extLst>
                <a:ext uri="{FF2B5EF4-FFF2-40B4-BE49-F238E27FC236}">
                  <a16:creationId xmlns:a16="http://schemas.microsoft.com/office/drawing/2014/main" id="{D939E755-318E-61C6-87EB-BAE498019947}"/>
                </a:ext>
              </a:extLst>
            </p:cNvPr>
            <p:cNvSpPr/>
            <p:nvPr/>
          </p:nvSpPr>
          <p:spPr bwMode="gray">
            <a:xfrm>
              <a:off x="4517279" y="2828925"/>
              <a:ext cx="6032998" cy="2943224"/>
            </a:xfrm>
            <a:prstGeom prst="roundRect">
              <a:avLst>
                <a:gd name="adj" fmla="val 6535"/>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11" name="矩形: 圓角 10">
              <a:extLst>
                <a:ext uri="{FF2B5EF4-FFF2-40B4-BE49-F238E27FC236}">
                  <a16:creationId xmlns:a16="http://schemas.microsoft.com/office/drawing/2014/main" id="{06ED86D6-211A-BDF3-D4B2-0F10E3DAC670}"/>
                </a:ext>
              </a:extLst>
            </p:cNvPr>
            <p:cNvSpPr/>
            <p:nvPr/>
          </p:nvSpPr>
          <p:spPr bwMode="gray">
            <a:xfrm>
              <a:off x="6222958" y="2193349"/>
              <a:ext cx="1406984" cy="475549"/>
            </a:xfrm>
            <a:prstGeom prst="roundRect">
              <a:avLst>
                <a:gd name="adj" fmla="val 6535"/>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cxnSp>
          <p:nvCxnSpPr>
            <p:cNvPr id="12" name="直線單箭頭接點 11">
              <a:extLst>
                <a:ext uri="{FF2B5EF4-FFF2-40B4-BE49-F238E27FC236}">
                  <a16:creationId xmlns:a16="http://schemas.microsoft.com/office/drawing/2014/main" id="{1072D55D-6B95-3215-3F61-10CCBC53F1B1}"/>
                </a:ext>
              </a:extLst>
            </p:cNvPr>
            <p:cNvCxnSpPr>
              <a:cxnSpLocks/>
            </p:cNvCxnSpPr>
            <p:nvPr/>
          </p:nvCxnSpPr>
          <p:spPr>
            <a:xfrm flipH="1">
              <a:off x="5610225" y="2491584"/>
              <a:ext cx="704850" cy="461166"/>
            </a:xfrm>
            <a:prstGeom prst="straightConnector1">
              <a:avLst/>
            </a:prstGeom>
            <a:ln w="57150">
              <a:solidFill>
                <a:srgbClr val="DAA1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3" name="語音泡泡: 圓角矩形 12">
              <a:extLst>
                <a:ext uri="{FF2B5EF4-FFF2-40B4-BE49-F238E27FC236}">
                  <a16:creationId xmlns:a16="http://schemas.microsoft.com/office/drawing/2014/main" id="{9926EC62-55DF-7788-A356-3097F58D564D}"/>
                </a:ext>
              </a:extLst>
            </p:cNvPr>
            <p:cNvSpPr/>
            <p:nvPr/>
          </p:nvSpPr>
          <p:spPr bwMode="gray">
            <a:xfrm>
              <a:off x="5905499" y="1126549"/>
              <a:ext cx="2471855" cy="734001"/>
            </a:xfrm>
            <a:prstGeom prst="wedgeRoundRectCallout">
              <a:avLst>
                <a:gd name="adj1" fmla="val -24978"/>
                <a:gd name="adj2" fmla="val 88004"/>
                <a:gd name="adj3" fmla="val 16667"/>
              </a:avLst>
            </a:prstGeom>
            <a:solidFill>
              <a:srgbClr val="FFFF00"/>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zh-TW" altLang="en-US" sz="1600" b="1" dirty="0"/>
                <a:t>當</a:t>
              </a:r>
              <a:r>
                <a:rPr lang="en-US" altLang="zh-TW" sz="1600" b="1" dirty="0"/>
                <a:t>『</a:t>
              </a:r>
              <a:r>
                <a:rPr lang="zh-TW" altLang="en-US" sz="1600" b="1" dirty="0"/>
                <a:t>表單類型</a:t>
              </a:r>
              <a:r>
                <a:rPr lang="en-US" altLang="zh-TW" sz="1600" b="1" dirty="0"/>
                <a:t>』</a:t>
              </a:r>
              <a:r>
                <a:rPr lang="zh-TW" altLang="en-US" sz="1600" b="1" dirty="0"/>
                <a:t>選擇</a:t>
              </a:r>
              <a:endParaRPr lang="en-US" altLang="zh-TW" sz="1600" b="1" dirty="0"/>
            </a:p>
            <a:p>
              <a:pPr algn="ctr">
                <a:lnSpc>
                  <a:spcPct val="106000"/>
                </a:lnSpc>
                <a:buFont typeface="Wingdings 2" pitchFamily="18" charset="2"/>
                <a:buNone/>
              </a:pPr>
              <a:r>
                <a:rPr lang="en-US" altLang="zh-TW" sz="1600" b="1" dirty="0"/>
                <a:t>『</a:t>
              </a:r>
              <a:r>
                <a:rPr lang="zh-TW" altLang="en-US" sz="1600" b="1" dirty="0">
                  <a:solidFill>
                    <a:srgbClr val="002060"/>
                  </a:solidFill>
                </a:rPr>
                <a:t>紙本合約借閱申請單</a:t>
              </a:r>
              <a:r>
                <a:rPr lang="en-US" altLang="zh-TW" sz="1600" b="1" dirty="0"/>
                <a:t>』</a:t>
              </a:r>
              <a:endParaRPr lang="zh-TW" altLang="en-US" sz="1600" b="1" dirty="0"/>
            </a:p>
          </p:txBody>
        </p:sp>
      </p:grpSp>
    </p:spTree>
    <p:extLst>
      <p:ext uri="{BB962C8B-B14F-4D97-AF65-F5344CB8AC3E}">
        <p14:creationId xmlns:p14="http://schemas.microsoft.com/office/powerpoint/2010/main" val="255786923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E7560-E2D2-321F-69C1-CF06CBA6B9C8}"/>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2E4B73F8-2FB7-7EA5-99A0-BB9BE90453A7}"/>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grpSp>
        <p:nvGrpSpPr>
          <p:cNvPr id="25" name="群組 24">
            <a:extLst>
              <a:ext uri="{FF2B5EF4-FFF2-40B4-BE49-F238E27FC236}">
                <a16:creationId xmlns:a16="http://schemas.microsoft.com/office/drawing/2014/main" id="{43705E1B-4DB2-AB1D-D85F-327D24E521E2}"/>
              </a:ext>
            </a:extLst>
          </p:cNvPr>
          <p:cNvGrpSpPr/>
          <p:nvPr/>
        </p:nvGrpSpPr>
        <p:grpSpPr>
          <a:xfrm>
            <a:off x="4305299" y="29633"/>
            <a:ext cx="7879285" cy="6798734"/>
            <a:chOff x="3087727" y="29892"/>
            <a:chExt cx="7946442" cy="6858000"/>
          </a:xfrm>
        </p:grpSpPr>
        <p:pic>
          <p:nvPicPr>
            <p:cNvPr id="16" name="圖片 15">
              <a:extLst>
                <a:ext uri="{FF2B5EF4-FFF2-40B4-BE49-F238E27FC236}">
                  <a16:creationId xmlns:a16="http://schemas.microsoft.com/office/drawing/2014/main" id="{7ED6E5B1-891E-001A-5DF5-F46ECC79E194}"/>
                </a:ext>
              </a:extLst>
            </p:cNvPr>
            <p:cNvPicPr>
              <a:picLocks noChangeAspect="1"/>
            </p:cNvPicPr>
            <p:nvPr/>
          </p:nvPicPr>
          <p:blipFill>
            <a:blip r:embed="rId3"/>
            <a:stretch>
              <a:fillRect/>
            </a:stretch>
          </p:blipFill>
          <p:spPr>
            <a:xfrm>
              <a:off x="3087727" y="29892"/>
              <a:ext cx="7946442" cy="6858000"/>
            </a:xfrm>
            <a:prstGeom prst="rect">
              <a:avLst/>
            </a:prstGeom>
          </p:spPr>
        </p:pic>
        <p:sp>
          <p:nvSpPr>
            <p:cNvPr id="17" name="矩形: 圓角 16">
              <a:extLst>
                <a:ext uri="{FF2B5EF4-FFF2-40B4-BE49-F238E27FC236}">
                  <a16:creationId xmlns:a16="http://schemas.microsoft.com/office/drawing/2014/main" id="{34432C09-CA43-55A4-6F7C-315412F3BCF8}"/>
                </a:ext>
              </a:extLst>
            </p:cNvPr>
            <p:cNvSpPr/>
            <p:nvPr/>
          </p:nvSpPr>
          <p:spPr bwMode="gray">
            <a:xfrm>
              <a:off x="3393310" y="2867025"/>
              <a:ext cx="6836540" cy="2895600"/>
            </a:xfrm>
            <a:prstGeom prst="roundRect">
              <a:avLst>
                <a:gd name="adj" fmla="val 6535"/>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18" name="矩形: 圓角 17">
              <a:extLst>
                <a:ext uri="{FF2B5EF4-FFF2-40B4-BE49-F238E27FC236}">
                  <a16:creationId xmlns:a16="http://schemas.microsoft.com/office/drawing/2014/main" id="{9E9742E2-949D-6D94-FE1D-4D6CB2AA5004}"/>
                </a:ext>
              </a:extLst>
            </p:cNvPr>
            <p:cNvSpPr/>
            <p:nvPr/>
          </p:nvSpPr>
          <p:spPr bwMode="gray">
            <a:xfrm>
              <a:off x="6597414" y="2231896"/>
              <a:ext cx="1547812" cy="466725"/>
            </a:xfrm>
            <a:prstGeom prst="roundRect">
              <a:avLst>
                <a:gd name="adj" fmla="val 6535"/>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19" name="語音泡泡: 圓角矩形 18">
              <a:extLst>
                <a:ext uri="{FF2B5EF4-FFF2-40B4-BE49-F238E27FC236}">
                  <a16:creationId xmlns:a16="http://schemas.microsoft.com/office/drawing/2014/main" id="{C48E77F5-F17A-F923-1422-EB26B57C8478}"/>
                </a:ext>
              </a:extLst>
            </p:cNvPr>
            <p:cNvSpPr/>
            <p:nvPr/>
          </p:nvSpPr>
          <p:spPr bwMode="gray">
            <a:xfrm>
              <a:off x="6152120" y="1126233"/>
              <a:ext cx="2908535" cy="798384"/>
            </a:xfrm>
            <a:prstGeom prst="wedgeRoundRectCallout">
              <a:avLst>
                <a:gd name="adj1" fmla="val -23282"/>
                <a:gd name="adj2" fmla="val 87651"/>
                <a:gd name="adj3" fmla="val 16667"/>
              </a:avLst>
            </a:prstGeom>
            <a:solidFill>
              <a:srgbClr val="FFFF00"/>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altLang="zh-TW" sz="1800" b="1" dirty="0"/>
                <a:t>『</a:t>
              </a:r>
              <a:r>
                <a:rPr lang="zh-TW" altLang="en-US" sz="1800" b="1" dirty="0"/>
                <a:t>表單類型</a:t>
              </a:r>
              <a:r>
                <a:rPr lang="en-US" altLang="zh-TW" sz="1800" b="1" dirty="0"/>
                <a:t>』</a:t>
              </a:r>
              <a:r>
                <a:rPr lang="zh-TW" altLang="en-US" sz="1800" b="1" dirty="0"/>
                <a:t>選擇</a:t>
              </a:r>
              <a:endParaRPr lang="en-US" altLang="zh-TW" sz="1800" b="1" dirty="0"/>
            </a:p>
            <a:p>
              <a:pPr algn="ctr">
                <a:lnSpc>
                  <a:spcPct val="106000"/>
                </a:lnSpc>
                <a:buFont typeface="Wingdings 2" pitchFamily="18" charset="2"/>
                <a:buNone/>
              </a:pPr>
              <a:r>
                <a:rPr lang="en-US" altLang="zh-TW" sz="1800" b="1" dirty="0"/>
                <a:t>『</a:t>
              </a:r>
              <a:r>
                <a:rPr lang="zh-TW" altLang="en-US" sz="1800" b="1" dirty="0">
                  <a:solidFill>
                    <a:srgbClr val="002060"/>
                  </a:solidFill>
                </a:rPr>
                <a:t>合約電子檔閱覽申請單</a:t>
              </a:r>
              <a:r>
                <a:rPr lang="en-US" altLang="zh-TW" sz="1800" b="1" dirty="0"/>
                <a:t>』</a:t>
              </a:r>
              <a:endParaRPr lang="zh-TW" altLang="en-US" sz="1800" b="1" dirty="0"/>
            </a:p>
          </p:txBody>
        </p:sp>
        <p:cxnSp>
          <p:nvCxnSpPr>
            <p:cNvPr id="21" name="直線單箭頭接點 20">
              <a:extLst>
                <a:ext uri="{FF2B5EF4-FFF2-40B4-BE49-F238E27FC236}">
                  <a16:creationId xmlns:a16="http://schemas.microsoft.com/office/drawing/2014/main" id="{F8FE361C-95F8-CD18-58B4-833465BF0019}"/>
                </a:ext>
              </a:extLst>
            </p:cNvPr>
            <p:cNvCxnSpPr>
              <a:cxnSpLocks/>
            </p:cNvCxnSpPr>
            <p:nvPr/>
          </p:nvCxnSpPr>
          <p:spPr>
            <a:xfrm flipH="1">
              <a:off x="4507434" y="2552701"/>
              <a:ext cx="2190750" cy="438150"/>
            </a:xfrm>
            <a:prstGeom prst="straightConnector1">
              <a:avLst/>
            </a:prstGeom>
            <a:ln w="57150">
              <a:solidFill>
                <a:srgbClr val="DAA100"/>
              </a:solidFill>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2" name="標題 4">
            <a:extLst>
              <a:ext uri="{FF2B5EF4-FFF2-40B4-BE49-F238E27FC236}">
                <a16:creationId xmlns:a16="http://schemas.microsoft.com/office/drawing/2014/main" id="{A8BF05DD-3987-9535-C2D9-71D9B3220FA7}"/>
              </a:ext>
            </a:extLst>
          </p:cNvPr>
          <p:cNvSpPr txBox="1">
            <a:spLocks/>
          </p:cNvSpPr>
          <p:nvPr/>
        </p:nvSpPr>
        <p:spPr bwMode="gray">
          <a:xfrm>
            <a:off x="338666" y="123292"/>
            <a:ext cx="3966633" cy="1007008"/>
          </a:xfrm>
          <a:prstGeom prst="rect">
            <a:avLst/>
          </a:prstGeom>
        </p:spPr>
        <p:txBody>
          <a:bodyPr vert="horz" lIns="0" tIns="0" rIns="0" bIns="0" rtlCol="0" anchor="t" anchorCtr="0">
            <a:noAutofit/>
          </a:bodyPr>
          <a:lstStyle>
            <a:lvl1pPr algn="l" defTabSz="1219110" rtl="0" eaLnBrk="1" latinLnBrk="0" hangingPunct="1">
              <a:spcBef>
                <a:spcPct val="0"/>
              </a:spcBef>
              <a:buNone/>
              <a:defRPr sz="2100" kern="1200">
                <a:solidFill>
                  <a:schemeClr val="tx1"/>
                </a:solidFill>
                <a:latin typeface="+mj-lt"/>
                <a:ea typeface="微軟正黑體" panose="020B0604030504040204" pitchFamily="34" charset="-120"/>
                <a:cs typeface="+mj-cs"/>
              </a:defRPr>
            </a:lvl1pPr>
          </a:lstStyle>
          <a:p>
            <a:r>
              <a:rPr lang="zh-TW" altLang="en-US" sz="2800" b="1" dirty="0">
                <a:latin typeface="Calibri" panose="020F0502020204030204" pitchFamily="34" charset="0"/>
                <a:cs typeface="Calibri" panose="020F0502020204030204" pitchFamily="34" charset="0"/>
              </a:rPr>
              <a:t>審核流程條件</a:t>
            </a:r>
            <a:endParaRPr lang="en-US" altLang="zh-TW" sz="2800" b="1" dirty="0">
              <a:latin typeface="Calibri" panose="020F0502020204030204" pitchFamily="34" charset="0"/>
              <a:cs typeface="Calibri" panose="020F0502020204030204" pitchFamily="34" charset="0"/>
            </a:endParaRPr>
          </a:p>
          <a:p>
            <a:r>
              <a:rPr lang="zh-TW" altLang="en-US" sz="2800" b="1" dirty="0">
                <a:latin typeface="Calibri" panose="020F0502020204030204" pitchFamily="34" charset="0"/>
                <a:cs typeface="Calibri" panose="020F0502020204030204" pitchFamily="34" charset="0"/>
              </a:rPr>
              <a:t> </a:t>
            </a:r>
            <a:r>
              <a:rPr lang="en-US" altLang="zh-TW" sz="2800" b="1" dirty="0">
                <a:solidFill>
                  <a:srgbClr val="007680"/>
                </a:solidFill>
                <a:latin typeface="Calibri" panose="020F0502020204030204" pitchFamily="34" charset="0"/>
                <a:cs typeface="Calibri" panose="020F0502020204030204" pitchFamily="34" charset="0"/>
              </a:rPr>
              <a:t>–</a:t>
            </a:r>
            <a:r>
              <a:rPr lang="zh-TW" altLang="en-US" sz="2800" b="1" dirty="0">
                <a:latin typeface="Calibri" panose="020F0502020204030204" pitchFamily="34" charset="0"/>
                <a:cs typeface="Calibri" panose="020F0502020204030204" pitchFamily="34" charset="0"/>
              </a:rPr>
              <a:t> </a:t>
            </a:r>
            <a:r>
              <a:rPr lang="zh-TW" altLang="en-US" sz="2800" b="1" dirty="0">
                <a:solidFill>
                  <a:srgbClr val="007680"/>
                </a:solidFill>
                <a:latin typeface="Calibri" panose="020F0502020204030204" pitchFamily="34" charset="0"/>
                <a:cs typeface="Calibri" panose="020F0502020204030204" pitchFamily="34" charset="0"/>
              </a:rPr>
              <a:t>合約電子檔閱覽申請單</a:t>
            </a:r>
            <a:endParaRPr lang="zh-TW" altLang="en-US" sz="2800" b="1" dirty="0">
              <a:solidFill>
                <a:srgbClr val="007680"/>
              </a:solidFill>
            </a:endParaRPr>
          </a:p>
        </p:txBody>
      </p:sp>
    </p:spTree>
    <p:extLst>
      <p:ext uri="{BB962C8B-B14F-4D97-AF65-F5344CB8AC3E}">
        <p14:creationId xmlns:p14="http://schemas.microsoft.com/office/powerpoint/2010/main" val="233010489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6FC2B4"/>
        </a:solidFill>
        <a:effectLst/>
      </p:bgPr>
    </p:bg>
    <p:spTree>
      <p:nvGrpSpPr>
        <p:cNvPr id="1" name="">
          <a:extLst>
            <a:ext uri="{FF2B5EF4-FFF2-40B4-BE49-F238E27FC236}">
              <a16:creationId xmlns:a16="http://schemas.microsoft.com/office/drawing/2014/main" id="{8E2F7166-4A59-D107-372B-C13121BF8B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F523F9-F6EA-A648-C0AD-62867B08D0DA}"/>
              </a:ext>
            </a:extLst>
          </p:cNvPr>
          <p:cNvSpPr>
            <a:spLocks noGrp="1"/>
          </p:cNvSpPr>
          <p:nvPr>
            <p:ph type="title"/>
          </p:nvPr>
        </p:nvSpPr>
        <p:spPr>
          <a:xfrm>
            <a:off x="0" y="2419885"/>
            <a:ext cx="12124267" cy="2067448"/>
          </a:xfrm>
        </p:spPr>
        <p:txBody>
          <a:bodyPr anchor="ctr"/>
          <a:lstStyle/>
          <a:p>
            <a:pPr algn="ctr">
              <a:lnSpc>
                <a:spcPct val="150000"/>
              </a:lnSpc>
              <a:tabLst>
                <a:tab pos="715963" algn="l"/>
              </a:tabLst>
            </a:pPr>
            <a:r>
              <a:rPr lang="zh-TW" altLang="en-US" sz="4200" dirty="0">
                <a:latin typeface="Calibri" panose="020F0502020204030204" pitchFamily="34" charset="0"/>
                <a:cs typeface="Calibri" panose="020F0502020204030204" pitchFamily="34" charset="0"/>
              </a:rPr>
              <a:t> </a:t>
            </a:r>
            <a:r>
              <a:rPr lang="en-US" altLang="zh-TW" sz="4200" dirty="0">
                <a:latin typeface="Calibri" panose="020F0502020204030204" pitchFamily="34" charset="0"/>
                <a:cs typeface="Calibri" panose="020F0502020204030204" pitchFamily="34" charset="0"/>
              </a:rPr>
              <a:t>4. </a:t>
            </a:r>
            <a:r>
              <a:rPr lang="zh-TW" altLang="en-US" sz="4200" dirty="0">
                <a:latin typeface="Calibri" panose="020F0502020204030204" pitchFamily="34" charset="0"/>
                <a:cs typeface="Calibri" panose="020F0502020204030204" pitchFamily="34" charset="0"/>
              </a:rPr>
              <a:t>「合約審閱申請單 」、「合約紙本借閱申請」「合約電子檔閱覽申請」</a:t>
            </a:r>
            <a:r>
              <a:rPr lang="en-US" altLang="zh-TW" sz="4200" dirty="0">
                <a:latin typeface="Calibri" panose="020F0502020204030204" pitchFamily="34" charset="0"/>
                <a:cs typeface="Calibri" panose="020F0502020204030204" pitchFamily="34" charset="0"/>
              </a:rPr>
              <a:t>- </a:t>
            </a:r>
            <a:r>
              <a:rPr lang="zh-TW" altLang="en-US" sz="4800" dirty="0">
                <a:solidFill>
                  <a:srgbClr val="FFFF00"/>
                </a:solidFill>
                <a:latin typeface="Calibri" panose="020F0502020204030204" pitchFamily="34" charset="0"/>
                <a:cs typeface="Calibri" panose="020F0502020204030204" pitchFamily="34" charset="0"/>
              </a:rPr>
              <a:t>支援簽核功能</a:t>
            </a:r>
            <a:endParaRPr lang="zh-TW" altLang="en-US" sz="4400" dirty="0">
              <a:solidFill>
                <a:srgbClr val="FFFF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3071044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E4814-832C-1B69-18C3-1C1501DB8A4B}"/>
            </a:ext>
          </a:extLst>
        </p:cNvPr>
        <p:cNvGrpSpPr/>
        <p:nvPr/>
      </p:nvGrpSpPr>
      <p:grpSpPr>
        <a:xfrm>
          <a:off x="0" y="0"/>
          <a:ext cx="0" cy="0"/>
          <a:chOff x="0" y="0"/>
          <a:chExt cx="0" cy="0"/>
        </a:xfrm>
      </p:grpSpPr>
      <p:sp>
        <p:nvSpPr>
          <p:cNvPr id="5" name="標題 4">
            <a:extLst>
              <a:ext uri="{FF2B5EF4-FFF2-40B4-BE49-F238E27FC236}">
                <a16:creationId xmlns:a16="http://schemas.microsoft.com/office/drawing/2014/main" id="{B7AA147D-0A9B-8C3C-B24C-68228F7B3A4F}"/>
              </a:ext>
            </a:extLst>
          </p:cNvPr>
          <p:cNvSpPr>
            <a:spLocks noGrp="1"/>
          </p:cNvSpPr>
          <p:nvPr>
            <p:ph type="title"/>
          </p:nvPr>
        </p:nvSpPr>
        <p:spPr>
          <a:xfrm>
            <a:off x="469899" y="123292"/>
            <a:ext cx="11252200" cy="334102"/>
          </a:xfrm>
        </p:spPr>
        <p:txBody>
          <a:bodyPr/>
          <a:lstStyle/>
          <a:p>
            <a:r>
              <a:rPr lang="zh-TW" altLang="en-US" sz="2800" b="1" dirty="0">
                <a:latin typeface="Calibri" panose="020F0502020204030204" pitchFamily="34" charset="0"/>
                <a:cs typeface="Calibri" panose="020F0502020204030204" pitchFamily="34" charset="0"/>
              </a:rPr>
              <a:t>支援簽核功能 </a:t>
            </a:r>
            <a:r>
              <a:rPr lang="en-US" altLang="zh-TW" sz="2800" b="1" dirty="0">
                <a:latin typeface="Calibri" panose="020F0502020204030204" pitchFamily="34" charset="0"/>
                <a:cs typeface="Calibri" panose="020F0502020204030204" pitchFamily="34" charset="0"/>
              </a:rPr>
              <a:t>-</a:t>
            </a:r>
            <a:r>
              <a:rPr lang="zh-TW" altLang="en-US" sz="2800" b="1" dirty="0">
                <a:solidFill>
                  <a:srgbClr val="007680"/>
                </a:solidFill>
                <a:latin typeface="Calibri" panose="020F0502020204030204" pitchFamily="34" charset="0"/>
                <a:cs typeface="Calibri" panose="020F0502020204030204" pitchFamily="34" charset="0"/>
              </a:rPr>
              <a:t>「合約審閱申請單」</a:t>
            </a:r>
            <a:r>
              <a:rPr lang="en-US" altLang="zh-TW" sz="2800" b="1" dirty="0">
                <a:solidFill>
                  <a:srgbClr val="007680"/>
                </a:solidFill>
                <a:latin typeface="Calibri" panose="020F0502020204030204" pitchFamily="34" charset="0"/>
                <a:cs typeface="Calibri" panose="020F0502020204030204" pitchFamily="34" charset="0"/>
              </a:rPr>
              <a:t>  </a:t>
            </a:r>
            <a:endParaRPr lang="zh-TW" altLang="en-US" sz="2800" b="1" dirty="0">
              <a:solidFill>
                <a:srgbClr val="007680"/>
              </a:solidFill>
            </a:endParaRPr>
          </a:p>
        </p:txBody>
      </p:sp>
      <p:sp>
        <p:nvSpPr>
          <p:cNvPr id="2" name="矩形 1">
            <a:extLst>
              <a:ext uri="{FF2B5EF4-FFF2-40B4-BE49-F238E27FC236}">
                <a16:creationId xmlns:a16="http://schemas.microsoft.com/office/drawing/2014/main" id="{ABFDC156-083D-2053-C46D-AF64C21C62A8}"/>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pic>
        <p:nvPicPr>
          <p:cNvPr id="8" name="圖片 7">
            <a:extLst>
              <a:ext uri="{FF2B5EF4-FFF2-40B4-BE49-F238E27FC236}">
                <a16:creationId xmlns:a16="http://schemas.microsoft.com/office/drawing/2014/main" id="{6C914CE8-062C-D567-A64D-F4D234E940F3}"/>
              </a:ext>
            </a:extLst>
          </p:cNvPr>
          <p:cNvPicPr>
            <a:picLocks noChangeAspect="1"/>
          </p:cNvPicPr>
          <p:nvPr/>
        </p:nvPicPr>
        <p:blipFill>
          <a:blip r:embed="rId2"/>
          <a:stretch>
            <a:fillRect/>
          </a:stretch>
        </p:blipFill>
        <p:spPr>
          <a:xfrm>
            <a:off x="419809" y="1471863"/>
            <a:ext cx="11352381" cy="4009524"/>
          </a:xfrm>
          <a:prstGeom prst="rect">
            <a:avLst/>
          </a:prstGeom>
        </p:spPr>
      </p:pic>
    </p:spTree>
    <p:extLst>
      <p:ext uri="{BB962C8B-B14F-4D97-AF65-F5344CB8AC3E}">
        <p14:creationId xmlns:p14="http://schemas.microsoft.com/office/powerpoint/2010/main" val="134665751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2CF23-2DB8-E495-BBB0-593BA74579B6}"/>
            </a:ext>
          </a:extLst>
        </p:cNvPr>
        <p:cNvGrpSpPr/>
        <p:nvPr/>
      </p:nvGrpSpPr>
      <p:grpSpPr>
        <a:xfrm>
          <a:off x="0" y="0"/>
          <a:ext cx="0" cy="0"/>
          <a:chOff x="0" y="0"/>
          <a:chExt cx="0" cy="0"/>
        </a:xfrm>
      </p:grpSpPr>
      <p:sp>
        <p:nvSpPr>
          <p:cNvPr id="5" name="標題 4">
            <a:extLst>
              <a:ext uri="{FF2B5EF4-FFF2-40B4-BE49-F238E27FC236}">
                <a16:creationId xmlns:a16="http://schemas.microsoft.com/office/drawing/2014/main" id="{1B49F611-65CE-CD3E-91C7-39A2EB45D4FC}"/>
              </a:ext>
            </a:extLst>
          </p:cNvPr>
          <p:cNvSpPr>
            <a:spLocks noGrp="1"/>
          </p:cNvSpPr>
          <p:nvPr>
            <p:ph type="title"/>
          </p:nvPr>
        </p:nvSpPr>
        <p:spPr>
          <a:xfrm>
            <a:off x="469899" y="123292"/>
            <a:ext cx="10988676" cy="389468"/>
          </a:xfrm>
        </p:spPr>
        <p:txBody>
          <a:bodyPr/>
          <a:lstStyle/>
          <a:p>
            <a:r>
              <a:rPr lang="zh-TW" altLang="en-US" sz="2800" b="1" dirty="0">
                <a:solidFill>
                  <a:srgbClr val="002060"/>
                </a:solidFill>
                <a:latin typeface="Calibri" panose="020F0502020204030204" pitchFamily="34" charset="0"/>
                <a:cs typeface="Calibri" panose="020F0502020204030204" pitchFamily="34" charset="0"/>
              </a:rPr>
              <a:t>支援簽核功能 </a:t>
            </a:r>
            <a:r>
              <a:rPr lang="en-US" altLang="zh-TW" sz="2800" b="1" dirty="0">
                <a:solidFill>
                  <a:srgbClr val="002060"/>
                </a:solidFill>
                <a:latin typeface="Calibri" panose="020F0502020204030204" pitchFamily="34" charset="0"/>
                <a:cs typeface="Calibri" panose="020F0502020204030204" pitchFamily="34" charset="0"/>
              </a:rPr>
              <a:t>-</a:t>
            </a:r>
            <a:r>
              <a:rPr lang="zh-TW" altLang="en-US" sz="2800" b="1" dirty="0">
                <a:solidFill>
                  <a:srgbClr val="007680"/>
                </a:solidFill>
                <a:latin typeface="Calibri" panose="020F0502020204030204" pitchFamily="34" charset="0"/>
                <a:cs typeface="Calibri" panose="020F0502020204030204" pitchFamily="34" charset="0"/>
              </a:rPr>
              <a:t>「紙本合約借閱申請單」、「合約電子檔閱覽申請單」</a:t>
            </a:r>
            <a:endParaRPr lang="zh-TW" altLang="en-US" sz="2800" b="1" dirty="0">
              <a:solidFill>
                <a:srgbClr val="007680"/>
              </a:solidFill>
            </a:endParaRPr>
          </a:p>
        </p:txBody>
      </p:sp>
      <p:sp>
        <p:nvSpPr>
          <p:cNvPr id="2" name="矩形 1">
            <a:extLst>
              <a:ext uri="{FF2B5EF4-FFF2-40B4-BE49-F238E27FC236}">
                <a16:creationId xmlns:a16="http://schemas.microsoft.com/office/drawing/2014/main" id="{7CB08EBF-CD0C-1C85-5D22-0B418BE6BC94}"/>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pic>
        <p:nvPicPr>
          <p:cNvPr id="8" name="圖片 7">
            <a:extLst>
              <a:ext uri="{FF2B5EF4-FFF2-40B4-BE49-F238E27FC236}">
                <a16:creationId xmlns:a16="http://schemas.microsoft.com/office/drawing/2014/main" id="{38FF13DA-882F-C82E-CC9B-532061C2FAA0}"/>
              </a:ext>
            </a:extLst>
          </p:cNvPr>
          <p:cNvPicPr>
            <a:picLocks noChangeAspect="1"/>
          </p:cNvPicPr>
          <p:nvPr/>
        </p:nvPicPr>
        <p:blipFill>
          <a:blip r:embed="rId2"/>
          <a:stretch>
            <a:fillRect/>
          </a:stretch>
        </p:blipFill>
        <p:spPr>
          <a:xfrm>
            <a:off x="415046" y="1467101"/>
            <a:ext cx="11361905" cy="2952381"/>
          </a:xfrm>
          <a:prstGeom prst="rect">
            <a:avLst/>
          </a:prstGeom>
        </p:spPr>
      </p:pic>
    </p:spTree>
    <p:extLst>
      <p:ext uri="{BB962C8B-B14F-4D97-AF65-F5344CB8AC3E}">
        <p14:creationId xmlns:p14="http://schemas.microsoft.com/office/powerpoint/2010/main" val="2395567781"/>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65C76-9F43-7C14-A614-21EFC422DD78}"/>
            </a:ext>
          </a:extLst>
        </p:cNvPr>
        <p:cNvGrpSpPr/>
        <p:nvPr/>
      </p:nvGrpSpPr>
      <p:grpSpPr>
        <a:xfrm>
          <a:off x="0" y="0"/>
          <a:ext cx="0" cy="0"/>
          <a:chOff x="0" y="0"/>
          <a:chExt cx="0" cy="0"/>
        </a:xfrm>
      </p:grpSpPr>
      <p:sp>
        <p:nvSpPr>
          <p:cNvPr id="5" name="標題 4">
            <a:extLst>
              <a:ext uri="{FF2B5EF4-FFF2-40B4-BE49-F238E27FC236}">
                <a16:creationId xmlns:a16="http://schemas.microsoft.com/office/drawing/2014/main" id="{1298E556-3CF5-2D1B-9B87-E2D549D5FA80}"/>
              </a:ext>
            </a:extLst>
          </p:cNvPr>
          <p:cNvSpPr>
            <a:spLocks noGrp="1"/>
          </p:cNvSpPr>
          <p:nvPr>
            <p:ph type="title"/>
          </p:nvPr>
        </p:nvSpPr>
        <p:spPr>
          <a:xfrm>
            <a:off x="469899" y="123292"/>
            <a:ext cx="11252200" cy="334102"/>
          </a:xfrm>
        </p:spPr>
        <p:txBody>
          <a:bodyPr/>
          <a:lstStyle/>
          <a:p>
            <a:r>
              <a:rPr lang="zh-TW" altLang="en-US" sz="2800" b="1" dirty="0">
                <a:solidFill>
                  <a:srgbClr val="002060"/>
                </a:solidFill>
                <a:latin typeface="Calibri" panose="020F0502020204030204" pitchFamily="34" charset="0"/>
                <a:cs typeface="Calibri" panose="020F0502020204030204" pitchFamily="34" charset="0"/>
              </a:rPr>
              <a:t>「合約審閱申請單」</a:t>
            </a:r>
            <a:r>
              <a:rPr lang="en-US" altLang="zh-TW" sz="2800" b="1" dirty="0">
                <a:solidFill>
                  <a:srgbClr val="002060"/>
                </a:solidFill>
                <a:latin typeface="Calibri" panose="020F0502020204030204" pitchFamily="34" charset="0"/>
                <a:cs typeface="Calibri" panose="020F0502020204030204" pitchFamily="34" charset="0"/>
              </a:rPr>
              <a:t> – </a:t>
            </a:r>
            <a:r>
              <a:rPr lang="zh-TW" altLang="en-US" sz="2800" b="1" dirty="0">
                <a:solidFill>
                  <a:srgbClr val="002060"/>
                </a:solidFill>
                <a:latin typeface="Calibri" panose="020F0502020204030204" pitchFamily="34" charset="0"/>
                <a:cs typeface="Calibri" panose="020F0502020204030204" pitchFamily="34" charset="0"/>
              </a:rPr>
              <a:t>支援簽核功能</a:t>
            </a:r>
            <a:endParaRPr lang="zh-TW" altLang="en-US" sz="2800" b="1" dirty="0">
              <a:solidFill>
                <a:srgbClr val="002060"/>
              </a:solidFill>
            </a:endParaRPr>
          </a:p>
        </p:txBody>
      </p:sp>
      <p:sp>
        <p:nvSpPr>
          <p:cNvPr id="2" name="矩形 1">
            <a:extLst>
              <a:ext uri="{FF2B5EF4-FFF2-40B4-BE49-F238E27FC236}">
                <a16:creationId xmlns:a16="http://schemas.microsoft.com/office/drawing/2014/main" id="{0ED6A771-E949-3965-F2BE-DB84801745CE}"/>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3" name="TextBox 5">
            <a:extLst>
              <a:ext uri="{FF2B5EF4-FFF2-40B4-BE49-F238E27FC236}">
                <a16:creationId xmlns:a16="http://schemas.microsoft.com/office/drawing/2014/main" id="{BFD5B63E-1890-D867-2FA8-7C998C799DC4}"/>
              </a:ext>
            </a:extLst>
          </p:cNvPr>
          <p:cNvSpPr txBox="1"/>
          <p:nvPr/>
        </p:nvSpPr>
        <p:spPr>
          <a:xfrm>
            <a:off x="529167" y="789423"/>
            <a:ext cx="11662833" cy="307777"/>
          </a:xfrm>
          <a:prstGeom prst="rect">
            <a:avLst/>
          </a:prstGeom>
          <a:noFill/>
        </p:spPr>
        <p:txBody>
          <a:bodyPr wrap="square" lIns="0" tIns="0" rIns="0" bIns="0" rtlCol="0">
            <a:spAutoFit/>
          </a:bodyPr>
          <a:lstStyle/>
          <a:p>
            <a:pPr marL="342900" indent="-342900">
              <a:spcBef>
                <a:spcPts val="1200"/>
              </a:spcBef>
              <a:buSzPct val="100000"/>
              <a:buFont typeface="Wingdings" panose="05000000000000000000" pitchFamily="2" charset="2"/>
              <a:buChar char="l"/>
            </a:pPr>
            <a:r>
              <a:rPr lang="en-US" altLang="zh-TW" sz="2000" b="1" dirty="0">
                <a:solidFill>
                  <a:schemeClr val="accent3">
                    <a:lumMod val="75000"/>
                  </a:schemeClr>
                </a:solidFill>
                <a:ea typeface="微軟正黑體" panose="020B0604030504040204" pitchFamily="34" charset="-120"/>
              </a:rPr>
              <a:t>『</a:t>
            </a:r>
            <a:r>
              <a:rPr lang="zh-TW" altLang="en-US" sz="2000" b="1" dirty="0">
                <a:solidFill>
                  <a:schemeClr val="accent3">
                    <a:lumMod val="75000"/>
                  </a:schemeClr>
                </a:solidFill>
                <a:ea typeface="微軟正黑體" panose="020B0604030504040204" pitchFamily="34" charset="-120"/>
              </a:rPr>
              <a:t>合約審閱申請單</a:t>
            </a:r>
            <a:r>
              <a:rPr lang="en-US" altLang="zh-TW" sz="2000" b="1" dirty="0">
                <a:solidFill>
                  <a:schemeClr val="accent3">
                    <a:lumMod val="75000"/>
                  </a:schemeClr>
                </a:solidFill>
                <a:ea typeface="微軟正黑體" panose="020B0604030504040204" pitchFamily="34" charset="-120"/>
              </a:rPr>
              <a:t>』</a:t>
            </a:r>
            <a:r>
              <a:rPr lang="zh-TW" altLang="en-US" sz="2000" b="1" dirty="0">
                <a:solidFill>
                  <a:schemeClr val="accent3">
                    <a:lumMod val="75000"/>
                  </a:schemeClr>
                </a:solidFill>
                <a:ea typeface="微軟正黑體" panose="020B0604030504040204" pitchFamily="34" charset="-120"/>
              </a:rPr>
              <a:t> </a:t>
            </a:r>
            <a:r>
              <a:rPr lang="en-US" altLang="zh-TW" sz="2000" b="1" dirty="0">
                <a:solidFill>
                  <a:schemeClr val="accent3">
                    <a:lumMod val="75000"/>
                  </a:schemeClr>
                </a:solidFill>
                <a:ea typeface="微軟正黑體" panose="020B0604030504040204" pitchFamily="34" charset="-120"/>
              </a:rPr>
              <a:t>- </a:t>
            </a:r>
            <a:r>
              <a:rPr lang="zh-TW" altLang="en-US" sz="2000" b="1" dirty="0">
                <a:solidFill>
                  <a:schemeClr val="accent3">
                    <a:lumMod val="75000"/>
                  </a:schemeClr>
                </a:solidFill>
                <a:ea typeface="微軟正黑體" panose="020B0604030504040204" pitchFamily="34" charset="-120"/>
              </a:rPr>
              <a:t>審核操作畫面：</a:t>
            </a:r>
            <a:endParaRPr lang="en-US" altLang="zh-TW" sz="2000" b="1" dirty="0">
              <a:solidFill>
                <a:schemeClr val="accent3">
                  <a:lumMod val="75000"/>
                </a:schemeClr>
              </a:solidFill>
              <a:ea typeface="微軟正黑體" panose="020B0604030504040204" pitchFamily="34" charset="-120"/>
            </a:endParaRPr>
          </a:p>
        </p:txBody>
      </p:sp>
      <p:grpSp>
        <p:nvGrpSpPr>
          <p:cNvPr id="4" name="群組 3">
            <a:extLst>
              <a:ext uri="{FF2B5EF4-FFF2-40B4-BE49-F238E27FC236}">
                <a16:creationId xmlns:a16="http://schemas.microsoft.com/office/drawing/2014/main" id="{1AAA558F-EAB6-7A59-EB9C-DA54144A878C}"/>
              </a:ext>
            </a:extLst>
          </p:cNvPr>
          <p:cNvGrpSpPr/>
          <p:nvPr/>
        </p:nvGrpSpPr>
        <p:grpSpPr>
          <a:xfrm>
            <a:off x="974764" y="1097200"/>
            <a:ext cx="7321511" cy="5637508"/>
            <a:chOff x="1879639" y="584389"/>
            <a:chExt cx="7308771" cy="6043792"/>
          </a:xfrm>
        </p:grpSpPr>
        <p:pic>
          <p:nvPicPr>
            <p:cNvPr id="13" name="圖片 12">
              <a:extLst>
                <a:ext uri="{FF2B5EF4-FFF2-40B4-BE49-F238E27FC236}">
                  <a16:creationId xmlns:a16="http://schemas.microsoft.com/office/drawing/2014/main" id="{E17EC3E2-1735-159B-3D3D-1FD414111C0B}"/>
                </a:ext>
              </a:extLst>
            </p:cNvPr>
            <p:cNvPicPr>
              <a:picLocks noChangeAspect="1"/>
            </p:cNvPicPr>
            <p:nvPr/>
          </p:nvPicPr>
          <p:blipFill>
            <a:blip r:embed="rId2"/>
            <a:stretch>
              <a:fillRect/>
            </a:stretch>
          </p:blipFill>
          <p:spPr>
            <a:xfrm>
              <a:off x="1879639" y="584389"/>
              <a:ext cx="7308771" cy="6043792"/>
            </a:xfrm>
            <a:prstGeom prst="rect">
              <a:avLst/>
            </a:prstGeom>
          </p:spPr>
        </p:pic>
        <p:sp>
          <p:nvSpPr>
            <p:cNvPr id="14" name="矩形: 圓角 13">
              <a:extLst>
                <a:ext uri="{FF2B5EF4-FFF2-40B4-BE49-F238E27FC236}">
                  <a16:creationId xmlns:a16="http://schemas.microsoft.com/office/drawing/2014/main" id="{C87270AB-AEBF-4B4B-4D89-0342B8564211}"/>
                </a:ext>
              </a:extLst>
            </p:cNvPr>
            <p:cNvSpPr/>
            <p:nvPr/>
          </p:nvSpPr>
          <p:spPr bwMode="gray">
            <a:xfrm>
              <a:off x="3590924" y="6043792"/>
              <a:ext cx="3000375" cy="369332"/>
            </a:xfrm>
            <a:prstGeom prst="roundRect">
              <a:avLst>
                <a:gd name="adj" fmla="val 6535"/>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grpSp>
    </p:spTree>
    <p:extLst>
      <p:ext uri="{BB962C8B-B14F-4D97-AF65-F5344CB8AC3E}">
        <p14:creationId xmlns:p14="http://schemas.microsoft.com/office/powerpoint/2010/main" val="317140118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F248F-2ACA-5EC5-E39E-31FDA4D3557C}"/>
            </a:ext>
          </a:extLst>
        </p:cNvPr>
        <p:cNvGrpSpPr/>
        <p:nvPr/>
      </p:nvGrpSpPr>
      <p:grpSpPr>
        <a:xfrm>
          <a:off x="0" y="0"/>
          <a:ext cx="0" cy="0"/>
          <a:chOff x="0" y="0"/>
          <a:chExt cx="0" cy="0"/>
        </a:xfrm>
      </p:grpSpPr>
      <p:sp>
        <p:nvSpPr>
          <p:cNvPr id="5" name="標題 4">
            <a:extLst>
              <a:ext uri="{FF2B5EF4-FFF2-40B4-BE49-F238E27FC236}">
                <a16:creationId xmlns:a16="http://schemas.microsoft.com/office/drawing/2014/main" id="{7C3E73AC-50F4-820C-20D0-CB2A9EBADDE0}"/>
              </a:ext>
            </a:extLst>
          </p:cNvPr>
          <p:cNvSpPr>
            <a:spLocks noGrp="1"/>
          </p:cNvSpPr>
          <p:nvPr>
            <p:ph type="title"/>
          </p:nvPr>
        </p:nvSpPr>
        <p:spPr>
          <a:xfrm>
            <a:off x="469899" y="123292"/>
            <a:ext cx="11252200" cy="334102"/>
          </a:xfrm>
        </p:spPr>
        <p:txBody>
          <a:bodyPr/>
          <a:lstStyle/>
          <a:p>
            <a:r>
              <a:rPr lang="zh-TW" altLang="en-US" sz="2800" b="1" dirty="0">
                <a:solidFill>
                  <a:srgbClr val="002060"/>
                </a:solidFill>
                <a:latin typeface="Calibri" panose="020F0502020204030204" pitchFamily="34" charset="0"/>
                <a:cs typeface="Calibri" panose="020F0502020204030204" pitchFamily="34" charset="0"/>
              </a:rPr>
              <a:t>「合約審閱申請單」</a:t>
            </a:r>
            <a:r>
              <a:rPr lang="en-US" altLang="zh-TW" sz="2800" b="1" dirty="0">
                <a:solidFill>
                  <a:srgbClr val="002060"/>
                </a:solidFill>
                <a:latin typeface="Calibri" panose="020F0502020204030204" pitchFamily="34" charset="0"/>
                <a:cs typeface="Calibri" panose="020F0502020204030204" pitchFamily="34" charset="0"/>
              </a:rPr>
              <a:t> – </a:t>
            </a:r>
            <a:r>
              <a:rPr lang="zh-TW" altLang="en-US" sz="2800" b="1" dirty="0">
                <a:solidFill>
                  <a:srgbClr val="002060"/>
                </a:solidFill>
                <a:latin typeface="Calibri" panose="020F0502020204030204" pitchFamily="34" charset="0"/>
                <a:cs typeface="Calibri" panose="020F0502020204030204" pitchFamily="34" charset="0"/>
              </a:rPr>
              <a:t>支援簽核功能</a:t>
            </a:r>
            <a:endParaRPr lang="zh-TW" altLang="en-US" sz="2800" b="1" dirty="0">
              <a:solidFill>
                <a:srgbClr val="002060"/>
              </a:solidFill>
            </a:endParaRPr>
          </a:p>
        </p:txBody>
      </p:sp>
      <p:sp>
        <p:nvSpPr>
          <p:cNvPr id="2" name="矩形 1">
            <a:extLst>
              <a:ext uri="{FF2B5EF4-FFF2-40B4-BE49-F238E27FC236}">
                <a16:creationId xmlns:a16="http://schemas.microsoft.com/office/drawing/2014/main" id="{7381C65C-9532-3CFD-56B5-DBC7D49D57E3}"/>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3" name="TextBox 5">
            <a:extLst>
              <a:ext uri="{FF2B5EF4-FFF2-40B4-BE49-F238E27FC236}">
                <a16:creationId xmlns:a16="http://schemas.microsoft.com/office/drawing/2014/main" id="{5B32415F-087A-8A65-A9A9-6458582BE118}"/>
              </a:ext>
            </a:extLst>
          </p:cNvPr>
          <p:cNvSpPr txBox="1"/>
          <p:nvPr/>
        </p:nvSpPr>
        <p:spPr>
          <a:xfrm>
            <a:off x="529167" y="789423"/>
            <a:ext cx="6382429" cy="307777"/>
          </a:xfrm>
          <a:prstGeom prst="rect">
            <a:avLst/>
          </a:prstGeom>
          <a:noFill/>
        </p:spPr>
        <p:txBody>
          <a:bodyPr wrap="square" lIns="0" tIns="0" rIns="0" bIns="0" rtlCol="0">
            <a:spAutoFit/>
          </a:bodyPr>
          <a:lstStyle/>
          <a:p>
            <a:pPr marL="342900" indent="-342900">
              <a:spcBef>
                <a:spcPts val="1200"/>
              </a:spcBef>
              <a:buSzPct val="100000"/>
              <a:buFont typeface="Wingdings" panose="05000000000000000000" pitchFamily="2" charset="2"/>
              <a:buChar char="l"/>
            </a:pPr>
            <a:r>
              <a:rPr lang="en-US" altLang="zh-TW" sz="2000" b="1" dirty="0">
                <a:solidFill>
                  <a:schemeClr val="accent3">
                    <a:lumMod val="75000"/>
                  </a:schemeClr>
                </a:solidFill>
                <a:ea typeface="微軟正黑體" panose="020B0604030504040204" pitchFamily="34" charset="-120"/>
              </a:rPr>
              <a:t>『</a:t>
            </a:r>
            <a:r>
              <a:rPr lang="zh-TW" altLang="en-US" sz="2000" b="1" dirty="0">
                <a:solidFill>
                  <a:schemeClr val="accent3">
                    <a:lumMod val="75000"/>
                  </a:schemeClr>
                </a:solidFill>
                <a:ea typeface="微軟正黑體" panose="020B0604030504040204" pitchFamily="34" charset="-120"/>
              </a:rPr>
              <a:t>合約審閱申請單</a:t>
            </a:r>
            <a:r>
              <a:rPr lang="en-US" altLang="zh-TW" sz="2000" b="1" dirty="0">
                <a:solidFill>
                  <a:schemeClr val="accent3">
                    <a:lumMod val="75000"/>
                  </a:schemeClr>
                </a:solidFill>
                <a:ea typeface="微軟正黑體" panose="020B0604030504040204" pitchFamily="34" charset="-120"/>
              </a:rPr>
              <a:t>』</a:t>
            </a:r>
            <a:r>
              <a:rPr lang="zh-TW" altLang="en-US" sz="2000" b="1" dirty="0">
                <a:solidFill>
                  <a:schemeClr val="accent3">
                    <a:lumMod val="75000"/>
                  </a:schemeClr>
                </a:solidFill>
                <a:ea typeface="微軟正黑體" panose="020B0604030504040204" pitchFamily="34" charset="-120"/>
              </a:rPr>
              <a:t> </a:t>
            </a:r>
            <a:r>
              <a:rPr lang="en-US" altLang="zh-TW" sz="2000" b="1" dirty="0">
                <a:solidFill>
                  <a:schemeClr val="accent3">
                    <a:lumMod val="75000"/>
                  </a:schemeClr>
                </a:solidFill>
                <a:ea typeface="微軟正黑體" panose="020B0604030504040204" pitchFamily="34" charset="-120"/>
              </a:rPr>
              <a:t>- </a:t>
            </a:r>
            <a:r>
              <a:rPr lang="zh-TW" altLang="en-US" sz="2000" b="1" dirty="0">
                <a:solidFill>
                  <a:schemeClr val="accent3">
                    <a:lumMod val="75000"/>
                  </a:schemeClr>
                </a:solidFill>
                <a:ea typeface="微軟正黑體" panose="020B0604030504040204" pitchFamily="34" charset="-120"/>
              </a:rPr>
              <a:t>審核操作畫面：</a:t>
            </a:r>
            <a:endParaRPr lang="en-US" altLang="zh-TW" sz="2000" b="1" dirty="0">
              <a:solidFill>
                <a:schemeClr val="accent3">
                  <a:lumMod val="75000"/>
                </a:schemeClr>
              </a:solidFill>
              <a:ea typeface="微軟正黑體" panose="020B0604030504040204" pitchFamily="34" charset="-120"/>
            </a:endParaRPr>
          </a:p>
        </p:txBody>
      </p:sp>
      <p:pic>
        <p:nvPicPr>
          <p:cNvPr id="7" name="圖片 6">
            <a:extLst>
              <a:ext uri="{FF2B5EF4-FFF2-40B4-BE49-F238E27FC236}">
                <a16:creationId xmlns:a16="http://schemas.microsoft.com/office/drawing/2014/main" id="{02852189-5721-CDB0-8FE3-5A18DFB1084B}"/>
              </a:ext>
            </a:extLst>
          </p:cNvPr>
          <p:cNvPicPr>
            <a:picLocks noChangeAspect="1"/>
          </p:cNvPicPr>
          <p:nvPr/>
        </p:nvPicPr>
        <p:blipFill>
          <a:blip r:embed="rId2"/>
          <a:stretch>
            <a:fillRect/>
          </a:stretch>
        </p:blipFill>
        <p:spPr>
          <a:xfrm>
            <a:off x="7334364" y="1753087"/>
            <a:ext cx="4645455" cy="2314985"/>
          </a:xfrm>
          <a:prstGeom prst="rect">
            <a:avLst/>
          </a:prstGeom>
        </p:spPr>
      </p:pic>
      <p:sp>
        <p:nvSpPr>
          <p:cNvPr id="11" name="矩形: 圓角 10">
            <a:extLst>
              <a:ext uri="{FF2B5EF4-FFF2-40B4-BE49-F238E27FC236}">
                <a16:creationId xmlns:a16="http://schemas.microsoft.com/office/drawing/2014/main" id="{46206B4C-EA60-8E9C-9D1F-30E16553931F}"/>
              </a:ext>
            </a:extLst>
          </p:cNvPr>
          <p:cNvSpPr/>
          <p:nvPr/>
        </p:nvSpPr>
        <p:spPr bwMode="gray">
          <a:xfrm>
            <a:off x="7200900" y="1670194"/>
            <a:ext cx="4876800" cy="2530331"/>
          </a:xfrm>
          <a:prstGeom prst="roundRect">
            <a:avLst>
              <a:gd name="adj" fmla="val 3851"/>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grpSp>
        <p:nvGrpSpPr>
          <p:cNvPr id="16" name="群組 15">
            <a:extLst>
              <a:ext uri="{FF2B5EF4-FFF2-40B4-BE49-F238E27FC236}">
                <a16:creationId xmlns:a16="http://schemas.microsoft.com/office/drawing/2014/main" id="{424ADFE9-513E-C94D-B1DF-429AFFF89F27}"/>
              </a:ext>
            </a:extLst>
          </p:cNvPr>
          <p:cNvGrpSpPr/>
          <p:nvPr/>
        </p:nvGrpSpPr>
        <p:grpSpPr>
          <a:xfrm>
            <a:off x="974764" y="1157897"/>
            <a:ext cx="6391621" cy="4910680"/>
            <a:chOff x="974764" y="1157897"/>
            <a:chExt cx="6491121" cy="4985728"/>
          </a:xfrm>
        </p:grpSpPr>
        <p:pic>
          <p:nvPicPr>
            <p:cNvPr id="9" name="圖片 8">
              <a:extLst>
                <a:ext uri="{FF2B5EF4-FFF2-40B4-BE49-F238E27FC236}">
                  <a16:creationId xmlns:a16="http://schemas.microsoft.com/office/drawing/2014/main" id="{FA4BDA32-796E-D58A-0BD1-F138FD1DABC2}"/>
                </a:ext>
              </a:extLst>
            </p:cNvPr>
            <p:cNvPicPr>
              <a:picLocks noChangeAspect="1"/>
            </p:cNvPicPr>
            <p:nvPr/>
          </p:nvPicPr>
          <p:blipFill>
            <a:blip r:embed="rId3"/>
            <a:stretch>
              <a:fillRect/>
            </a:stretch>
          </p:blipFill>
          <p:spPr>
            <a:xfrm>
              <a:off x="974764" y="1157897"/>
              <a:ext cx="6029252" cy="4985728"/>
            </a:xfrm>
            <a:prstGeom prst="rect">
              <a:avLst/>
            </a:prstGeom>
          </p:spPr>
        </p:pic>
        <p:sp>
          <p:nvSpPr>
            <p:cNvPr id="10" name="矩形: 圓角 9">
              <a:extLst>
                <a:ext uri="{FF2B5EF4-FFF2-40B4-BE49-F238E27FC236}">
                  <a16:creationId xmlns:a16="http://schemas.microsoft.com/office/drawing/2014/main" id="{98DD4A75-D0B1-AC02-7CEA-01B4ED2CF772}"/>
                </a:ext>
              </a:extLst>
            </p:cNvPr>
            <p:cNvSpPr/>
            <p:nvPr/>
          </p:nvSpPr>
          <p:spPr bwMode="gray">
            <a:xfrm>
              <a:off x="3869305" y="5647460"/>
              <a:ext cx="521720" cy="315190"/>
            </a:xfrm>
            <a:prstGeom prst="roundRect">
              <a:avLst>
                <a:gd name="adj" fmla="val 6535"/>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cxnSp>
          <p:nvCxnSpPr>
            <p:cNvPr id="12" name="直線單箭頭接點 11">
              <a:extLst>
                <a:ext uri="{FF2B5EF4-FFF2-40B4-BE49-F238E27FC236}">
                  <a16:creationId xmlns:a16="http://schemas.microsoft.com/office/drawing/2014/main" id="{0C68F763-659D-E944-0727-317616EB75A5}"/>
                </a:ext>
              </a:extLst>
            </p:cNvPr>
            <p:cNvCxnSpPr>
              <a:cxnSpLocks/>
            </p:cNvCxnSpPr>
            <p:nvPr/>
          </p:nvCxnSpPr>
          <p:spPr>
            <a:xfrm flipV="1">
              <a:off x="4260415" y="2043450"/>
              <a:ext cx="3205470" cy="3604011"/>
            </a:xfrm>
            <a:prstGeom prst="straightConnector1">
              <a:avLst/>
            </a:prstGeom>
            <a:ln w="57150">
              <a:solidFill>
                <a:srgbClr val="DAA100"/>
              </a:solidFill>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17" name="語音泡泡: 圓角矩形 16">
            <a:extLst>
              <a:ext uri="{FF2B5EF4-FFF2-40B4-BE49-F238E27FC236}">
                <a16:creationId xmlns:a16="http://schemas.microsoft.com/office/drawing/2014/main" id="{8ACAFA53-F852-0EE6-4EC2-27D19A777CDF}"/>
              </a:ext>
            </a:extLst>
          </p:cNvPr>
          <p:cNvSpPr/>
          <p:nvPr/>
        </p:nvSpPr>
        <p:spPr bwMode="gray">
          <a:xfrm>
            <a:off x="2909064" y="6152875"/>
            <a:ext cx="4968111" cy="666285"/>
          </a:xfrm>
          <a:prstGeom prst="wedgeRoundRectCallout">
            <a:avLst>
              <a:gd name="adj1" fmla="val -25779"/>
              <a:gd name="adj2" fmla="val -98994"/>
              <a:gd name="adj3" fmla="val 16667"/>
            </a:avLst>
          </a:prstGeom>
          <a:solidFill>
            <a:srgbClr val="FFFF00"/>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zh-TW" altLang="en-US" sz="1600" b="1" dirty="0"/>
              <a:t>當設定為</a:t>
            </a:r>
            <a:r>
              <a:rPr lang="en-US" altLang="zh-TW" sz="1600" b="1" dirty="0"/>
              <a:t>『</a:t>
            </a:r>
            <a:r>
              <a:rPr lang="zh-TW" altLang="en-US" sz="1600" b="1" dirty="0"/>
              <a:t>退回</a:t>
            </a:r>
            <a:r>
              <a:rPr lang="en-US" altLang="zh-TW" sz="1600" b="1" dirty="0"/>
              <a:t>-</a:t>
            </a:r>
            <a:r>
              <a:rPr lang="zh-TW" altLang="en-US" sz="1600" b="1" dirty="0"/>
              <a:t>自選退回關卡</a:t>
            </a:r>
            <a:r>
              <a:rPr lang="en-US" altLang="zh-TW" sz="1600" b="1" dirty="0"/>
              <a:t>』</a:t>
            </a:r>
            <a:r>
              <a:rPr lang="zh-TW" altLang="en-US" sz="1600" b="1" dirty="0"/>
              <a:t>，</a:t>
            </a:r>
            <a:endParaRPr lang="en-US" altLang="zh-TW" sz="1600" b="1" dirty="0"/>
          </a:p>
          <a:p>
            <a:pPr algn="ctr">
              <a:lnSpc>
                <a:spcPct val="106000"/>
              </a:lnSpc>
              <a:buFont typeface="Wingdings 2" pitchFamily="18" charset="2"/>
              <a:buNone/>
            </a:pPr>
            <a:r>
              <a:rPr lang="zh-TW" altLang="en-US" sz="1600" b="1" dirty="0"/>
              <a:t>點擊</a:t>
            </a:r>
            <a:r>
              <a:rPr lang="en-US" altLang="zh-TW" sz="1600" b="1" dirty="0"/>
              <a:t>『</a:t>
            </a:r>
            <a:r>
              <a:rPr lang="zh-TW" altLang="en-US" sz="1600" b="1" dirty="0"/>
              <a:t>退件</a:t>
            </a:r>
            <a:r>
              <a:rPr lang="en-US" altLang="zh-TW" sz="1600" b="1" dirty="0"/>
              <a:t>』</a:t>
            </a:r>
            <a:r>
              <a:rPr lang="zh-TW" altLang="en-US" sz="1600" b="1" dirty="0"/>
              <a:t>按鈕，會</a:t>
            </a:r>
            <a:r>
              <a:rPr lang="en-US" altLang="zh-TW" sz="1600" b="1" dirty="0"/>
              <a:t>Popup『</a:t>
            </a:r>
            <a:r>
              <a:rPr lang="zh-TW" altLang="en-US" sz="1600" b="1" dirty="0"/>
              <a:t>選擇退件關卡</a:t>
            </a:r>
            <a:r>
              <a:rPr lang="en-US" altLang="zh-TW" sz="1600" b="1" dirty="0"/>
              <a:t>』</a:t>
            </a:r>
            <a:r>
              <a:rPr lang="zh-TW" altLang="en-US" sz="1600" b="1" dirty="0"/>
              <a:t>視窗</a:t>
            </a:r>
          </a:p>
        </p:txBody>
      </p:sp>
    </p:spTree>
    <p:extLst>
      <p:ext uri="{BB962C8B-B14F-4D97-AF65-F5344CB8AC3E}">
        <p14:creationId xmlns:p14="http://schemas.microsoft.com/office/powerpoint/2010/main" val="43367510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6FC2B4"/>
        </a:solidFill>
        <a:effectLst/>
      </p:bgPr>
    </p:bg>
    <p:spTree>
      <p:nvGrpSpPr>
        <p:cNvPr id="1" name="">
          <a:extLst>
            <a:ext uri="{FF2B5EF4-FFF2-40B4-BE49-F238E27FC236}">
              <a16:creationId xmlns:a16="http://schemas.microsoft.com/office/drawing/2014/main" id="{0C212AF7-6323-870A-0ADD-F2A680BB7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D395FC-8C81-26B8-621C-54745F12A62B}"/>
              </a:ext>
            </a:extLst>
          </p:cNvPr>
          <p:cNvSpPr>
            <a:spLocks noGrp="1"/>
          </p:cNvSpPr>
          <p:nvPr>
            <p:ph type="title"/>
          </p:nvPr>
        </p:nvSpPr>
        <p:spPr>
          <a:xfrm>
            <a:off x="0" y="2419885"/>
            <a:ext cx="12124267" cy="2067448"/>
          </a:xfrm>
        </p:spPr>
        <p:txBody>
          <a:bodyPr anchor="ctr"/>
          <a:lstStyle/>
          <a:p>
            <a:pPr algn="ctr">
              <a:lnSpc>
                <a:spcPct val="150000"/>
              </a:lnSpc>
            </a:pPr>
            <a:r>
              <a:rPr lang="zh-TW" altLang="en-US" sz="4200" dirty="0">
                <a:latin typeface="Calibri" panose="020F0502020204030204" pitchFamily="34" charset="0"/>
                <a:cs typeface="Calibri" panose="020F0502020204030204" pitchFamily="34" charset="0"/>
              </a:rPr>
              <a:t> </a:t>
            </a:r>
            <a:r>
              <a:rPr lang="en-US" altLang="zh-TW" sz="4200" dirty="0">
                <a:latin typeface="Calibri" panose="020F0502020204030204" pitchFamily="34" charset="0"/>
                <a:cs typeface="Calibri" panose="020F0502020204030204" pitchFamily="34" charset="0"/>
              </a:rPr>
              <a:t>5. </a:t>
            </a:r>
            <a:r>
              <a:rPr lang="zh-TW" altLang="en-US" sz="4200" dirty="0">
                <a:latin typeface="Calibri" panose="020F0502020204030204" pitchFamily="34" charset="0"/>
                <a:cs typeface="Calibri" panose="020F0502020204030204" pitchFamily="34" charset="0"/>
              </a:rPr>
              <a:t>「合約審閱申請單 」、「合約紙本借閱申請」、「合約電子檔閱覽申請」</a:t>
            </a:r>
            <a:r>
              <a:rPr lang="en-US" altLang="zh-TW" sz="4200" dirty="0">
                <a:latin typeface="Calibri" panose="020F0502020204030204" pitchFamily="34" charset="0"/>
                <a:cs typeface="Calibri" panose="020F0502020204030204" pitchFamily="34" charset="0"/>
              </a:rPr>
              <a:t>- </a:t>
            </a:r>
            <a:r>
              <a:rPr lang="zh-TW" altLang="en-US" sz="4800" dirty="0">
                <a:solidFill>
                  <a:srgbClr val="FFFF00"/>
                </a:solidFill>
                <a:latin typeface="Calibri" panose="020F0502020204030204" pitchFamily="34" charset="0"/>
                <a:cs typeface="Calibri" panose="020F0502020204030204" pitchFamily="34" charset="0"/>
              </a:rPr>
              <a:t>審核者角色</a:t>
            </a:r>
            <a:endParaRPr lang="zh-TW" altLang="en-US" sz="4400" dirty="0">
              <a:solidFill>
                <a:srgbClr val="FFFF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6309687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90E48-0708-2794-B831-49F877BFE898}"/>
            </a:ext>
          </a:extLst>
        </p:cNvPr>
        <p:cNvGrpSpPr/>
        <p:nvPr/>
      </p:nvGrpSpPr>
      <p:grpSpPr>
        <a:xfrm>
          <a:off x="0" y="0"/>
          <a:ext cx="0" cy="0"/>
          <a:chOff x="0" y="0"/>
          <a:chExt cx="0" cy="0"/>
        </a:xfrm>
      </p:grpSpPr>
      <p:sp>
        <p:nvSpPr>
          <p:cNvPr id="5" name="標題 4">
            <a:extLst>
              <a:ext uri="{FF2B5EF4-FFF2-40B4-BE49-F238E27FC236}">
                <a16:creationId xmlns:a16="http://schemas.microsoft.com/office/drawing/2014/main" id="{C69A16AC-9B3C-4E03-150B-723F6465557B}"/>
              </a:ext>
            </a:extLst>
          </p:cNvPr>
          <p:cNvSpPr>
            <a:spLocks noGrp="1"/>
          </p:cNvSpPr>
          <p:nvPr>
            <p:ph type="title"/>
          </p:nvPr>
        </p:nvSpPr>
        <p:spPr>
          <a:xfrm>
            <a:off x="469899" y="123292"/>
            <a:ext cx="11252200" cy="334102"/>
          </a:xfrm>
        </p:spPr>
        <p:txBody>
          <a:bodyPr/>
          <a:lstStyle/>
          <a:p>
            <a:r>
              <a:rPr lang="zh-TW" altLang="en-US" sz="2800" b="1" dirty="0">
                <a:solidFill>
                  <a:srgbClr val="002060"/>
                </a:solidFill>
                <a:latin typeface="Calibri" panose="020F0502020204030204" pitchFamily="34" charset="0"/>
                <a:cs typeface="Calibri" panose="020F0502020204030204" pitchFamily="34" charset="0"/>
              </a:rPr>
              <a:t>審核者角色</a:t>
            </a:r>
            <a:endParaRPr lang="zh-TW" altLang="en-US" sz="2800" b="1" dirty="0">
              <a:solidFill>
                <a:srgbClr val="002060"/>
              </a:solidFill>
            </a:endParaRPr>
          </a:p>
        </p:txBody>
      </p:sp>
      <p:sp>
        <p:nvSpPr>
          <p:cNvPr id="2" name="矩形 1">
            <a:extLst>
              <a:ext uri="{FF2B5EF4-FFF2-40B4-BE49-F238E27FC236}">
                <a16:creationId xmlns:a16="http://schemas.microsoft.com/office/drawing/2014/main" id="{0B8BCE43-5EC5-CEA6-812E-D6D737B8AEA1}"/>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pic>
        <p:nvPicPr>
          <p:cNvPr id="4" name="圖片 3">
            <a:extLst>
              <a:ext uri="{FF2B5EF4-FFF2-40B4-BE49-F238E27FC236}">
                <a16:creationId xmlns:a16="http://schemas.microsoft.com/office/drawing/2014/main" id="{9F98F9A8-C3CA-B683-39AB-A1A5FF65947F}"/>
              </a:ext>
            </a:extLst>
          </p:cNvPr>
          <p:cNvPicPr>
            <a:picLocks noChangeAspect="1"/>
          </p:cNvPicPr>
          <p:nvPr/>
        </p:nvPicPr>
        <p:blipFill>
          <a:blip r:embed="rId2"/>
          <a:stretch>
            <a:fillRect/>
          </a:stretch>
        </p:blipFill>
        <p:spPr>
          <a:xfrm>
            <a:off x="419809" y="1471862"/>
            <a:ext cx="11352380" cy="4316113"/>
          </a:xfrm>
          <a:prstGeom prst="rect">
            <a:avLst/>
          </a:prstGeom>
        </p:spPr>
      </p:pic>
    </p:spTree>
    <p:extLst>
      <p:ext uri="{BB962C8B-B14F-4D97-AF65-F5344CB8AC3E}">
        <p14:creationId xmlns:p14="http://schemas.microsoft.com/office/powerpoint/2010/main" val="3343127609"/>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9F351-AD44-4103-EA7E-DF24C9CEA7C1}"/>
            </a:ext>
          </a:extLst>
        </p:cNvPr>
        <p:cNvGrpSpPr/>
        <p:nvPr/>
      </p:nvGrpSpPr>
      <p:grpSpPr>
        <a:xfrm>
          <a:off x="0" y="0"/>
          <a:ext cx="0" cy="0"/>
          <a:chOff x="0" y="0"/>
          <a:chExt cx="0" cy="0"/>
        </a:xfrm>
      </p:grpSpPr>
      <p:sp>
        <p:nvSpPr>
          <p:cNvPr id="5" name="標題 4">
            <a:extLst>
              <a:ext uri="{FF2B5EF4-FFF2-40B4-BE49-F238E27FC236}">
                <a16:creationId xmlns:a16="http://schemas.microsoft.com/office/drawing/2014/main" id="{A6D82DC6-97F8-9BA4-F908-C19928C4A15C}"/>
              </a:ext>
            </a:extLst>
          </p:cNvPr>
          <p:cNvSpPr>
            <a:spLocks noGrp="1"/>
          </p:cNvSpPr>
          <p:nvPr>
            <p:ph type="title"/>
          </p:nvPr>
        </p:nvSpPr>
        <p:spPr>
          <a:xfrm>
            <a:off x="469899" y="123292"/>
            <a:ext cx="11252200" cy="334102"/>
          </a:xfrm>
        </p:spPr>
        <p:txBody>
          <a:bodyPr/>
          <a:lstStyle/>
          <a:p>
            <a:r>
              <a:rPr lang="zh-TW" altLang="en-US" sz="2800" b="1" dirty="0">
                <a:solidFill>
                  <a:srgbClr val="002060"/>
                </a:solidFill>
                <a:latin typeface="Calibri" panose="020F0502020204030204" pitchFamily="34" charset="0"/>
                <a:cs typeface="Calibri" panose="020F0502020204030204" pitchFamily="34" charset="0"/>
              </a:rPr>
              <a:t>審核者角色</a:t>
            </a:r>
            <a:endParaRPr lang="zh-TW" altLang="en-US" sz="2800" b="1" dirty="0">
              <a:solidFill>
                <a:srgbClr val="002060"/>
              </a:solidFill>
            </a:endParaRPr>
          </a:p>
        </p:txBody>
      </p:sp>
      <p:sp>
        <p:nvSpPr>
          <p:cNvPr id="2" name="矩形 1">
            <a:extLst>
              <a:ext uri="{FF2B5EF4-FFF2-40B4-BE49-F238E27FC236}">
                <a16:creationId xmlns:a16="http://schemas.microsoft.com/office/drawing/2014/main" id="{5AA45673-1A72-BA7C-BE94-DE3C9D3B0A73}"/>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20" name="TextBox 5">
            <a:extLst>
              <a:ext uri="{FF2B5EF4-FFF2-40B4-BE49-F238E27FC236}">
                <a16:creationId xmlns:a16="http://schemas.microsoft.com/office/drawing/2014/main" id="{1564E335-D731-6663-E6F8-939595F3B694}"/>
              </a:ext>
            </a:extLst>
          </p:cNvPr>
          <p:cNvSpPr txBox="1"/>
          <p:nvPr/>
        </p:nvSpPr>
        <p:spPr>
          <a:xfrm>
            <a:off x="469899" y="673457"/>
            <a:ext cx="8521701" cy="307777"/>
          </a:xfrm>
          <a:prstGeom prst="rect">
            <a:avLst/>
          </a:prstGeom>
          <a:noFill/>
        </p:spPr>
        <p:txBody>
          <a:bodyPr wrap="square" lIns="0" tIns="0" rIns="0" bIns="0" rtlCol="0">
            <a:spAutoFit/>
          </a:bodyPr>
          <a:lstStyle/>
          <a:p>
            <a:pPr marL="342900" indent="-342900">
              <a:spcBef>
                <a:spcPts val="1200"/>
              </a:spcBef>
              <a:buSzPct val="100000"/>
              <a:buFont typeface="Wingdings" panose="05000000000000000000" pitchFamily="2" charset="2"/>
              <a:buChar char="l"/>
            </a:pPr>
            <a:r>
              <a:rPr lang="en-US" altLang="zh-TW" sz="2000" b="1" dirty="0">
                <a:ea typeface="微軟正黑體" panose="020B0604030504040204" pitchFamily="34" charset="-120"/>
              </a:rPr>
              <a:t>『</a:t>
            </a:r>
            <a:r>
              <a:rPr lang="zh-TW" altLang="en-US" sz="2000" b="1" dirty="0">
                <a:ea typeface="微軟正黑體" panose="020B0604030504040204" pitchFamily="34" charset="-120"/>
              </a:rPr>
              <a:t>審核流程 </a:t>
            </a:r>
            <a:r>
              <a:rPr lang="en-US" altLang="zh-TW" sz="2000" b="1" dirty="0">
                <a:ea typeface="微軟正黑體" panose="020B0604030504040204" pitchFamily="34" charset="-120"/>
              </a:rPr>
              <a:t>-</a:t>
            </a:r>
            <a:r>
              <a:rPr lang="zh-TW" altLang="en-US" sz="2000" b="1" dirty="0">
                <a:ea typeface="微軟正黑體" panose="020B0604030504040204" pitchFamily="34" charset="-120"/>
              </a:rPr>
              <a:t> 關卡設定 </a:t>
            </a:r>
            <a:r>
              <a:rPr lang="en-US" altLang="zh-TW" sz="2000" b="1" dirty="0">
                <a:ea typeface="微軟正黑體" panose="020B0604030504040204" pitchFamily="34" charset="-120"/>
              </a:rPr>
              <a:t>-</a:t>
            </a:r>
            <a:r>
              <a:rPr lang="en-US" altLang="zh-TW" sz="2000" b="1" dirty="0">
                <a:solidFill>
                  <a:srgbClr val="002060"/>
                </a:solidFill>
                <a:latin typeface="Calibri" panose="020F0502020204030204" pitchFamily="34" charset="0"/>
                <a:cs typeface="Calibri" panose="020F0502020204030204" pitchFamily="34" charset="0"/>
              </a:rPr>
              <a:t> 『</a:t>
            </a:r>
            <a:r>
              <a:rPr lang="zh-TW" altLang="en-US" sz="2000" b="1" dirty="0">
                <a:solidFill>
                  <a:schemeClr val="bg1"/>
                </a:solidFill>
                <a:highlight>
                  <a:srgbClr val="2D747B"/>
                </a:highlight>
                <a:ea typeface="微軟正黑體" panose="020B0604030504040204" pitchFamily="34" charset="-120"/>
              </a:rPr>
              <a:t>合約審閱申請單</a:t>
            </a:r>
            <a:r>
              <a:rPr lang="en-US" altLang="zh-TW" sz="2000" b="1" dirty="0">
                <a:solidFill>
                  <a:srgbClr val="002060"/>
                </a:solidFill>
                <a:latin typeface="Calibri" panose="020F0502020204030204" pitchFamily="34" charset="0"/>
                <a:cs typeface="Calibri" panose="020F0502020204030204" pitchFamily="34" charset="0"/>
              </a:rPr>
              <a:t>』</a:t>
            </a:r>
            <a:r>
              <a:rPr lang="zh-TW" altLang="en-US" sz="2000" b="1" dirty="0">
                <a:ea typeface="微軟正黑體" panose="020B0604030504040204" pitchFamily="34" charset="-120"/>
              </a:rPr>
              <a:t> 操作畫面：</a:t>
            </a:r>
            <a:endParaRPr lang="en-US" altLang="zh-TW" sz="2000" b="1" dirty="0">
              <a:ea typeface="微軟正黑體" panose="020B0604030504040204" pitchFamily="34" charset="-120"/>
            </a:endParaRPr>
          </a:p>
        </p:txBody>
      </p:sp>
      <p:grpSp>
        <p:nvGrpSpPr>
          <p:cNvPr id="3" name="群組 2">
            <a:extLst>
              <a:ext uri="{FF2B5EF4-FFF2-40B4-BE49-F238E27FC236}">
                <a16:creationId xmlns:a16="http://schemas.microsoft.com/office/drawing/2014/main" id="{FC9035A9-7371-87B5-FC8D-176213B0AFC1}"/>
              </a:ext>
            </a:extLst>
          </p:cNvPr>
          <p:cNvGrpSpPr/>
          <p:nvPr/>
        </p:nvGrpSpPr>
        <p:grpSpPr>
          <a:xfrm>
            <a:off x="886392" y="1092522"/>
            <a:ext cx="7851084" cy="5300101"/>
            <a:chOff x="2057967" y="900673"/>
            <a:chExt cx="7851084" cy="5300101"/>
          </a:xfrm>
        </p:grpSpPr>
        <p:pic>
          <p:nvPicPr>
            <p:cNvPr id="4" name="圖片 3">
              <a:extLst>
                <a:ext uri="{FF2B5EF4-FFF2-40B4-BE49-F238E27FC236}">
                  <a16:creationId xmlns:a16="http://schemas.microsoft.com/office/drawing/2014/main" id="{FFBD0362-C2BC-038B-368A-99B6B044E511}"/>
                </a:ext>
              </a:extLst>
            </p:cNvPr>
            <p:cNvPicPr>
              <a:picLocks noChangeAspect="1"/>
            </p:cNvPicPr>
            <p:nvPr/>
          </p:nvPicPr>
          <p:blipFill>
            <a:blip r:embed="rId3"/>
            <a:stretch>
              <a:fillRect/>
            </a:stretch>
          </p:blipFill>
          <p:spPr>
            <a:xfrm>
              <a:off x="2057967" y="900673"/>
              <a:ext cx="7851084" cy="5300101"/>
            </a:xfrm>
            <a:prstGeom prst="rect">
              <a:avLst/>
            </a:prstGeom>
          </p:spPr>
        </p:pic>
        <p:sp>
          <p:nvSpPr>
            <p:cNvPr id="6" name="矩形: 圓角 5">
              <a:extLst>
                <a:ext uri="{FF2B5EF4-FFF2-40B4-BE49-F238E27FC236}">
                  <a16:creationId xmlns:a16="http://schemas.microsoft.com/office/drawing/2014/main" id="{DA187670-4A05-70C4-EF53-EF6C813778E5}"/>
                </a:ext>
              </a:extLst>
            </p:cNvPr>
            <p:cNvSpPr/>
            <p:nvPr/>
          </p:nvSpPr>
          <p:spPr bwMode="gray">
            <a:xfrm>
              <a:off x="6096001" y="2009583"/>
              <a:ext cx="3448050" cy="4191191"/>
            </a:xfrm>
            <a:prstGeom prst="roundRect">
              <a:avLst>
                <a:gd name="adj" fmla="val 2268"/>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grpSp>
    </p:spTree>
    <p:extLst>
      <p:ext uri="{BB962C8B-B14F-4D97-AF65-F5344CB8AC3E}">
        <p14:creationId xmlns:p14="http://schemas.microsoft.com/office/powerpoint/2010/main" val="368615147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33B3A-F7A0-A744-09EF-A51594C2F7DC}"/>
            </a:ext>
          </a:extLst>
        </p:cNvPr>
        <p:cNvGrpSpPr/>
        <p:nvPr/>
      </p:nvGrpSpPr>
      <p:grpSpPr>
        <a:xfrm>
          <a:off x="0" y="0"/>
          <a:ext cx="0" cy="0"/>
          <a:chOff x="0" y="0"/>
          <a:chExt cx="0" cy="0"/>
        </a:xfrm>
      </p:grpSpPr>
      <p:sp>
        <p:nvSpPr>
          <p:cNvPr id="5" name="標題 4">
            <a:extLst>
              <a:ext uri="{FF2B5EF4-FFF2-40B4-BE49-F238E27FC236}">
                <a16:creationId xmlns:a16="http://schemas.microsoft.com/office/drawing/2014/main" id="{763F19A8-7C50-1467-C04C-35867421D0B5}"/>
              </a:ext>
            </a:extLst>
          </p:cNvPr>
          <p:cNvSpPr>
            <a:spLocks noGrp="1"/>
          </p:cNvSpPr>
          <p:nvPr>
            <p:ph type="title"/>
          </p:nvPr>
        </p:nvSpPr>
        <p:spPr>
          <a:xfrm>
            <a:off x="469899" y="123292"/>
            <a:ext cx="11252200" cy="334102"/>
          </a:xfrm>
        </p:spPr>
        <p:txBody>
          <a:bodyPr/>
          <a:lstStyle/>
          <a:p>
            <a:r>
              <a:rPr lang="zh-TW" altLang="en-US" sz="2800" b="1" dirty="0">
                <a:solidFill>
                  <a:srgbClr val="002060"/>
                </a:solidFill>
                <a:latin typeface="Calibri" panose="020F0502020204030204" pitchFamily="34" charset="0"/>
                <a:cs typeface="Calibri" panose="020F0502020204030204" pitchFamily="34" charset="0"/>
              </a:rPr>
              <a:t>審核者角色</a:t>
            </a:r>
            <a:endParaRPr lang="zh-TW" altLang="en-US" sz="2800" b="1" dirty="0">
              <a:solidFill>
                <a:srgbClr val="002060"/>
              </a:solidFill>
            </a:endParaRPr>
          </a:p>
        </p:txBody>
      </p:sp>
      <p:sp>
        <p:nvSpPr>
          <p:cNvPr id="2" name="矩形 1">
            <a:extLst>
              <a:ext uri="{FF2B5EF4-FFF2-40B4-BE49-F238E27FC236}">
                <a16:creationId xmlns:a16="http://schemas.microsoft.com/office/drawing/2014/main" id="{8F43C997-1776-79F7-C4E1-0C0CDD34714D}"/>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20" name="TextBox 5">
            <a:extLst>
              <a:ext uri="{FF2B5EF4-FFF2-40B4-BE49-F238E27FC236}">
                <a16:creationId xmlns:a16="http://schemas.microsoft.com/office/drawing/2014/main" id="{953EC76C-600E-C28B-7FE2-A322E789B738}"/>
              </a:ext>
            </a:extLst>
          </p:cNvPr>
          <p:cNvSpPr txBox="1"/>
          <p:nvPr/>
        </p:nvSpPr>
        <p:spPr>
          <a:xfrm>
            <a:off x="469899" y="673457"/>
            <a:ext cx="8521701" cy="307777"/>
          </a:xfrm>
          <a:prstGeom prst="rect">
            <a:avLst/>
          </a:prstGeom>
          <a:noFill/>
        </p:spPr>
        <p:txBody>
          <a:bodyPr wrap="square" lIns="0" tIns="0" rIns="0" bIns="0" rtlCol="0">
            <a:spAutoFit/>
          </a:bodyPr>
          <a:lstStyle/>
          <a:p>
            <a:pPr marL="342900" indent="-342900">
              <a:spcBef>
                <a:spcPts val="1200"/>
              </a:spcBef>
              <a:buSzPct val="100000"/>
              <a:buFont typeface="Wingdings" panose="05000000000000000000" pitchFamily="2" charset="2"/>
              <a:buChar char="l"/>
            </a:pPr>
            <a:r>
              <a:rPr lang="en-US" altLang="zh-TW" sz="2000" b="1" dirty="0">
                <a:ea typeface="微軟正黑體" panose="020B0604030504040204" pitchFamily="34" charset="-120"/>
              </a:rPr>
              <a:t>『</a:t>
            </a:r>
            <a:r>
              <a:rPr lang="zh-TW" altLang="en-US" sz="2000" b="1" dirty="0">
                <a:ea typeface="微軟正黑體" panose="020B0604030504040204" pitchFamily="34" charset="-120"/>
              </a:rPr>
              <a:t>審核流程 </a:t>
            </a:r>
            <a:r>
              <a:rPr lang="en-US" altLang="zh-TW" sz="2000" b="1" dirty="0">
                <a:ea typeface="微軟正黑體" panose="020B0604030504040204" pitchFamily="34" charset="-120"/>
              </a:rPr>
              <a:t>-</a:t>
            </a:r>
            <a:r>
              <a:rPr lang="zh-TW" altLang="en-US" sz="2000" b="1" dirty="0">
                <a:ea typeface="微軟正黑體" panose="020B0604030504040204" pitchFamily="34" charset="-120"/>
              </a:rPr>
              <a:t> 關卡設定 </a:t>
            </a:r>
            <a:r>
              <a:rPr lang="en-US" altLang="zh-TW" sz="2000" b="1" dirty="0">
                <a:ea typeface="微軟正黑體" panose="020B0604030504040204" pitchFamily="34" charset="-120"/>
              </a:rPr>
              <a:t>-</a:t>
            </a:r>
            <a:r>
              <a:rPr lang="zh-TW" altLang="en-US" sz="2000" b="1" dirty="0">
                <a:ea typeface="微軟正黑體" panose="020B0604030504040204" pitchFamily="34" charset="-120"/>
              </a:rPr>
              <a:t> </a:t>
            </a:r>
            <a:r>
              <a:rPr lang="en-US" altLang="zh-TW" sz="2000" b="1" dirty="0">
                <a:solidFill>
                  <a:srgbClr val="002060"/>
                </a:solidFill>
                <a:latin typeface="Calibri" panose="020F0502020204030204" pitchFamily="34" charset="0"/>
                <a:cs typeface="Calibri" panose="020F0502020204030204" pitchFamily="34" charset="0"/>
              </a:rPr>
              <a:t>『</a:t>
            </a:r>
            <a:r>
              <a:rPr lang="zh-TW" altLang="en-US" sz="2000" b="1" dirty="0">
                <a:solidFill>
                  <a:schemeClr val="bg1"/>
                </a:solidFill>
                <a:highlight>
                  <a:srgbClr val="2D747B"/>
                </a:highlight>
                <a:ea typeface="微軟正黑體" panose="020B0604030504040204" pitchFamily="34" charset="-120"/>
              </a:rPr>
              <a:t>合約紙本借閱申請單</a:t>
            </a:r>
            <a:r>
              <a:rPr lang="en-US" altLang="zh-TW" sz="2000" b="1" dirty="0">
                <a:solidFill>
                  <a:srgbClr val="002060"/>
                </a:solidFill>
                <a:latin typeface="Calibri" panose="020F0502020204030204" pitchFamily="34" charset="0"/>
                <a:cs typeface="Calibri" panose="020F0502020204030204" pitchFamily="34" charset="0"/>
              </a:rPr>
              <a:t>』</a:t>
            </a:r>
            <a:r>
              <a:rPr lang="zh-TW" altLang="en-US" sz="2000" b="1" dirty="0">
                <a:ea typeface="微軟正黑體" panose="020B0604030504040204" pitchFamily="34" charset="-120"/>
              </a:rPr>
              <a:t>操作畫面：</a:t>
            </a:r>
            <a:endParaRPr lang="en-US" altLang="zh-TW" sz="2000" b="1" dirty="0">
              <a:ea typeface="微軟正黑體" panose="020B0604030504040204" pitchFamily="34" charset="-120"/>
            </a:endParaRPr>
          </a:p>
        </p:txBody>
      </p:sp>
      <p:grpSp>
        <p:nvGrpSpPr>
          <p:cNvPr id="7" name="群組 6">
            <a:extLst>
              <a:ext uri="{FF2B5EF4-FFF2-40B4-BE49-F238E27FC236}">
                <a16:creationId xmlns:a16="http://schemas.microsoft.com/office/drawing/2014/main" id="{F37545B2-E820-A5C4-4D52-02242B454D5A}"/>
              </a:ext>
            </a:extLst>
          </p:cNvPr>
          <p:cNvGrpSpPr/>
          <p:nvPr/>
        </p:nvGrpSpPr>
        <p:grpSpPr>
          <a:xfrm>
            <a:off x="886392" y="981234"/>
            <a:ext cx="7247958" cy="5648166"/>
            <a:chOff x="1981200" y="635000"/>
            <a:chExt cx="7467600" cy="6223000"/>
          </a:xfrm>
        </p:grpSpPr>
        <p:pic>
          <p:nvPicPr>
            <p:cNvPr id="24" name="圖片 23">
              <a:extLst>
                <a:ext uri="{FF2B5EF4-FFF2-40B4-BE49-F238E27FC236}">
                  <a16:creationId xmlns:a16="http://schemas.microsoft.com/office/drawing/2014/main" id="{50472C86-B489-67FF-45D4-A321B2A2B438}"/>
                </a:ext>
              </a:extLst>
            </p:cNvPr>
            <p:cNvPicPr>
              <a:picLocks noChangeAspect="1"/>
            </p:cNvPicPr>
            <p:nvPr/>
          </p:nvPicPr>
          <p:blipFill>
            <a:blip r:embed="rId3"/>
            <a:stretch>
              <a:fillRect/>
            </a:stretch>
          </p:blipFill>
          <p:spPr>
            <a:xfrm>
              <a:off x="1981200" y="635000"/>
              <a:ext cx="7467600" cy="6223000"/>
            </a:xfrm>
            <a:prstGeom prst="rect">
              <a:avLst/>
            </a:prstGeom>
          </p:spPr>
        </p:pic>
        <p:sp>
          <p:nvSpPr>
            <p:cNvPr id="17" name="矩形: 圓角 16">
              <a:extLst>
                <a:ext uri="{FF2B5EF4-FFF2-40B4-BE49-F238E27FC236}">
                  <a16:creationId xmlns:a16="http://schemas.microsoft.com/office/drawing/2014/main" id="{701CF05F-402A-1793-B04F-FB533215BCEA}"/>
                </a:ext>
              </a:extLst>
            </p:cNvPr>
            <p:cNvSpPr/>
            <p:nvPr/>
          </p:nvSpPr>
          <p:spPr bwMode="gray">
            <a:xfrm>
              <a:off x="5838826" y="1650904"/>
              <a:ext cx="3162299" cy="5111486"/>
            </a:xfrm>
            <a:prstGeom prst="roundRect">
              <a:avLst>
                <a:gd name="adj" fmla="val 2268"/>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grpSp>
    </p:spTree>
    <p:extLst>
      <p:ext uri="{BB962C8B-B14F-4D97-AF65-F5344CB8AC3E}">
        <p14:creationId xmlns:p14="http://schemas.microsoft.com/office/powerpoint/2010/main" val="368610466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1E254-D955-E0F6-86F4-57FB53EC5983}"/>
            </a:ext>
          </a:extLst>
        </p:cNvPr>
        <p:cNvGrpSpPr/>
        <p:nvPr/>
      </p:nvGrpSpPr>
      <p:grpSpPr>
        <a:xfrm>
          <a:off x="0" y="0"/>
          <a:ext cx="0" cy="0"/>
          <a:chOff x="0" y="0"/>
          <a:chExt cx="0" cy="0"/>
        </a:xfrm>
      </p:grpSpPr>
      <p:sp>
        <p:nvSpPr>
          <p:cNvPr id="5" name="標題 4">
            <a:extLst>
              <a:ext uri="{FF2B5EF4-FFF2-40B4-BE49-F238E27FC236}">
                <a16:creationId xmlns:a16="http://schemas.microsoft.com/office/drawing/2014/main" id="{FE949697-8584-B39D-C6B9-010FC008140A}"/>
              </a:ext>
            </a:extLst>
          </p:cNvPr>
          <p:cNvSpPr>
            <a:spLocks noGrp="1"/>
          </p:cNvSpPr>
          <p:nvPr>
            <p:ph type="title"/>
          </p:nvPr>
        </p:nvSpPr>
        <p:spPr>
          <a:xfrm>
            <a:off x="469899" y="123292"/>
            <a:ext cx="11252200" cy="334102"/>
          </a:xfrm>
        </p:spPr>
        <p:txBody>
          <a:bodyPr/>
          <a:lstStyle/>
          <a:p>
            <a:r>
              <a:rPr lang="zh-TW" altLang="en-US" sz="2800" b="1" dirty="0">
                <a:solidFill>
                  <a:srgbClr val="002060"/>
                </a:solidFill>
                <a:latin typeface="Calibri" panose="020F0502020204030204" pitchFamily="34" charset="0"/>
                <a:cs typeface="Calibri" panose="020F0502020204030204" pitchFamily="34" charset="0"/>
              </a:rPr>
              <a:t>審核者角色</a:t>
            </a:r>
            <a:endParaRPr lang="zh-TW" altLang="en-US" sz="2800" b="1" dirty="0">
              <a:solidFill>
                <a:srgbClr val="002060"/>
              </a:solidFill>
            </a:endParaRPr>
          </a:p>
        </p:txBody>
      </p:sp>
      <p:sp>
        <p:nvSpPr>
          <p:cNvPr id="2" name="矩形 1">
            <a:extLst>
              <a:ext uri="{FF2B5EF4-FFF2-40B4-BE49-F238E27FC236}">
                <a16:creationId xmlns:a16="http://schemas.microsoft.com/office/drawing/2014/main" id="{02D8CB5B-3938-2CB6-56E0-4F14779503DC}"/>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20" name="TextBox 5">
            <a:extLst>
              <a:ext uri="{FF2B5EF4-FFF2-40B4-BE49-F238E27FC236}">
                <a16:creationId xmlns:a16="http://schemas.microsoft.com/office/drawing/2014/main" id="{C22563D7-4E7F-97EF-D7E9-E38FC5986195}"/>
              </a:ext>
            </a:extLst>
          </p:cNvPr>
          <p:cNvSpPr txBox="1"/>
          <p:nvPr/>
        </p:nvSpPr>
        <p:spPr>
          <a:xfrm>
            <a:off x="469899" y="673457"/>
            <a:ext cx="8521701" cy="307777"/>
          </a:xfrm>
          <a:prstGeom prst="rect">
            <a:avLst/>
          </a:prstGeom>
          <a:noFill/>
        </p:spPr>
        <p:txBody>
          <a:bodyPr wrap="square" lIns="0" tIns="0" rIns="0" bIns="0" rtlCol="0">
            <a:spAutoFit/>
          </a:bodyPr>
          <a:lstStyle/>
          <a:p>
            <a:pPr marL="342900" indent="-342900">
              <a:spcBef>
                <a:spcPts val="1200"/>
              </a:spcBef>
              <a:buSzPct val="100000"/>
              <a:buFont typeface="Wingdings" panose="05000000000000000000" pitchFamily="2" charset="2"/>
              <a:buChar char="l"/>
            </a:pPr>
            <a:r>
              <a:rPr lang="en-US" altLang="zh-TW" sz="2000" b="1" dirty="0">
                <a:ea typeface="微軟正黑體" panose="020B0604030504040204" pitchFamily="34" charset="-120"/>
              </a:rPr>
              <a:t>『</a:t>
            </a:r>
            <a:r>
              <a:rPr lang="zh-TW" altLang="en-US" sz="2000" b="1" dirty="0">
                <a:ea typeface="微軟正黑體" panose="020B0604030504040204" pitchFamily="34" charset="-120"/>
              </a:rPr>
              <a:t>審核流程 </a:t>
            </a:r>
            <a:r>
              <a:rPr lang="en-US" altLang="zh-TW" sz="2000" b="1" dirty="0">
                <a:ea typeface="微軟正黑體" panose="020B0604030504040204" pitchFamily="34" charset="-120"/>
              </a:rPr>
              <a:t>-</a:t>
            </a:r>
            <a:r>
              <a:rPr lang="zh-TW" altLang="en-US" sz="2000" b="1" dirty="0">
                <a:ea typeface="微軟正黑體" panose="020B0604030504040204" pitchFamily="34" charset="-120"/>
              </a:rPr>
              <a:t> 關卡設定 </a:t>
            </a:r>
            <a:r>
              <a:rPr lang="en-US" altLang="zh-TW" sz="2000" b="1" dirty="0">
                <a:ea typeface="微軟正黑體" panose="020B0604030504040204" pitchFamily="34" charset="-120"/>
              </a:rPr>
              <a:t>-</a:t>
            </a:r>
            <a:r>
              <a:rPr lang="zh-TW" altLang="en-US" sz="2000" b="1" dirty="0">
                <a:ea typeface="微軟正黑體" panose="020B0604030504040204" pitchFamily="34" charset="-120"/>
              </a:rPr>
              <a:t> </a:t>
            </a:r>
            <a:r>
              <a:rPr lang="en-US" altLang="zh-TW" sz="2000" b="1" dirty="0">
                <a:solidFill>
                  <a:srgbClr val="002060"/>
                </a:solidFill>
                <a:latin typeface="Calibri" panose="020F0502020204030204" pitchFamily="34" charset="0"/>
                <a:cs typeface="Calibri" panose="020F0502020204030204" pitchFamily="34" charset="0"/>
              </a:rPr>
              <a:t>『</a:t>
            </a:r>
            <a:r>
              <a:rPr lang="zh-TW" altLang="en-US" sz="2000" b="1" dirty="0">
                <a:solidFill>
                  <a:schemeClr val="bg1"/>
                </a:solidFill>
                <a:highlight>
                  <a:srgbClr val="2D747B"/>
                </a:highlight>
                <a:ea typeface="微軟正黑體" panose="020B0604030504040204" pitchFamily="34" charset="-120"/>
              </a:rPr>
              <a:t>合約電子檔閱覽申請單</a:t>
            </a:r>
            <a:r>
              <a:rPr lang="en-US" altLang="zh-TW" sz="2000" b="1" dirty="0">
                <a:solidFill>
                  <a:srgbClr val="002060"/>
                </a:solidFill>
                <a:latin typeface="Calibri" panose="020F0502020204030204" pitchFamily="34" charset="0"/>
                <a:cs typeface="Calibri" panose="020F0502020204030204" pitchFamily="34" charset="0"/>
              </a:rPr>
              <a:t>』</a:t>
            </a:r>
            <a:r>
              <a:rPr lang="zh-TW" altLang="en-US" sz="2000" b="1" dirty="0">
                <a:ea typeface="微軟正黑體" panose="020B0604030504040204" pitchFamily="34" charset="-120"/>
              </a:rPr>
              <a:t>操作畫面：</a:t>
            </a:r>
            <a:endParaRPr lang="en-US" altLang="zh-TW" sz="2000" b="1" dirty="0">
              <a:ea typeface="微軟正黑體" panose="020B0604030504040204" pitchFamily="34" charset="-120"/>
            </a:endParaRPr>
          </a:p>
        </p:txBody>
      </p:sp>
      <p:grpSp>
        <p:nvGrpSpPr>
          <p:cNvPr id="3" name="群組 2">
            <a:extLst>
              <a:ext uri="{FF2B5EF4-FFF2-40B4-BE49-F238E27FC236}">
                <a16:creationId xmlns:a16="http://schemas.microsoft.com/office/drawing/2014/main" id="{19074871-EE5A-25FC-98E5-3B77158C2B64}"/>
              </a:ext>
            </a:extLst>
          </p:cNvPr>
          <p:cNvGrpSpPr/>
          <p:nvPr/>
        </p:nvGrpSpPr>
        <p:grpSpPr>
          <a:xfrm>
            <a:off x="886392" y="981234"/>
            <a:ext cx="7247958" cy="5648166"/>
            <a:chOff x="1981200" y="635000"/>
            <a:chExt cx="7467600" cy="6223000"/>
          </a:xfrm>
        </p:grpSpPr>
        <p:pic>
          <p:nvPicPr>
            <p:cNvPr id="4" name="圖片 3">
              <a:extLst>
                <a:ext uri="{FF2B5EF4-FFF2-40B4-BE49-F238E27FC236}">
                  <a16:creationId xmlns:a16="http://schemas.microsoft.com/office/drawing/2014/main" id="{45AF071B-60B2-2542-9EE9-BDA688F298E8}"/>
                </a:ext>
              </a:extLst>
            </p:cNvPr>
            <p:cNvPicPr>
              <a:picLocks noChangeAspect="1"/>
            </p:cNvPicPr>
            <p:nvPr/>
          </p:nvPicPr>
          <p:blipFill>
            <a:blip r:embed="rId3"/>
            <a:stretch>
              <a:fillRect/>
            </a:stretch>
          </p:blipFill>
          <p:spPr>
            <a:xfrm>
              <a:off x="1981200" y="635000"/>
              <a:ext cx="7467600" cy="6223000"/>
            </a:xfrm>
            <a:prstGeom prst="rect">
              <a:avLst/>
            </a:prstGeom>
          </p:spPr>
        </p:pic>
        <p:sp>
          <p:nvSpPr>
            <p:cNvPr id="6" name="矩形: 圓角 5">
              <a:extLst>
                <a:ext uri="{FF2B5EF4-FFF2-40B4-BE49-F238E27FC236}">
                  <a16:creationId xmlns:a16="http://schemas.microsoft.com/office/drawing/2014/main" id="{B8B9572B-77B3-A3FA-2D1D-788C02BE7801}"/>
                </a:ext>
              </a:extLst>
            </p:cNvPr>
            <p:cNvSpPr/>
            <p:nvPr/>
          </p:nvSpPr>
          <p:spPr bwMode="gray">
            <a:xfrm>
              <a:off x="5838826" y="1650904"/>
              <a:ext cx="3162299" cy="5111486"/>
            </a:xfrm>
            <a:prstGeom prst="roundRect">
              <a:avLst>
                <a:gd name="adj" fmla="val 2268"/>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grpSp>
    </p:spTree>
    <p:extLst>
      <p:ext uri="{BB962C8B-B14F-4D97-AF65-F5344CB8AC3E}">
        <p14:creationId xmlns:p14="http://schemas.microsoft.com/office/powerpoint/2010/main" val="3723374619"/>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7BDB0-728D-9DBC-C762-10D22DEA5AA2}"/>
            </a:ext>
          </a:extLst>
        </p:cNvPr>
        <p:cNvGrpSpPr/>
        <p:nvPr/>
      </p:nvGrpSpPr>
      <p:grpSpPr>
        <a:xfrm>
          <a:off x="0" y="0"/>
          <a:ext cx="0" cy="0"/>
          <a:chOff x="0" y="0"/>
          <a:chExt cx="0" cy="0"/>
        </a:xfrm>
      </p:grpSpPr>
      <p:sp>
        <p:nvSpPr>
          <p:cNvPr id="5" name="標題 4">
            <a:extLst>
              <a:ext uri="{FF2B5EF4-FFF2-40B4-BE49-F238E27FC236}">
                <a16:creationId xmlns:a16="http://schemas.microsoft.com/office/drawing/2014/main" id="{CCC73263-8BAE-8AB8-0921-14A5CA1FD421}"/>
              </a:ext>
            </a:extLst>
          </p:cNvPr>
          <p:cNvSpPr>
            <a:spLocks noGrp="1"/>
          </p:cNvSpPr>
          <p:nvPr>
            <p:ph type="title"/>
          </p:nvPr>
        </p:nvSpPr>
        <p:spPr>
          <a:xfrm>
            <a:off x="469899" y="123292"/>
            <a:ext cx="11252200" cy="334102"/>
          </a:xfrm>
        </p:spPr>
        <p:txBody>
          <a:bodyPr/>
          <a:lstStyle/>
          <a:p>
            <a:r>
              <a:rPr lang="zh-TW" altLang="en-US" sz="2800" b="1" dirty="0">
                <a:solidFill>
                  <a:srgbClr val="002060"/>
                </a:solidFill>
                <a:latin typeface="Calibri" panose="020F0502020204030204" pitchFamily="34" charset="0"/>
                <a:cs typeface="Calibri" panose="020F0502020204030204" pitchFamily="34" charset="0"/>
              </a:rPr>
              <a:t>審核者角色 </a:t>
            </a:r>
            <a:r>
              <a:rPr lang="en-US" altLang="zh-TW" sz="2800" b="1" dirty="0">
                <a:solidFill>
                  <a:srgbClr val="002060"/>
                </a:solidFill>
                <a:latin typeface="Calibri" panose="020F0502020204030204" pitchFamily="34" charset="0"/>
                <a:cs typeface="Calibri" panose="020F0502020204030204" pitchFamily="34" charset="0"/>
              </a:rPr>
              <a:t>–</a:t>
            </a:r>
            <a:r>
              <a:rPr lang="zh-TW" altLang="en-US" sz="2800" b="1" dirty="0">
                <a:solidFill>
                  <a:srgbClr val="002060"/>
                </a:solidFill>
                <a:latin typeface="Calibri" panose="020F0502020204030204" pitchFamily="34" charset="0"/>
                <a:cs typeface="Calibri" panose="020F0502020204030204" pitchFamily="34" charset="0"/>
              </a:rPr>
              <a:t> </a:t>
            </a:r>
            <a:r>
              <a:rPr lang="zh-TW" altLang="en-US" sz="2800" b="1" dirty="0">
                <a:solidFill>
                  <a:srgbClr val="007680"/>
                </a:solidFill>
                <a:latin typeface="Calibri" panose="020F0502020204030204" pitchFamily="34" charset="0"/>
                <a:cs typeface="Calibri" panose="020F0502020204030204" pitchFamily="34" charset="0"/>
              </a:rPr>
              <a:t>成員設定 </a:t>
            </a:r>
            <a:endParaRPr lang="zh-TW" altLang="en-US" sz="2800" b="1" dirty="0">
              <a:solidFill>
                <a:srgbClr val="007680"/>
              </a:solidFill>
            </a:endParaRPr>
          </a:p>
        </p:txBody>
      </p:sp>
      <p:sp>
        <p:nvSpPr>
          <p:cNvPr id="2" name="矩形 1">
            <a:extLst>
              <a:ext uri="{FF2B5EF4-FFF2-40B4-BE49-F238E27FC236}">
                <a16:creationId xmlns:a16="http://schemas.microsoft.com/office/drawing/2014/main" id="{5EECA40A-5B29-AC40-B582-6DF88A79C60A}"/>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grpSp>
        <p:nvGrpSpPr>
          <p:cNvPr id="7" name="群組 6">
            <a:extLst>
              <a:ext uri="{FF2B5EF4-FFF2-40B4-BE49-F238E27FC236}">
                <a16:creationId xmlns:a16="http://schemas.microsoft.com/office/drawing/2014/main" id="{A805F9F8-D948-D902-3A75-84540DEC3897}"/>
              </a:ext>
            </a:extLst>
          </p:cNvPr>
          <p:cNvGrpSpPr/>
          <p:nvPr/>
        </p:nvGrpSpPr>
        <p:grpSpPr>
          <a:xfrm>
            <a:off x="220133" y="1084377"/>
            <a:ext cx="11587589" cy="5692845"/>
            <a:chOff x="381634" y="717479"/>
            <a:chExt cx="11587589" cy="5692845"/>
          </a:xfrm>
        </p:grpSpPr>
        <p:pic>
          <p:nvPicPr>
            <p:cNvPr id="11" name="圖片 10">
              <a:extLst>
                <a:ext uri="{FF2B5EF4-FFF2-40B4-BE49-F238E27FC236}">
                  <a16:creationId xmlns:a16="http://schemas.microsoft.com/office/drawing/2014/main" id="{B43EA1BA-2A71-F5AA-E7D9-7D7670FA41D0}"/>
                </a:ext>
              </a:extLst>
            </p:cNvPr>
            <p:cNvPicPr>
              <a:picLocks noChangeAspect="1"/>
            </p:cNvPicPr>
            <p:nvPr/>
          </p:nvPicPr>
          <p:blipFill>
            <a:blip r:embed="rId2"/>
            <a:stretch>
              <a:fillRect/>
            </a:stretch>
          </p:blipFill>
          <p:spPr>
            <a:xfrm>
              <a:off x="381634" y="717479"/>
              <a:ext cx="8424460" cy="5692845"/>
            </a:xfrm>
            <a:prstGeom prst="rect">
              <a:avLst/>
            </a:prstGeom>
          </p:spPr>
        </p:pic>
        <p:pic>
          <p:nvPicPr>
            <p:cNvPr id="14" name="圖片 13">
              <a:extLst>
                <a:ext uri="{FF2B5EF4-FFF2-40B4-BE49-F238E27FC236}">
                  <a16:creationId xmlns:a16="http://schemas.microsoft.com/office/drawing/2014/main" id="{326A7627-E635-188F-CCF6-35613BB21DD2}"/>
                </a:ext>
              </a:extLst>
            </p:cNvPr>
            <p:cNvPicPr>
              <a:picLocks noChangeAspect="1"/>
            </p:cNvPicPr>
            <p:nvPr/>
          </p:nvPicPr>
          <p:blipFill>
            <a:blip r:embed="rId3"/>
            <a:stretch>
              <a:fillRect/>
            </a:stretch>
          </p:blipFill>
          <p:spPr>
            <a:xfrm>
              <a:off x="7620359" y="1990027"/>
              <a:ext cx="4348864" cy="3828734"/>
            </a:xfrm>
            <a:prstGeom prst="rect">
              <a:avLst/>
            </a:prstGeom>
          </p:spPr>
        </p:pic>
        <p:sp>
          <p:nvSpPr>
            <p:cNvPr id="15" name="矩形: 圓角 14">
              <a:extLst>
                <a:ext uri="{FF2B5EF4-FFF2-40B4-BE49-F238E27FC236}">
                  <a16:creationId xmlns:a16="http://schemas.microsoft.com/office/drawing/2014/main" id="{5E72F316-1B1C-D564-3E39-1A1A4C3B4272}"/>
                </a:ext>
              </a:extLst>
            </p:cNvPr>
            <p:cNvSpPr/>
            <p:nvPr/>
          </p:nvSpPr>
          <p:spPr bwMode="gray">
            <a:xfrm>
              <a:off x="1457326" y="4013774"/>
              <a:ext cx="266700" cy="300037"/>
            </a:xfrm>
            <a:prstGeom prst="roundRect">
              <a:avLst>
                <a:gd name="adj" fmla="val 2268"/>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16" name="矩形: 圓角 15">
              <a:extLst>
                <a:ext uri="{FF2B5EF4-FFF2-40B4-BE49-F238E27FC236}">
                  <a16:creationId xmlns:a16="http://schemas.microsoft.com/office/drawing/2014/main" id="{077FDAFD-6C4C-258F-5905-BDCE131611BD}"/>
                </a:ext>
              </a:extLst>
            </p:cNvPr>
            <p:cNvSpPr/>
            <p:nvPr/>
          </p:nvSpPr>
          <p:spPr bwMode="gray">
            <a:xfrm>
              <a:off x="7601309" y="1970977"/>
              <a:ext cx="4367913" cy="3828734"/>
            </a:xfrm>
            <a:prstGeom prst="roundRect">
              <a:avLst>
                <a:gd name="adj" fmla="val 2268"/>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cxnSp>
          <p:nvCxnSpPr>
            <p:cNvPr id="17" name="直線單箭頭接點 16">
              <a:extLst>
                <a:ext uri="{FF2B5EF4-FFF2-40B4-BE49-F238E27FC236}">
                  <a16:creationId xmlns:a16="http://schemas.microsoft.com/office/drawing/2014/main" id="{0C493A47-DAF8-9D63-5892-A1CD4CAD0104}"/>
                </a:ext>
              </a:extLst>
            </p:cNvPr>
            <p:cNvCxnSpPr>
              <a:cxnSpLocks/>
              <a:stCxn id="15" idx="3"/>
            </p:cNvCxnSpPr>
            <p:nvPr/>
          </p:nvCxnSpPr>
          <p:spPr>
            <a:xfrm flipV="1">
              <a:off x="1724026" y="2276475"/>
              <a:ext cx="5896333" cy="1887318"/>
            </a:xfrm>
            <a:prstGeom prst="straightConnector1">
              <a:avLst/>
            </a:prstGeom>
            <a:ln w="57150">
              <a:solidFill>
                <a:srgbClr val="DAA1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 name="語音泡泡: 圓角矩形 17">
              <a:extLst>
                <a:ext uri="{FF2B5EF4-FFF2-40B4-BE49-F238E27FC236}">
                  <a16:creationId xmlns:a16="http://schemas.microsoft.com/office/drawing/2014/main" id="{F5542F3D-0C6E-EE2E-E751-2DA64CE49DBE}"/>
                </a:ext>
              </a:extLst>
            </p:cNvPr>
            <p:cNvSpPr/>
            <p:nvPr/>
          </p:nvSpPr>
          <p:spPr bwMode="gray">
            <a:xfrm>
              <a:off x="1348463" y="2201103"/>
              <a:ext cx="3733800" cy="746372"/>
            </a:xfrm>
            <a:prstGeom prst="wedgeRoundRectCallout">
              <a:avLst>
                <a:gd name="adj1" fmla="val -39807"/>
                <a:gd name="adj2" fmla="val 186157"/>
                <a:gd name="adj3" fmla="val 16667"/>
              </a:avLst>
            </a:prstGeom>
            <a:solidFill>
              <a:srgbClr val="FFFF00"/>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zh-TW" altLang="en-US" sz="1600" b="1" dirty="0"/>
                <a:t>點擊</a:t>
              </a:r>
              <a:r>
                <a:rPr lang="en-US" altLang="zh-TW" sz="1600" b="1" dirty="0"/>
                <a:t>『</a:t>
              </a:r>
              <a:r>
                <a:rPr lang="zh-TW" altLang="en-US" sz="1600" b="1" dirty="0">
                  <a:solidFill>
                    <a:srgbClr val="C00000"/>
                  </a:solidFill>
                </a:rPr>
                <a:t>成員設定</a:t>
              </a:r>
              <a:r>
                <a:rPr lang="en-US" altLang="zh-TW" sz="1600" b="1" dirty="0"/>
                <a:t>』</a:t>
              </a:r>
              <a:r>
                <a:rPr lang="zh-TW" altLang="en-US" sz="1600" b="1" dirty="0"/>
                <a:t>按鈕，</a:t>
              </a:r>
              <a:endParaRPr lang="en-US" altLang="zh-TW" sz="1600" b="1" dirty="0"/>
            </a:p>
            <a:p>
              <a:pPr algn="ctr">
                <a:lnSpc>
                  <a:spcPct val="106000"/>
                </a:lnSpc>
                <a:buFont typeface="Wingdings 2" pitchFamily="18" charset="2"/>
                <a:buNone/>
              </a:pPr>
              <a:r>
                <a:rPr lang="en-US" altLang="zh-TW" sz="1600" b="1" dirty="0"/>
                <a:t>Popup『</a:t>
              </a:r>
              <a:r>
                <a:rPr lang="zh-TW" altLang="en-US" sz="1600" b="1" dirty="0"/>
                <a:t>成員設定</a:t>
              </a:r>
              <a:r>
                <a:rPr lang="en-US" altLang="zh-TW" sz="1600" b="1" dirty="0"/>
                <a:t>』</a:t>
              </a:r>
              <a:r>
                <a:rPr lang="zh-TW" altLang="en-US" sz="1600" b="1" dirty="0"/>
                <a:t>視窗，可設定成員</a:t>
              </a:r>
            </a:p>
          </p:txBody>
        </p:sp>
      </p:grpSp>
      <p:sp>
        <p:nvSpPr>
          <p:cNvPr id="20" name="TextBox 5">
            <a:extLst>
              <a:ext uri="{FF2B5EF4-FFF2-40B4-BE49-F238E27FC236}">
                <a16:creationId xmlns:a16="http://schemas.microsoft.com/office/drawing/2014/main" id="{3D223AF6-4995-DFC8-70BD-5A3F48A132AA}"/>
              </a:ext>
            </a:extLst>
          </p:cNvPr>
          <p:cNvSpPr txBox="1"/>
          <p:nvPr/>
        </p:nvSpPr>
        <p:spPr>
          <a:xfrm>
            <a:off x="469899" y="673457"/>
            <a:ext cx="6382429" cy="307777"/>
          </a:xfrm>
          <a:prstGeom prst="rect">
            <a:avLst/>
          </a:prstGeom>
          <a:noFill/>
        </p:spPr>
        <p:txBody>
          <a:bodyPr wrap="square" lIns="0" tIns="0" rIns="0" bIns="0" rtlCol="0">
            <a:spAutoFit/>
          </a:bodyPr>
          <a:lstStyle/>
          <a:p>
            <a:pPr marL="342900" indent="-342900">
              <a:spcBef>
                <a:spcPts val="1200"/>
              </a:spcBef>
              <a:buSzPct val="100000"/>
              <a:buFont typeface="Wingdings" panose="05000000000000000000" pitchFamily="2" charset="2"/>
              <a:buChar char="l"/>
            </a:pPr>
            <a:r>
              <a:rPr lang="en-US" altLang="zh-TW" sz="2000" b="1" dirty="0">
                <a:solidFill>
                  <a:schemeClr val="accent3">
                    <a:lumMod val="75000"/>
                  </a:schemeClr>
                </a:solidFill>
                <a:ea typeface="微軟正黑體" panose="020B0604030504040204" pitchFamily="34" charset="-120"/>
              </a:rPr>
              <a:t>『</a:t>
            </a:r>
            <a:r>
              <a:rPr lang="zh-TW" altLang="en-US" sz="2000" b="1" dirty="0">
                <a:solidFill>
                  <a:schemeClr val="accent3">
                    <a:lumMod val="75000"/>
                  </a:schemeClr>
                </a:solidFill>
                <a:ea typeface="微軟正黑體" panose="020B0604030504040204" pitchFamily="34" charset="-120"/>
              </a:rPr>
              <a:t>身分維護</a:t>
            </a:r>
            <a:r>
              <a:rPr lang="en-US" altLang="zh-TW" sz="2000" b="1" dirty="0">
                <a:solidFill>
                  <a:schemeClr val="accent3">
                    <a:lumMod val="75000"/>
                  </a:schemeClr>
                </a:solidFill>
                <a:ea typeface="微軟正黑體" panose="020B0604030504040204" pitchFamily="34" charset="-120"/>
              </a:rPr>
              <a:t>』</a:t>
            </a:r>
            <a:r>
              <a:rPr lang="zh-TW" altLang="en-US" sz="2000" b="1" dirty="0">
                <a:solidFill>
                  <a:schemeClr val="accent3">
                    <a:lumMod val="75000"/>
                  </a:schemeClr>
                </a:solidFill>
                <a:ea typeface="微軟正黑體" panose="020B0604030504040204" pitchFamily="34" charset="-120"/>
              </a:rPr>
              <a:t>操作畫面：</a:t>
            </a:r>
            <a:endParaRPr lang="en-US" altLang="zh-TW" sz="2000" b="1" dirty="0">
              <a:solidFill>
                <a:schemeClr val="accent3">
                  <a:lumMod val="75000"/>
                </a:schemeClr>
              </a:solidFill>
              <a:ea typeface="微軟正黑體" panose="020B0604030504040204" pitchFamily="34" charset="-120"/>
            </a:endParaRPr>
          </a:p>
        </p:txBody>
      </p:sp>
    </p:spTree>
    <p:extLst>
      <p:ext uri="{BB962C8B-B14F-4D97-AF65-F5344CB8AC3E}">
        <p14:creationId xmlns:p14="http://schemas.microsoft.com/office/powerpoint/2010/main" val="3536605857"/>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73686-2A66-F972-6356-B50CA1812634}"/>
            </a:ext>
          </a:extLst>
        </p:cNvPr>
        <p:cNvGrpSpPr/>
        <p:nvPr/>
      </p:nvGrpSpPr>
      <p:grpSpPr>
        <a:xfrm>
          <a:off x="0" y="0"/>
          <a:ext cx="0" cy="0"/>
          <a:chOff x="0" y="0"/>
          <a:chExt cx="0" cy="0"/>
        </a:xfrm>
      </p:grpSpPr>
      <p:sp>
        <p:nvSpPr>
          <p:cNvPr id="5" name="標題 4">
            <a:extLst>
              <a:ext uri="{FF2B5EF4-FFF2-40B4-BE49-F238E27FC236}">
                <a16:creationId xmlns:a16="http://schemas.microsoft.com/office/drawing/2014/main" id="{6CCC462D-50A9-B68C-FED8-736F467932F7}"/>
              </a:ext>
            </a:extLst>
          </p:cNvPr>
          <p:cNvSpPr>
            <a:spLocks noGrp="1"/>
          </p:cNvSpPr>
          <p:nvPr>
            <p:ph type="title"/>
          </p:nvPr>
        </p:nvSpPr>
        <p:spPr>
          <a:xfrm>
            <a:off x="469899" y="123292"/>
            <a:ext cx="11252200" cy="334102"/>
          </a:xfrm>
        </p:spPr>
        <p:txBody>
          <a:bodyPr/>
          <a:lstStyle/>
          <a:p>
            <a:r>
              <a:rPr lang="zh-TW" altLang="en-US" sz="2800" b="1" dirty="0">
                <a:solidFill>
                  <a:srgbClr val="002060"/>
                </a:solidFill>
                <a:latin typeface="Calibri" panose="020F0502020204030204" pitchFamily="34" charset="0"/>
                <a:cs typeface="Calibri" panose="020F0502020204030204" pitchFamily="34" charset="0"/>
              </a:rPr>
              <a:t>審核者角色 </a:t>
            </a:r>
            <a:r>
              <a:rPr lang="en-US" altLang="zh-TW" sz="2800" b="1" dirty="0">
                <a:solidFill>
                  <a:srgbClr val="002060"/>
                </a:solidFill>
                <a:latin typeface="Calibri" panose="020F0502020204030204" pitchFamily="34" charset="0"/>
                <a:cs typeface="Calibri" panose="020F0502020204030204" pitchFamily="34" charset="0"/>
              </a:rPr>
              <a:t>–</a:t>
            </a:r>
            <a:r>
              <a:rPr lang="zh-TW" altLang="en-US" sz="2800" b="1" dirty="0">
                <a:solidFill>
                  <a:srgbClr val="002060"/>
                </a:solidFill>
                <a:latin typeface="Calibri" panose="020F0502020204030204" pitchFamily="34" charset="0"/>
                <a:cs typeface="Calibri" panose="020F0502020204030204" pitchFamily="34" charset="0"/>
              </a:rPr>
              <a:t> </a:t>
            </a:r>
            <a:r>
              <a:rPr lang="zh-TW" altLang="en-US" sz="2800" b="1" dirty="0">
                <a:solidFill>
                  <a:srgbClr val="007680"/>
                </a:solidFill>
                <a:latin typeface="Calibri" panose="020F0502020204030204" pitchFamily="34" charset="0"/>
                <a:cs typeface="Calibri" panose="020F0502020204030204" pitchFamily="34" charset="0"/>
              </a:rPr>
              <a:t>成員設定 </a:t>
            </a:r>
            <a:endParaRPr lang="zh-TW" altLang="en-US" sz="2800" b="1" dirty="0">
              <a:solidFill>
                <a:srgbClr val="002060"/>
              </a:solidFill>
            </a:endParaRPr>
          </a:p>
        </p:txBody>
      </p:sp>
      <p:sp>
        <p:nvSpPr>
          <p:cNvPr id="2" name="矩形 1">
            <a:extLst>
              <a:ext uri="{FF2B5EF4-FFF2-40B4-BE49-F238E27FC236}">
                <a16:creationId xmlns:a16="http://schemas.microsoft.com/office/drawing/2014/main" id="{A518D54B-5131-8D80-76E9-1CE47293248C}"/>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20" name="TextBox 5">
            <a:extLst>
              <a:ext uri="{FF2B5EF4-FFF2-40B4-BE49-F238E27FC236}">
                <a16:creationId xmlns:a16="http://schemas.microsoft.com/office/drawing/2014/main" id="{9AC935CA-F480-78A0-8762-428B3D3BB312}"/>
              </a:ext>
            </a:extLst>
          </p:cNvPr>
          <p:cNvSpPr txBox="1"/>
          <p:nvPr/>
        </p:nvSpPr>
        <p:spPr>
          <a:xfrm>
            <a:off x="469899" y="673457"/>
            <a:ext cx="6382429" cy="307777"/>
          </a:xfrm>
          <a:prstGeom prst="rect">
            <a:avLst/>
          </a:prstGeom>
          <a:noFill/>
        </p:spPr>
        <p:txBody>
          <a:bodyPr wrap="square" lIns="0" tIns="0" rIns="0" bIns="0" rtlCol="0">
            <a:spAutoFit/>
          </a:bodyPr>
          <a:lstStyle/>
          <a:p>
            <a:pPr marL="342900" indent="-342900">
              <a:spcBef>
                <a:spcPts val="1200"/>
              </a:spcBef>
              <a:buSzPct val="100000"/>
              <a:buFont typeface="Wingdings" panose="05000000000000000000" pitchFamily="2" charset="2"/>
              <a:buChar char="l"/>
            </a:pPr>
            <a:r>
              <a:rPr lang="en-US" altLang="zh-TW" sz="2000" b="1" dirty="0">
                <a:solidFill>
                  <a:schemeClr val="accent3">
                    <a:lumMod val="75000"/>
                  </a:schemeClr>
                </a:solidFill>
                <a:ea typeface="微軟正黑體" panose="020B0604030504040204" pitchFamily="34" charset="-120"/>
              </a:rPr>
              <a:t>『</a:t>
            </a:r>
            <a:r>
              <a:rPr lang="zh-TW" altLang="en-US" sz="2000" b="1" dirty="0">
                <a:solidFill>
                  <a:schemeClr val="accent3">
                    <a:lumMod val="75000"/>
                  </a:schemeClr>
                </a:solidFill>
                <a:ea typeface="微軟正黑體" panose="020B0604030504040204" pitchFamily="34" charset="-120"/>
              </a:rPr>
              <a:t>使用者維護</a:t>
            </a:r>
            <a:r>
              <a:rPr lang="en-US" altLang="zh-TW" sz="2000" b="1" dirty="0">
                <a:solidFill>
                  <a:schemeClr val="accent3">
                    <a:lumMod val="75000"/>
                  </a:schemeClr>
                </a:solidFill>
                <a:ea typeface="微軟正黑體" panose="020B0604030504040204" pitchFamily="34" charset="-120"/>
              </a:rPr>
              <a:t>』</a:t>
            </a:r>
            <a:r>
              <a:rPr lang="zh-TW" altLang="en-US" sz="2000" b="1" dirty="0">
                <a:solidFill>
                  <a:schemeClr val="accent3">
                    <a:lumMod val="75000"/>
                  </a:schemeClr>
                </a:solidFill>
                <a:ea typeface="微軟正黑體" panose="020B0604030504040204" pitchFamily="34" charset="-120"/>
              </a:rPr>
              <a:t>操作畫面：</a:t>
            </a:r>
            <a:endParaRPr lang="en-US" altLang="zh-TW" sz="2000" b="1" dirty="0">
              <a:solidFill>
                <a:schemeClr val="accent3">
                  <a:lumMod val="75000"/>
                </a:schemeClr>
              </a:solidFill>
              <a:ea typeface="微軟正黑體" panose="020B0604030504040204" pitchFamily="34" charset="-120"/>
            </a:endParaRPr>
          </a:p>
        </p:txBody>
      </p:sp>
      <p:grpSp>
        <p:nvGrpSpPr>
          <p:cNvPr id="3" name="群組 2">
            <a:extLst>
              <a:ext uri="{FF2B5EF4-FFF2-40B4-BE49-F238E27FC236}">
                <a16:creationId xmlns:a16="http://schemas.microsoft.com/office/drawing/2014/main" id="{23E83439-59BB-95FD-83F2-9F34943F6FD6}"/>
              </a:ext>
            </a:extLst>
          </p:cNvPr>
          <p:cNvGrpSpPr/>
          <p:nvPr/>
        </p:nvGrpSpPr>
        <p:grpSpPr>
          <a:xfrm>
            <a:off x="357649" y="855920"/>
            <a:ext cx="11450072" cy="5818826"/>
            <a:chOff x="469900" y="705072"/>
            <a:chExt cx="11450072" cy="5818826"/>
          </a:xfrm>
        </p:grpSpPr>
        <p:pic>
          <p:nvPicPr>
            <p:cNvPr id="6" name="圖片 5">
              <a:extLst>
                <a:ext uri="{FF2B5EF4-FFF2-40B4-BE49-F238E27FC236}">
                  <a16:creationId xmlns:a16="http://schemas.microsoft.com/office/drawing/2014/main" id="{7E0CF43F-FA24-B6E9-8385-8F17B5D7073C}"/>
                </a:ext>
              </a:extLst>
            </p:cNvPr>
            <p:cNvPicPr>
              <a:picLocks noChangeAspect="1"/>
            </p:cNvPicPr>
            <p:nvPr/>
          </p:nvPicPr>
          <p:blipFill>
            <a:blip r:embed="rId2"/>
            <a:stretch>
              <a:fillRect/>
            </a:stretch>
          </p:blipFill>
          <p:spPr>
            <a:xfrm>
              <a:off x="469900" y="1018448"/>
              <a:ext cx="7163413" cy="5505450"/>
            </a:xfrm>
            <a:prstGeom prst="rect">
              <a:avLst/>
            </a:prstGeom>
          </p:spPr>
        </p:pic>
        <p:pic>
          <p:nvPicPr>
            <p:cNvPr id="8" name="圖片 7">
              <a:extLst>
                <a:ext uri="{FF2B5EF4-FFF2-40B4-BE49-F238E27FC236}">
                  <a16:creationId xmlns:a16="http://schemas.microsoft.com/office/drawing/2014/main" id="{9A4F176F-97BB-91B9-6FC5-1E57C4C03A58}"/>
                </a:ext>
              </a:extLst>
            </p:cNvPr>
            <p:cNvPicPr>
              <a:picLocks noChangeAspect="1"/>
            </p:cNvPicPr>
            <p:nvPr/>
          </p:nvPicPr>
          <p:blipFill>
            <a:blip r:embed="rId3"/>
            <a:stretch>
              <a:fillRect/>
            </a:stretch>
          </p:blipFill>
          <p:spPr>
            <a:xfrm>
              <a:off x="6550458" y="705072"/>
              <a:ext cx="5369514" cy="2104804"/>
            </a:xfrm>
            <a:prstGeom prst="rect">
              <a:avLst/>
            </a:prstGeom>
          </p:spPr>
        </p:pic>
        <p:sp>
          <p:nvSpPr>
            <p:cNvPr id="9" name="矩形: 圓角 8">
              <a:extLst>
                <a:ext uri="{FF2B5EF4-FFF2-40B4-BE49-F238E27FC236}">
                  <a16:creationId xmlns:a16="http://schemas.microsoft.com/office/drawing/2014/main" id="{378C4F31-F074-4F5A-26CD-E8A8AAE467BB}"/>
                </a:ext>
              </a:extLst>
            </p:cNvPr>
            <p:cNvSpPr/>
            <p:nvPr/>
          </p:nvSpPr>
          <p:spPr bwMode="gray">
            <a:xfrm>
              <a:off x="1571626" y="3899474"/>
              <a:ext cx="190499" cy="224851"/>
            </a:xfrm>
            <a:prstGeom prst="roundRect">
              <a:avLst>
                <a:gd name="adj" fmla="val 2268"/>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cxnSp>
          <p:nvCxnSpPr>
            <p:cNvPr id="10" name="直線單箭頭接點 9">
              <a:extLst>
                <a:ext uri="{FF2B5EF4-FFF2-40B4-BE49-F238E27FC236}">
                  <a16:creationId xmlns:a16="http://schemas.microsoft.com/office/drawing/2014/main" id="{0A4CF6D9-C416-CAC8-49E2-3B6DE3E38575}"/>
                </a:ext>
              </a:extLst>
            </p:cNvPr>
            <p:cNvCxnSpPr>
              <a:cxnSpLocks/>
              <a:endCxn id="8" idx="1"/>
            </p:cNvCxnSpPr>
            <p:nvPr/>
          </p:nvCxnSpPr>
          <p:spPr>
            <a:xfrm flipV="1">
              <a:off x="1759078" y="1757474"/>
              <a:ext cx="4791380" cy="2254425"/>
            </a:xfrm>
            <a:prstGeom prst="straightConnector1">
              <a:avLst/>
            </a:prstGeom>
            <a:ln w="57150">
              <a:solidFill>
                <a:srgbClr val="DAA1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3" name="矩形: 圓角 12">
              <a:extLst>
                <a:ext uri="{FF2B5EF4-FFF2-40B4-BE49-F238E27FC236}">
                  <a16:creationId xmlns:a16="http://schemas.microsoft.com/office/drawing/2014/main" id="{7846ABAA-91A9-44C7-DCF5-B5DC9F2A284D}"/>
                </a:ext>
              </a:extLst>
            </p:cNvPr>
            <p:cNvSpPr/>
            <p:nvPr/>
          </p:nvSpPr>
          <p:spPr bwMode="gray">
            <a:xfrm>
              <a:off x="6550458" y="705072"/>
              <a:ext cx="5369514" cy="2104804"/>
            </a:xfrm>
            <a:prstGeom prst="roundRect">
              <a:avLst>
                <a:gd name="adj" fmla="val 2268"/>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4" name="語音泡泡: 圓角矩形 3">
              <a:extLst>
                <a:ext uri="{FF2B5EF4-FFF2-40B4-BE49-F238E27FC236}">
                  <a16:creationId xmlns:a16="http://schemas.microsoft.com/office/drawing/2014/main" id="{1FE496B8-4A3E-0B11-AF72-B786B4EDFEB0}"/>
                </a:ext>
              </a:extLst>
            </p:cNvPr>
            <p:cNvSpPr/>
            <p:nvPr/>
          </p:nvSpPr>
          <p:spPr bwMode="gray">
            <a:xfrm>
              <a:off x="1369551" y="2211351"/>
              <a:ext cx="2973849" cy="1044959"/>
            </a:xfrm>
            <a:prstGeom prst="wedgeRoundRectCallout">
              <a:avLst>
                <a:gd name="adj1" fmla="val -39658"/>
                <a:gd name="adj2" fmla="val 118609"/>
                <a:gd name="adj3" fmla="val 16667"/>
              </a:avLst>
            </a:prstGeom>
            <a:solidFill>
              <a:srgbClr val="FFFF00"/>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zh-TW" altLang="en-US" sz="1600" b="1" dirty="0"/>
                <a:t>點擊</a:t>
              </a:r>
              <a:r>
                <a:rPr lang="en-US" altLang="zh-TW" sz="1600" b="1" dirty="0"/>
                <a:t>『</a:t>
              </a:r>
              <a:r>
                <a:rPr lang="zh-TW" altLang="en-US" sz="1600" b="1" dirty="0">
                  <a:solidFill>
                    <a:srgbClr val="C00000"/>
                  </a:solidFill>
                </a:rPr>
                <a:t>身分設定</a:t>
              </a:r>
              <a:r>
                <a:rPr lang="en-US" altLang="zh-TW" sz="1600" b="1" dirty="0"/>
                <a:t>』</a:t>
              </a:r>
              <a:r>
                <a:rPr lang="zh-TW" altLang="en-US" sz="1600" b="1" dirty="0"/>
                <a:t>按鈕，</a:t>
              </a:r>
              <a:r>
                <a:rPr lang="en-US" altLang="zh-TW" sz="1600" b="1" dirty="0"/>
                <a:t>Popup『</a:t>
              </a:r>
              <a:r>
                <a:rPr lang="zh-TW" altLang="en-US" sz="1600" b="1" dirty="0"/>
                <a:t>身分設定</a:t>
              </a:r>
              <a:r>
                <a:rPr lang="en-US" altLang="zh-TW" sz="1600" b="1" dirty="0"/>
                <a:t>』</a:t>
              </a:r>
              <a:r>
                <a:rPr lang="zh-TW" altLang="en-US" sz="1600" b="1" dirty="0"/>
                <a:t>視窗，</a:t>
              </a:r>
              <a:endParaRPr lang="en-US" altLang="zh-TW" sz="1600" b="1" dirty="0"/>
            </a:p>
            <a:p>
              <a:pPr algn="ctr">
                <a:lnSpc>
                  <a:spcPct val="106000"/>
                </a:lnSpc>
                <a:buFont typeface="Wingdings 2" pitchFamily="18" charset="2"/>
                <a:buNone/>
              </a:pPr>
              <a:r>
                <a:rPr lang="zh-TW" altLang="en-US" sz="1600" b="1" dirty="0"/>
                <a:t>可勾選該使用者應有的身分</a:t>
              </a:r>
            </a:p>
          </p:txBody>
        </p:sp>
      </p:grpSp>
    </p:spTree>
    <p:extLst>
      <p:ext uri="{BB962C8B-B14F-4D97-AF65-F5344CB8AC3E}">
        <p14:creationId xmlns:p14="http://schemas.microsoft.com/office/powerpoint/2010/main" val="2651130215"/>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02DB1-1788-CF97-1935-728057BFCA03}"/>
            </a:ext>
          </a:extLst>
        </p:cNvPr>
        <p:cNvGrpSpPr/>
        <p:nvPr/>
      </p:nvGrpSpPr>
      <p:grpSpPr>
        <a:xfrm>
          <a:off x="0" y="0"/>
          <a:ext cx="0" cy="0"/>
          <a:chOff x="0" y="0"/>
          <a:chExt cx="0" cy="0"/>
        </a:xfrm>
      </p:grpSpPr>
      <p:sp>
        <p:nvSpPr>
          <p:cNvPr id="5" name="標題 4">
            <a:extLst>
              <a:ext uri="{FF2B5EF4-FFF2-40B4-BE49-F238E27FC236}">
                <a16:creationId xmlns:a16="http://schemas.microsoft.com/office/drawing/2014/main" id="{818B2E37-445D-E0AC-9D36-A11E50D1AFC5}"/>
              </a:ext>
            </a:extLst>
          </p:cNvPr>
          <p:cNvSpPr>
            <a:spLocks noGrp="1"/>
          </p:cNvSpPr>
          <p:nvPr>
            <p:ph type="title"/>
          </p:nvPr>
        </p:nvSpPr>
        <p:spPr>
          <a:xfrm>
            <a:off x="469899" y="123292"/>
            <a:ext cx="11252200" cy="334102"/>
          </a:xfrm>
        </p:spPr>
        <p:txBody>
          <a:bodyPr/>
          <a:lstStyle/>
          <a:p>
            <a:r>
              <a:rPr lang="zh-TW" altLang="en-US" sz="2800" b="1" dirty="0">
                <a:solidFill>
                  <a:srgbClr val="002060"/>
                </a:solidFill>
                <a:latin typeface="Calibri" panose="020F0502020204030204" pitchFamily="34" charset="0"/>
                <a:cs typeface="Calibri" panose="020F0502020204030204" pitchFamily="34" charset="0"/>
              </a:rPr>
              <a:t>審核者角色 </a:t>
            </a:r>
            <a:r>
              <a:rPr lang="en-US" altLang="zh-TW" sz="2800" b="1" dirty="0">
                <a:solidFill>
                  <a:srgbClr val="002060"/>
                </a:solidFill>
                <a:latin typeface="Calibri" panose="020F0502020204030204" pitchFamily="34" charset="0"/>
                <a:cs typeface="Calibri" panose="020F0502020204030204" pitchFamily="34" charset="0"/>
              </a:rPr>
              <a:t>–</a:t>
            </a:r>
            <a:r>
              <a:rPr lang="zh-TW" altLang="en-US" sz="2800" b="1" dirty="0">
                <a:solidFill>
                  <a:srgbClr val="002060"/>
                </a:solidFill>
                <a:latin typeface="Calibri" panose="020F0502020204030204" pitchFamily="34" charset="0"/>
                <a:cs typeface="Calibri" panose="020F0502020204030204" pitchFamily="34" charset="0"/>
              </a:rPr>
              <a:t> </a:t>
            </a:r>
            <a:r>
              <a:rPr lang="zh-TW" altLang="en-US" sz="2800" b="1" dirty="0">
                <a:solidFill>
                  <a:srgbClr val="007680"/>
                </a:solidFill>
                <a:latin typeface="Calibri" panose="020F0502020204030204" pitchFamily="34" charset="0"/>
                <a:cs typeface="Calibri" panose="020F0502020204030204" pitchFamily="34" charset="0"/>
              </a:rPr>
              <a:t>成員設定 </a:t>
            </a:r>
            <a:endParaRPr lang="zh-TW" altLang="en-US" sz="2800" b="1" dirty="0">
              <a:solidFill>
                <a:srgbClr val="002060"/>
              </a:solidFill>
            </a:endParaRPr>
          </a:p>
        </p:txBody>
      </p:sp>
      <p:sp>
        <p:nvSpPr>
          <p:cNvPr id="2" name="矩形 1">
            <a:extLst>
              <a:ext uri="{FF2B5EF4-FFF2-40B4-BE49-F238E27FC236}">
                <a16:creationId xmlns:a16="http://schemas.microsoft.com/office/drawing/2014/main" id="{779303C0-ABE9-C4E3-9DC4-16AA0AD982E0}"/>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20" name="TextBox 5">
            <a:extLst>
              <a:ext uri="{FF2B5EF4-FFF2-40B4-BE49-F238E27FC236}">
                <a16:creationId xmlns:a16="http://schemas.microsoft.com/office/drawing/2014/main" id="{7953409F-E92A-B34A-A448-188037EEFC65}"/>
              </a:ext>
            </a:extLst>
          </p:cNvPr>
          <p:cNvSpPr txBox="1"/>
          <p:nvPr/>
        </p:nvSpPr>
        <p:spPr>
          <a:xfrm>
            <a:off x="558799" y="775057"/>
            <a:ext cx="6382429" cy="307777"/>
          </a:xfrm>
          <a:prstGeom prst="rect">
            <a:avLst/>
          </a:prstGeom>
          <a:noFill/>
        </p:spPr>
        <p:txBody>
          <a:bodyPr wrap="square" lIns="0" tIns="0" rIns="0" bIns="0" rtlCol="0">
            <a:spAutoFit/>
          </a:bodyPr>
          <a:lstStyle/>
          <a:p>
            <a:pPr marL="342900" indent="-342900">
              <a:spcBef>
                <a:spcPts val="1200"/>
              </a:spcBef>
              <a:buSzPct val="100000"/>
              <a:buFont typeface="Wingdings" panose="05000000000000000000" pitchFamily="2" charset="2"/>
              <a:buChar char="l"/>
            </a:pPr>
            <a:r>
              <a:rPr lang="en-US" altLang="zh-TW" sz="2000" b="1" dirty="0">
                <a:solidFill>
                  <a:schemeClr val="accent3">
                    <a:lumMod val="75000"/>
                  </a:schemeClr>
                </a:solidFill>
                <a:ea typeface="微軟正黑體" panose="020B0604030504040204" pitchFamily="34" charset="-120"/>
              </a:rPr>
              <a:t>『</a:t>
            </a:r>
            <a:r>
              <a:rPr lang="zh-TW" altLang="en-US" sz="2000" b="1" dirty="0">
                <a:solidFill>
                  <a:schemeClr val="accent3">
                    <a:lumMod val="75000"/>
                  </a:schemeClr>
                </a:solidFill>
                <a:ea typeface="微軟正黑體" panose="020B0604030504040204" pitchFamily="34" charset="-120"/>
              </a:rPr>
              <a:t>公司維護</a:t>
            </a:r>
            <a:r>
              <a:rPr lang="en-US" altLang="zh-TW" sz="2000" b="1" dirty="0">
                <a:solidFill>
                  <a:schemeClr val="accent3">
                    <a:lumMod val="75000"/>
                  </a:schemeClr>
                </a:solidFill>
                <a:ea typeface="微軟正黑體" panose="020B0604030504040204" pitchFamily="34" charset="-120"/>
              </a:rPr>
              <a:t>』</a:t>
            </a:r>
            <a:r>
              <a:rPr lang="zh-TW" altLang="en-US" sz="2000" b="1" dirty="0">
                <a:solidFill>
                  <a:schemeClr val="accent3">
                    <a:lumMod val="75000"/>
                  </a:schemeClr>
                </a:solidFill>
                <a:ea typeface="微軟正黑體" panose="020B0604030504040204" pitchFamily="34" charset="-120"/>
              </a:rPr>
              <a:t>操作畫面：</a:t>
            </a:r>
            <a:endParaRPr lang="en-US" altLang="zh-TW" sz="2000" b="1" dirty="0">
              <a:solidFill>
                <a:schemeClr val="accent3">
                  <a:lumMod val="75000"/>
                </a:schemeClr>
              </a:solidFill>
              <a:ea typeface="微軟正黑體" panose="020B0604030504040204" pitchFamily="34" charset="-120"/>
            </a:endParaRPr>
          </a:p>
        </p:txBody>
      </p:sp>
      <p:pic>
        <p:nvPicPr>
          <p:cNvPr id="11" name="圖片 10">
            <a:extLst>
              <a:ext uri="{FF2B5EF4-FFF2-40B4-BE49-F238E27FC236}">
                <a16:creationId xmlns:a16="http://schemas.microsoft.com/office/drawing/2014/main" id="{BC255F0D-6A12-A838-CFA2-5DC805C7CBB1}"/>
              </a:ext>
            </a:extLst>
          </p:cNvPr>
          <p:cNvPicPr>
            <a:picLocks noChangeAspect="1"/>
          </p:cNvPicPr>
          <p:nvPr/>
        </p:nvPicPr>
        <p:blipFill>
          <a:blip r:embed="rId2"/>
          <a:stretch>
            <a:fillRect/>
          </a:stretch>
        </p:blipFill>
        <p:spPr>
          <a:xfrm>
            <a:off x="220133" y="1091224"/>
            <a:ext cx="9571428" cy="4028571"/>
          </a:xfrm>
          <a:prstGeom prst="rect">
            <a:avLst/>
          </a:prstGeom>
        </p:spPr>
      </p:pic>
      <p:sp>
        <p:nvSpPr>
          <p:cNvPr id="12" name="矩形: 圓角 11">
            <a:extLst>
              <a:ext uri="{FF2B5EF4-FFF2-40B4-BE49-F238E27FC236}">
                <a16:creationId xmlns:a16="http://schemas.microsoft.com/office/drawing/2014/main" id="{F252EE60-4876-FF42-93B1-D488E66949A6}"/>
              </a:ext>
            </a:extLst>
          </p:cNvPr>
          <p:cNvSpPr/>
          <p:nvPr/>
        </p:nvSpPr>
        <p:spPr bwMode="gray">
          <a:xfrm>
            <a:off x="2730500" y="4690409"/>
            <a:ext cx="247650" cy="282001"/>
          </a:xfrm>
          <a:prstGeom prst="roundRect">
            <a:avLst>
              <a:gd name="adj" fmla="val 2268"/>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pic>
        <p:nvPicPr>
          <p:cNvPr id="14" name="圖片 13">
            <a:extLst>
              <a:ext uri="{FF2B5EF4-FFF2-40B4-BE49-F238E27FC236}">
                <a16:creationId xmlns:a16="http://schemas.microsoft.com/office/drawing/2014/main" id="{2E8464E7-28FC-4693-0D52-53D85A1C4C97}"/>
              </a:ext>
            </a:extLst>
          </p:cNvPr>
          <p:cNvPicPr>
            <a:picLocks noChangeAspect="1"/>
          </p:cNvPicPr>
          <p:nvPr/>
        </p:nvPicPr>
        <p:blipFill>
          <a:blip r:embed="rId3"/>
          <a:stretch>
            <a:fillRect/>
          </a:stretch>
        </p:blipFill>
        <p:spPr>
          <a:xfrm>
            <a:off x="4197924" y="210761"/>
            <a:ext cx="3784742" cy="1930345"/>
          </a:xfrm>
          <a:prstGeom prst="rect">
            <a:avLst/>
          </a:prstGeom>
        </p:spPr>
      </p:pic>
      <p:pic>
        <p:nvPicPr>
          <p:cNvPr id="15" name="圖片 14">
            <a:extLst>
              <a:ext uri="{FF2B5EF4-FFF2-40B4-BE49-F238E27FC236}">
                <a16:creationId xmlns:a16="http://schemas.microsoft.com/office/drawing/2014/main" id="{B1D5F657-B27F-E4F7-4A6C-B6A2834A5820}"/>
              </a:ext>
            </a:extLst>
          </p:cNvPr>
          <p:cNvPicPr>
            <a:picLocks noChangeAspect="1"/>
          </p:cNvPicPr>
          <p:nvPr/>
        </p:nvPicPr>
        <p:blipFill>
          <a:blip r:embed="rId4"/>
          <a:stretch>
            <a:fillRect/>
          </a:stretch>
        </p:blipFill>
        <p:spPr>
          <a:xfrm>
            <a:off x="8268206" y="1206375"/>
            <a:ext cx="3766782" cy="1937022"/>
          </a:xfrm>
          <a:prstGeom prst="rect">
            <a:avLst/>
          </a:prstGeom>
        </p:spPr>
      </p:pic>
      <p:sp>
        <p:nvSpPr>
          <p:cNvPr id="16" name="矩形: 圓角 15">
            <a:extLst>
              <a:ext uri="{FF2B5EF4-FFF2-40B4-BE49-F238E27FC236}">
                <a16:creationId xmlns:a16="http://schemas.microsoft.com/office/drawing/2014/main" id="{E9A9073C-72CA-162F-DD77-10FBEC1E3AC7}"/>
              </a:ext>
            </a:extLst>
          </p:cNvPr>
          <p:cNvSpPr/>
          <p:nvPr/>
        </p:nvSpPr>
        <p:spPr bwMode="gray">
          <a:xfrm>
            <a:off x="3111500" y="4690409"/>
            <a:ext cx="247650" cy="282001"/>
          </a:xfrm>
          <a:prstGeom prst="roundRect">
            <a:avLst>
              <a:gd name="adj" fmla="val 2268"/>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17" name="矩形: 圓角 16">
            <a:extLst>
              <a:ext uri="{FF2B5EF4-FFF2-40B4-BE49-F238E27FC236}">
                <a16:creationId xmlns:a16="http://schemas.microsoft.com/office/drawing/2014/main" id="{14FE2FF6-7770-CFD5-4799-8AB98628EF51}"/>
              </a:ext>
            </a:extLst>
          </p:cNvPr>
          <p:cNvSpPr/>
          <p:nvPr/>
        </p:nvSpPr>
        <p:spPr bwMode="gray">
          <a:xfrm>
            <a:off x="4197924" y="210761"/>
            <a:ext cx="3766782" cy="1937022"/>
          </a:xfrm>
          <a:prstGeom prst="roundRect">
            <a:avLst>
              <a:gd name="adj" fmla="val 2268"/>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18" name="矩形: 圓角 17">
            <a:extLst>
              <a:ext uri="{FF2B5EF4-FFF2-40B4-BE49-F238E27FC236}">
                <a16:creationId xmlns:a16="http://schemas.microsoft.com/office/drawing/2014/main" id="{9D46C630-EBD1-EF4F-6B63-C63E02F36E34}"/>
              </a:ext>
            </a:extLst>
          </p:cNvPr>
          <p:cNvSpPr/>
          <p:nvPr/>
        </p:nvSpPr>
        <p:spPr bwMode="gray">
          <a:xfrm>
            <a:off x="8286166" y="1206375"/>
            <a:ext cx="3766782" cy="1937022"/>
          </a:xfrm>
          <a:prstGeom prst="roundRect">
            <a:avLst>
              <a:gd name="adj" fmla="val 2268"/>
            </a:avLst>
          </a:prstGeom>
          <a:noFill/>
          <a:ln w="3810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cxnSp>
        <p:nvCxnSpPr>
          <p:cNvPr id="19" name="直線單箭頭接點 18">
            <a:extLst>
              <a:ext uri="{FF2B5EF4-FFF2-40B4-BE49-F238E27FC236}">
                <a16:creationId xmlns:a16="http://schemas.microsoft.com/office/drawing/2014/main" id="{8F42E7E0-058E-52E0-0768-6B99C370147E}"/>
              </a:ext>
            </a:extLst>
          </p:cNvPr>
          <p:cNvCxnSpPr>
            <a:cxnSpLocks/>
            <a:stCxn id="12" idx="0"/>
          </p:cNvCxnSpPr>
          <p:nvPr/>
        </p:nvCxnSpPr>
        <p:spPr>
          <a:xfrm flipV="1">
            <a:off x="2854325" y="2111386"/>
            <a:ext cx="1461490" cy="2579023"/>
          </a:xfrm>
          <a:prstGeom prst="straightConnector1">
            <a:avLst/>
          </a:prstGeom>
          <a:ln w="57150">
            <a:solidFill>
              <a:srgbClr val="DAA1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70195034-46A2-E299-0B40-FBF7EFC766F1}"/>
              </a:ext>
            </a:extLst>
          </p:cNvPr>
          <p:cNvCxnSpPr>
            <a:cxnSpLocks/>
            <a:stCxn id="16" idx="3"/>
          </p:cNvCxnSpPr>
          <p:nvPr/>
        </p:nvCxnSpPr>
        <p:spPr>
          <a:xfrm flipV="1">
            <a:off x="3359150" y="2525141"/>
            <a:ext cx="4825416" cy="2306269"/>
          </a:xfrm>
          <a:prstGeom prst="straightConnector1">
            <a:avLst/>
          </a:prstGeom>
          <a:ln w="57150">
            <a:solidFill>
              <a:srgbClr val="DAA1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2" name="語音泡泡: 圓角矩形 21">
            <a:extLst>
              <a:ext uri="{FF2B5EF4-FFF2-40B4-BE49-F238E27FC236}">
                <a16:creationId xmlns:a16="http://schemas.microsoft.com/office/drawing/2014/main" id="{7DD98B6A-9BB7-4876-BCDD-2A3D554F9213}"/>
              </a:ext>
            </a:extLst>
          </p:cNvPr>
          <p:cNvSpPr/>
          <p:nvPr/>
        </p:nvSpPr>
        <p:spPr bwMode="gray">
          <a:xfrm>
            <a:off x="162983" y="5223890"/>
            <a:ext cx="3218392" cy="1061472"/>
          </a:xfrm>
          <a:prstGeom prst="wedgeRoundRectCallout">
            <a:avLst>
              <a:gd name="adj1" fmla="val 31664"/>
              <a:gd name="adj2" fmla="val -74462"/>
              <a:gd name="adj3" fmla="val 16667"/>
            </a:avLst>
          </a:prstGeom>
          <a:solidFill>
            <a:srgbClr val="FFFF00"/>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zh-TW" altLang="en-US" sz="1600" b="1" dirty="0"/>
              <a:t>點擊</a:t>
            </a:r>
            <a:r>
              <a:rPr lang="en-US" altLang="zh-TW" sz="1600" b="1" dirty="0"/>
              <a:t>『</a:t>
            </a:r>
            <a:r>
              <a:rPr lang="zh-TW" altLang="en-US" sz="1600" b="1" dirty="0">
                <a:solidFill>
                  <a:srgbClr val="C00000"/>
                </a:solidFill>
              </a:rPr>
              <a:t>設定大章保管者</a:t>
            </a:r>
            <a:r>
              <a:rPr lang="en-US" altLang="zh-TW" sz="1600" b="1" dirty="0"/>
              <a:t>』</a:t>
            </a:r>
            <a:r>
              <a:rPr lang="zh-TW" altLang="en-US" sz="1600" b="1" dirty="0"/>
              <a:t>按鈕，</a:t>
            </a:r>
            <a:r>
              <a:rPr lang="en-US" altLang="zh-TW" sz="1600" b="1" dirty="0"/>
              <a:t>Popup『</a:t>
            </a:r>
            <a:r>
              <a:rPr lang="zh-TW" altLang="en-US" sz="1600" b="1" dirty="0"/>
              <a:t>設定大章保管者</a:t>
            </a:r>
            <a:r>
              <a:rPr lang="en-US" altLang="zh-TW" sz="1600" b="1" dirty="0"/>
              <a:t>』</a:t>
            </a:r>
            <a:r>
              <a:rPr lang="zh-TW" altLang="en-US" sz="1600" b="1" dirty="0"/>
              <a:t>視窗，可設定大章保管者</a:t>
            </a:r>
          </a:p>
        </p:txBody>
      </p:sp>
      <p:sp>
        <p:nvSpPr>
          <p:cNvPr id="23" name="語音泡泡: 圓角矩形 22">
            <a:extLst>
              <a:ext uri="{FF2B5EF4-FFF2-40B4-BE49-F238E27FC236}">
                <a16:creationId xmlns:a16="http://schemas.microsoft.com/office/drawing/2014/main" id="{17149F91-79C1-4930-014B-EE9CCA07962B}"/>
              </a:ext>
            </a:extLst>
          </p:cNvPr>
          <p:cNvSpPr/>
          <p:nvPr/>
        </p:nvSpPr>
        <p:spPr bwMode="gray">
          <a:xfrm>
            <a:off x="3648570" y="5342445"/>
            <a:ext cx="3218391" cy="1061472"/>
          </a:xfrm>
          <a:prstGeom prst="wedgeRoundRectCallout">
            <a:avLst>
              <a:gd name="adj1" fmla="val -58061"/>
              <a:gd name="adj2" fmla="val -81959"/>
              <a:gd name="adj3" fmla="val 16667"/>
            </a:avLst>
          </a:prstGeom>
          <a:solidFill>
            <a:srgbClr val="FFFF00"/>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zh-TW" altLang="en-US" sz="1600" b="1" dirty="0"/>
              <a:t>點擊</a:t>
            </a:r>
            <a:r>
              <a:rPr lang="en-US" altLang="zh-TW" sz="1600" b="1" dirty="0"/>
              <a:t>『</a:t>
            </a:r>
            <a:r>
              <a:rPr lang="zh-TW" altLang="en-US" sz="1600" b="1" dirty="0">
                <a:solidFill>
                  <a:srgbClr val="C00000"/>
                </a:solidFill>
              </a:rPr>
              <a:t>設定小章保管者</a:t>
            </a:r>
            <a:r>
              <a:rPr lang="en-US" altLang="zh-TW" sz="1600" b="1" dirty="0"/>
              <a:t>』</a:t>
            </a:r>
            <a:r>
              <a:rPr lang="zh-TW" altLang="en-US" sz="1600" b="1" dirty="0"/>
              <a:t>按鈕，</a:t>
            </a:r>
            <a:r>
              <a:rPr lang="en-US" altLang="zh-TW" sz="1600" b="1" dirty="0"/>
              <a:t>Popup『</a:t>
            </a:r>
            <a:r>
              <a:rPr lang="zh-TW" altLang="en-US" sz="1600" b="1" dirty="0"/>
              <a:t>設定小章保管者</a:t>
            </a:r>
            <a:r>
              <a:rPr lang="en-US" altLang="zh-TW" sz="1600" b="1" dirty="0"/>
              <a:t>』</a:t>
            </a:r>
            <a:r>
              <a:rPr lang="zh-TW" altLang="en-US" sz="1600" b="1" dirty="0"/>
              <a:t>視窗，可設定小章保管者</a:t>
            </a:r>
          </a:p>
        </p:txBody>
      </p:sp>
    </p:spTree>
    <p:extLst>
      <p:ext uri="{BB962C8B-B14F-4D97-AF65-F5344CB8AC3E}">
        <p14:creationId xmlns:p14="http://schemas.microsoft.com/office/powerpoint/2010/main" val="3694687566"/>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6FC2B4"/>
        </a:solidFill>
        <a:effectLst/>
      </p:bgPr>
    </p:bg>
    <p:spTree>
      <p:nvGrpSpPr>
        <p:cNvPr id="1" name="">
          <a:extLst>
            <a:ext uri="{FF2B5EF4-FFF2-40B4-BE49-F238E27FC236}">
              <a16:creationId xmlns:a16="http://schemas.microsoft.com/office/drawing/2014/main" id="{3DCA175F-BC5F-070E-DBDA-726CDEAA3C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34F322-2174-E0C1-CBF4-7F7B1129929F}"/>
              </a:ext>
            </a:extLst>
          </p:cNvPr>
          <p:cNvSpPr>
            <a:spLocks noGrp="1"/>
          </p:cNvSpPr>
          <p:nvPr>
            <p:ph type="title"/>
          </p:nvPr>
        </p:nvSpPr>
        <p:spPr>
          <a:xfrm>
            <a:off x="0" y="2419885"/>
            <a:ext cx="12124267" cy="2067448"/>
          </a:xfrm>
        </p:spPr>
        <p:txBody>
          <a:bodyPr anchor="ctr"/>
          <a:lstStyle/>
          <a:p>
            <a:pPr algn="ctr">
              <a:lnSpc>
                <a:spcPct val="150000"/>
              </a:lnSpc>
            </a:pPr>
            <a:r>
              <a:rPr lang="zh-TW" altLang="en-US" sz="4400" dirty="0">
                <a:latin typeface="Calibri" panose="020F0502020204030204" pitchFamily="34" charset="0"/>
                <a:cs typeface="Calibri" panose="020F0502020204030204" pitchFamily="34" charset="0"/>
              </a:rPr>
              <a:t>   </a:t>
            </a:r>
            <a:r>
              <a:rPr lang="en-US" altLang="zh-TW" sz="4400" dirty="0">
                <a:latin typeface="Calibri" panose="020F0502020204030204" pitchFamily="34" charset="0"/>
                <a:cs typeface="Calibri" panose="020F0502020204030204" pitchFamily="34" charset="0"/>
              </a:rPr>
              <a:t>6. </a:t>
            </a:r>
            <a:r>
              <a:rPr lang="zh-TW" altLang="en-US" sz="4200" dirty="0">
                <a:latin typeface="Calibri" panose="020F0502020204030204" pitchFamily="34" charset="0"/>
                <a:cs typeface="Calibri" panose="020F0502020204030204" pitchFamily="34" charset="0"/>
              </a:rPr>
              <a:t>「合約審閱進度查詢 」、 「已歸檔合約查詢 」</a:t>
            </a:r>
            <a:br>
              <a:rPr lang="en-US" altLang="zh-TW" sz="4400" dirty="0">
                <a:latin typeface="Calibri" panose="020F0502020204030204" pitchFamily="34" charset="0"/>
                <a:cs typeface="Calibri" panose="020F0502020204030204" pitchFamily="34" charset="0"/>
              </a:rPr>
            </a:br>
            <a:r>
              <a:rPr lang="en-US" altLang="zh-TW" sz="4400" dirty="0">
                <a:latin typeface="Calibri" panose="020F0502020204030204" pitchFamily="34" charset="0"/>
                <a:cs typeface="Calibri" panose="020F0502020204030204" pitchFamily="34" charset="0"/>
              </a:rPr>
              <a:t>- </a:t>
            </a:r>
            <a:r>
              <a:rPr lang="zh-TW" altLang="en-US" sz="4800" dirty="0">
                <a:solidFill>
                  <a:srgbClr val="FFFF00"/>
                </a:solidFill>
                <a:latin typeface="Calibri" panose="020F0502020204030204" pitchFamily="34" charset="0"/>
                <a:cs typeface="Calibri" panose="020F0502020204030204" pitchFamily="34" charset="0"/>
              </a:rPr>
              <a:t>資料閱覽權限</a:t>
            </a:r>
          </a:p>
        </p:txBody>
      </p:sp>
    </p:spTree>
    <p:extLst>
      <p:ext uri="{BB962C8B-B14F-4D97-AF65-F5344CB8AC3E}">
        <p14:creationId xmlns:p14="http://schemas.microsoft.com/office/powerpoint/2010/main" val="908254070"/>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C1389-E990-8EF8-C713-4522C89AD026}"/>
            </a:ext>
          </a:extLst>
        </p:cNvPr>
        <p:cNvGrpSpPr/>
        <p:nvPr/>
      </p:nvGrpSpPr>
      <p:grpSpPr>
        <a:xfrm>
          <a:off x="0" y="0"/>
          <a:ext cx="0" cy="0"/>
          <a:chOff x="0" y="0"/>
          <a:chExt cx="0" cy="0"/>
        </a:xfrm>
      </p:grpSpPr>
      <p:sp>
        <p:nvSpPr>
          <p:cNvPr id="5" name="標題 4">
            <a:extLst>
              <a:ext uri="{FF2B5EF4-FFF2-40B4-BE49-F238E27FC236}">
                <a16:creationId xmlns:a16="http://schemas.microsoft.com/office/drawing/2014/main" id="{146AD5E8-96AA-83E4-C59B-4C36D7D5F24F}"/>
              </a:ext>
            </a:extLst>
          </p:cNvPr>
          <p:cNvSpPr>
            <a:spLocks noGrp="1"/>
          </p:cNvSpPr>
          <p:nvPr>
            <p:ph type="title"/>
          </p:nvPr>
        </p:nvSpPr>
        <p:spPr>
          <a:xfrm>
            <a:off x="469900" y="123292"/>
            <a:ext cx="8318500" cy="334102"/>
          </a:xfrm>
        </p:spPr>
        <p:txBody>
          <a:bodyPr/>
          <a:lstStyle/>
          <a:p>
            <a:r>
              <a:rPr lang="zh-TW" altLang="en-US" sz="2800" b="1" dirty="0"/>
              <a:t>資料閱覽權限</a:t>
            </a:r>
            <a:r>
              <a:rPr lang="en-US" altLang="zh-TW" sz="2800" b="1" dirty="0"/>
              <a:t>-</a:t>
            </a:r>
            <a:r>
              <a:rPr lang="en-US" altLang="zh-TW" sz="2800" b="1" dirty="0">
                <a:solidFill>
                  <a:srgbClr val="313131"/>
                </a:solidFill>
                <a:ea typeface="微軟正黑體" panose="020B0604030504040204" pitchFamily="34" charset="-120"/>
              </a:rPr>
              <a:t> 『</a:t>
            </a:r>
            <a:r>
              <a:rPr lang="zh-TW" altLang="en-US" sz="2800" b="1" dirty="0">
                <a:solidFill>
                  <a:srgbClr val="007680"/>
                </a:solidFill>
                <a:ea typeface="微軟正黑體" panose="020B0604030504040204" pitchFamily="34" charset="-120"/>
              </a:rPr>
              <a:t>合約審閱進度查詢</a:t>
            </a:r>
            <a:r>
              <a:rPr lang="en-US" altLang="zh-TW" sz="2800" b="1" dirty="0">
                <a:solidFill>
                  <a:srgbClr val="313131"/>
                </a:solidFill>
                <a:ea typeface="微軟正黑體" panose="020B0604030504040204" pitchFamily="34" charset="-120"/>
              </a:rPr>
              <a:t>』</a:t>
            </a:r>
            <a:r>
              <a:rPr lang="zh-TW" altLang="en-US" sz="2800" b="1" dirty="0">
                <a:solidFill>
                  <a:srgbClr val="313131"/>
                </a:solidFill>
                <a:ea typeface="微軟正黑體" panose="020B0604030504040204" pitchFamily="34" charset="-120"/>
              </a:rPr>
              <a:t>功能</a:t>
            </a:r>
            <a:endParaRPr lang="zh-TW" altLang="en-US" sz="2800" b="1" dirty="0"/>
          </a:p>
        </p:txBody>
      </p:sp>
      <p:sp>
        <p:nvSpPr>
          <p:cNvPr id="3" name="矩形 2">
            <a:extLst>
              <a:ext uri="{FF2B5EF4-FFF2-40B4-BE49-F238E27FC236}">
                <a16:creationId xmlns:a16="http://schemas.microsoft.com/office/drawing/2014/main" id="{4DF3191A-07C9-0676-DA31-0E9474171126}"/>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12" name="文字方塊 11">
            <a:extLst>
              <a:ext uri="{FF2B5EF4-FFF2-40B4-BE49-F238E27FC236}">
                <a16:creationId xmlns:a16="http://schemas.microsoft.com/office/drawing/2014/main" id="{CF327607-D8AC-25E7-73A3-CBE0684968EC}"/>
              </a:ext>
            </a:extLst>
          </p:cNvPr>
          <p:cNvSpPr txBox="1"/>
          <p:nvPr/>
        </p:nvSpPr>
        <p:spPr>
          <a:xfrm>
            <a:off x="409190" y="891882"/>
            <a:ext cx="8631767" cy="215444"/>
          </a:xfrm>
          <a:prstGeom prst="rect">
            <a:avLst/>
          </a:prstGeom>
          <a:noFill/>
        </p:spPr>
        <p:txBody>
          <a:bodyPr wrap="square" lIns="0" tIns="0" rIns="0" bIns="0" rtlCol="0">
            <a:spAutoFit/>
          </a:bodyPr>
          <a:lstStyle/>
          <a:p>
            <a:pPr marL="203200" indent="-203200">
              <a:spcBef>
                <a:spcPts val="600"/>
              </a:spcBef>
              <a:buSzPct val="100000"/>
              <a:buFont typeface="Arial"/>
              <a:buChar char="•"/>
            </a:pPr>
            <a:r>
              <a:rPr lang="zh-TW" altLang="en-US" sz="1400" dirty="0">
                <a:solidFill>
                  <a:srgbClr val="2D747B"/>
                </a:solidFill>
                <a:latin typeface="+mn-ea"/>
              </a:rPr>
              <a:t>在列表上可以檢視到的資料，都是登入者有權限閱覽合約</a:t>
            </a:r>
            <a:r>
              <a:rPr lang="en-US" altLang="zh-TW" sz="1400" dirty="0">
                <a:solidFill>
                  <a:srgbClr val="2D747B"/>
                </a:solidFill>
                <a:latin typeface="+mn-ea"/>
              </a:rPr>
              <a:t>『</a:t>
            </a:r>
            <a:r>
              <a:rPr lang="zh-TW" altLang="en-US" sz="1400" dirty="0">
                <a:solidFill>
                  <a:srgbClr val="2D747B"/>
                </a:solidFill>
                <a:latin typeface="+mn-ea"/>
              </a:rPr>
              <a:t>明細</a:t>
            </a:r>
            <a:r>
              <a:rPr lang="en-US" altLang="zh-TW" sz="1400" dirty="0">
                <a:solidFill>
                  <a:srgbClr val="2D747B"/>
                </a:solidFill>
                <a:latin typeface="+mn-ea"/>
              </a:rPr>
              <a:t>』</a:t>
            </a:r>
            <a:r>
              <a:rPr lang="zh-TW" altLang="en-US" sz="1400" dirty="0">
                <a:solidFill>
                  <a:srgbClr val="2D747B"/>
                </a:solidFill>
                <a:latin typeface="+mn-ea"/>
              </a:rPr>
              <a:t>的資料，所以皆會提供</a:t>
            </a:r>
            <a:r>
              <a:rPr lang="en-US" altLang="zh-TW" sz="1400" dirty="0">
                <a:solidFill>
                  <a:srgbClr val="2D747B"/>
                </a:solidFill>
                <a:latin typeface="+mn-ea"/>
              </a:rPr>
              <a:t>『</a:t>
            </a:r>
            <a:r>
              <a:rPr lang="zh-TW" altLang="en-US" sz="1400" dirty="0">
                <a:solidFill>
                  <a:srgbClr val="2D747B"/>
                </a:solidFill>
                <a:latin typeface="+mn-ea"/>
              </a:rPr>
              <a:t>明細</a:t>
            </a:r>
            <a:r>
              <a:rPr lang="en-US" altLang="zh-TW" sz="1400" dirty="0">
                <a:solidFill>
                  <a:srgbClr val="2D747B"/>
                </a:solidFill>
                <a:latin typeface="+mn-ea"/>
              </a:rPr>
              <a:t>』</a:t>
            </a:r>
            <a:r>
              <a:rPr lang="zh-TW" altLang="en-US" sz="1400" dirty="0">
                <a:solidFill>
                  <a:srgbClr val="2D747B"/>
                </a:solidFill>
                <a:latin typeface="+mn-ea"/>
              </a:rPr>
              <a:t>按鈕。</a:t>
            </a:r>
          </a:p>
        </p:txBody>
      </p:sp>
      <p:pic>
        <p:nvPicPr>
          <p:cNvPr id="8" name="圖片 7">
            <a:extLst>
              <a:ext uri="{FF2B5EF4-FFF2-40B4-BE49-F238E27FC236}">
                <a16:creationId xmlns:a16="http://schemas.microsoft.com/office/drawing/2014/main" id="{AA06EB1E-D5C2-AF12-F1C9-13B89DBECD0D}"/>
              </a:ext>
            </a:extLst>
          </p:cNvPr>
          <p:cNvPicPr>
            <a:picLocks noChangeAspect="1"/>
          </p:cNvPicPr>
          <p:nvPr/>
        </p:nvPicPr>
        <p:blipFill>
          <a:blip r:embed="rId2"/>
          <a:stretch>
            <a:fillRect/>
          </a:stretch>
        </p:blipFill>
        <p:spPr>
          <a:xfrm>
            <a:off x="409189" y="1261052"/>
            <a:ext cx="11227241" cy="3286234"/>
          </a:xfrm>
          <a:prstGeom prst="rect">
            <a:avLst/>
          </a:prstGeom>
        </p:spPr>
      </p:pic>
    </p:spTree>
    <p:extLst>
      <p:ext uri="{BB962C8B-B14F-4D97-AF65-F5344CB8AC3E}">
        <p14:creationId xmlns:p14="http://schemas.microsoft.com/office/powerpoint/2010/main" val="1757837270"/>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E8762-5C9F-8130-9EA4-D0C3BDFE0F5C}"/>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364F1449-2AA6-ED45-45E5-3B4098C337E5}"/>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12" name="標題 4">
            <a:extLst>
              <a:ext uri="{FF2B5EF4-FFF2-40B4-BE49-F238E27FC236}">
                <a16:creationId xmlns:a16="http://schemas.microsoft.com/office/drawing/2014/main" id="{3FF07B87-55DE-DEAE-679A-C4546727F0C9}"/>
              </a:ext>
            </a:extLst>
          </p:cNvPr>
          <p:cNvSpPr>
            <a:spLocks noGrp="1"/>
          </p:cNvSpPr>
          <p:nvPr>
            <p:ph type="title"/>
          </p:nvPr>
        </p:nvSpPr>
        <p:spPr>
          <a:xfrm>
            <a:off x="469900" y="123292"/>
            <a:ext cx="8318500" cy="334102"/>
          </a:xfrm>
        </p:spPr>
        <p:txBody>
          <a:bodyPr/>
          <a:lstStyle/>
          <a:p>
            <a:r>
              <a:rPr lang="zh-TW" altLang="en-US" sz="2800" b="1" dirty="0"/>
              <a:t>資料閱覽權限</a:t>
            </a:r>
            <a:r>
              <a:rPr lang="en-US" altLang="zh-TW" sz="2800" b="1" dirty="0"/>
              <a:t>-</a:t>
            </a:r>
            <a:r>
              <a:rPr lang="en-US" altLang="zh-TW" sz="2800" b="1" dirty="0">
                <a:solidFill>
                  <a:srgbClr val="313131"/>
                </a:solidFill>
                <a:ea typeface="微軟正黑體" panose="020B0604030504040204" pitchFamily="34" charset="-120"/>
              </a:rPr>
              <a:t> 『</a:t>
            </a:r>
            <a:r>
              <a:rPr lang="zh-TW" altLang="en-US" sz="2800" b="1" dirty="0">
                <a:solidFill>
                  <a:srgbClr val="007680"/>
                </a:solidFill>
                <a:ea typeface="微軟正黑體" panose="020B0604030504040204" pitchFamily="34" charset="-120"/>
              </a:rPr>
              <a:t>合約審閱進度查詢</a:t>
            </a:r>
            <a:r>
              <a:rPr lang="en-US" altLang="zh-TW" sz="2800" b="1" dirty="0">
                <a:solidFill>
                  <a:srgbClr val="313131"/>
                </a:solidFill>
                <a:ea typeface="微軟正黑體" panose="020B0604030504040204" pitchFamily="34" charset="-120"/>
              </a:rPr>
              <a:t>』</a:t>
            </a:r>
            <a:r>
              <a:rPr lang="zh-TW" altLang="en-US" sz="2800" b="1" dirty="0">
                <a:solidFill>
                  <a:srgbClr val="313131"/>
                </a:solidFill>
                <a:ea typeface="微軟正黑體" panose="020B0604030504040204" pitchFamily="34" charset="-120"/>
              </a:rPr>
              <a:t>功能</a:t>
            </a:r>
            <a:endParaRPr lang="zh-TW" altLang="en-US" sz="2800" b="1" dirty="0"/>
          </a:p>
        </p:txBody>
      </p:sp>
      <p:grpSp>
        <p:nvGrpSpPr>
          <p:cNvPr id="16" name="群組 15">
            <a:extLst>
              <a:ext uri="{FF2B5EF4-FFF2-40B4-BE49-F238E27FC236}">
                <a16:creationId xmlns:a16="http://schemas.microsoft.com/office/drawing/2014/main" id="{01EC5FB7-EFCD-CC93-03B1-3C284F3CB2BF}"/>
              </a:ext>
            </a:extLst>
          </p:cNvPr>
          <p:cNvGrpSpPr/>
          <p:nvPr/>
        </p:nvGrpSpPr>
        <p:grpSpPr>
          <a:xfrm>
            <a:off x="425087" y="1126067"/>
            <a:ext cx="10881991" cy="5334000"/>
            <a:chOff x="425087" y="1126067"/>
            <a:chExt cx="10881991" cy="5334000"/>
          </a:xfrm>
        </p:grpSpPr>
        <p:grpSp>
          <p:nvGrpSpPr>
            <p:cNvPr id="8" name="群組 7">
              <a:extLst>
                <a:ext uri="{FF2B5EF4-FFF2-40B4-BE49-F238E27FC236}">
                  <a16:creationId xmlns:a16="http://schemas.microsoft.com/office/drawing/2014/main" id="{5E6C9E2D-E8C6-3DAF-EAEC-9F9E57E9ABFA}"/>
                </a:ext>
              </a:extLst>
            </p:cNvPr>
            <p:cNvGrpSpPr/>
            <p:nvPr/>
          </p:nvGrpSpPr>
          <p:grpSpPr>
            <a:xfrm>
              <a:off x="425087" y="1126067"/>
              <a:ext cx="10881991" cy="5334000"/>
              <a:chOff x="425087" y="1126067"/>
              <a:chExt cx="10881991" cy="5334000"/>
            </a:xfrm>
          </p:grpSpPr>
          <p:pic>
            <p:nvPicPr>
              <p:cNvPr id="6" name="圖片 5">
                <a:extLst>
                  <a:ext uri="{FF2B5EF4-FFF2-40B4-BE49-F238E27FC236}">
                    <a16:creationId xmlns:a16="http://schemas.microsoft.com/office/drawing/2014/main" id="{3ABBEBDD-F65A-D016-82E0-206A0934FEFD}"/>
                  </a:ext>
                </a:extLst>
              </p:cNvPr>
              <p:cNvPicPr>
                <a:picLocks noChangeAspect="1"/>
              </p:cNvPicPr>
              <p:nvPr/>
            </p:nvPicPr>
            <p:blipFill>
              <a:blip r:embed="rId2"/>
              <a:stretch>
                <a:fillRect/>
              </a:stretch>
            </p:blipFill>
            <p:spPr>
              <a:xfrm>
                <a:off x="469899" y="1209720"/>
                <a:ext cx="10837179" cy="5250347"/>
              </a:xfrm>
              <a:prstGeom prst="rect">
                <a:avLst/>
              </a:prstGeom>
            </p:spPr>
          </p:pic>
          <p:sp>
            <p:nvSpPr>
              <p:cNvPr id="4" name="矩形 3">
                <a:extLst>
                  <a:ext uri="{FF2B5EF4-FFF2-40B4-BE49-F238E27FC236}">
                    <a16:creationId xmlns:a16="http://schemas.microsoft.com/office/drawing/2014/main" id="{0DEE5FD2-A7A5-EAD3-BBFE-0299F463F4FA}"/>
                  </a:ext>
                </a:extLst>
              </p:cNvPr>
              <p:cNvSpPr/>
              <p:nvPr/>
            </p:nvSpPr>
            <p:spPr bwMode="gray">
              <a:xfrm>
                <a:off x="425087" y="1126067"/>
                <a:ext cx="10837179" cy="5334000"/>
              </a:xfrm>
              <a:prstGeom prst="rect">
                <a:avLst/>
              </a:prstGeom>
              <a:noFill/>
              <a:ln w="19050" algn="ctr">
                <a:solidFill>
                  <a:schemeClr val="bg1">
                    <a:lumMod val="65000"/>
                  </a:schemeClr>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grpSp>
        <p:sp>
          <p:nvSpPr>
            <p:cNvPr id="13" name="矩形 12">
              <a:extLst>
                <a:ext uri="{FF2B5EF4-FFF2-40B4-BE49-F238E27FC236}">
                  <a16:creationId xmlns:a16="http://schemas.microsoft.com/office/drawing/2014/main" id="{DE7C3152-AE13-3163-4A6C-559D50AD9195}"/>
                </a:ext>
              </a:extLst>
            </p:cNvPr>
            <p:cNvSpPr/>
            <p:nvPr/>
          </p:nvSpPr>
          <p:spPr bwMode="gray">
            <a:xfrm>
              <a:off x="828134" y="4244086"/>
              <a:ext cx="238666" cy="1928113"/>
            </a:xfrm>
            <a:prstGeom prst="rect">
              <a:avLst/>
            </a:prstGeom>
            <a:noFill/>
            <a:ln w="28575" algn="ctr">
              <a:solidFill>
                <a:srgbClr val="DA291C"/>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15" name="語音泡泡: 圓角矩形 14">
              <a:extLst>
                <a:ext uri="{FF2B5EF4-FFF2-40B4-BE49-F238E27FC236}">
                  <a16:creationId xmlns:a16="http://schemas.microsoft.com/office/drawing/2014/main" id="{85E58C11-DE95-2E66-80B5-3A6548C261A0}"/>
                </a:ext>
              </a:extLst>
            </p:cNvPr>
            <p:cNvSpPr/>
            <p:nvPr/>
          </p:nvSpPr>
          <p:spPr bwMode="gray">
            <a:xfrm>
              <a:off x="4061815" y="2700867"/>
              <a:ext cx="7071852" cy="956734"/>
            </a:xfrm>
            <a:prstGeom prst="wedgeRoundRectCallout">
              <a:avLst>
                <a:gd name="adj1" fmla="val -20874"/>
                <a:gd name="adj2" fmla="val 88170"/>
                <a:gd name="adj3" fmla="val 16667"/>
              </a:avLst>
            </a:prstGeom>
            <a:solidFill>
              <a:srgbClr val="FFFF00"/>
            </a:solidFill>
            <a:ln w="19050" algn="ctr">
              <a:solidFill>
                <a:schemeClr val="tx1"/>
              </a:solidFill>
              <a:miter lim="800000"/>
              <a:headEnd/>
              <a:tailEnd/>
            </a:ln>
          </p:spPr>
          <p:txBody>
            <a:bodyPr wrap="square" lIns="88900" tIns="88900" rIns="88900" bIns="88900" rtlCol="0" anchor="ctr"/>
            <a:lstStyle/>
            <a:p>
              <a:pPr marL="203200" indent="-203200">
                <a:spcBef>
                  <a:spcPts val="600"/>
                </a:spcBef>
                <a:buSzPct val="100000"/>
                <a:buFont typeface="Arial"/>
                <a:buChar char="•"/>
              </a:pPr>
              <a:r>
                <a:rPr lang="zh-TW" altLang="en-US" sz="1600" dirty="0">
                  <a:latin typeface="+mn-ea"/>
                </a:rPr>
                <a:t>列表呈現目前正在審核流程中的</a:t>
              </a:r>
              <a:r>
                <a:rPr lang="en-US" altLang="zh-TW" sz="1600" dirty="0">
                  <a:latin typeface="+mn-ea"/>
                </a:rPr>
                <a:t>"</a:t>
              </a:r>
              <a:r>
                <a:rPr lang="zh-TW" altLang="en-US" sz="1600" dirty="0">
                  <a:latin typeface="+mn-ea"/>
                </a:rPr>
                <a:t>合約審閱申請單</a:t>
              </a:r>
              <a:r>
                <a:rPr lang="en-US" altLang="zh-TW" sz="1600" dirty="0">
                  <a:latin typeface="+mn-ea"/>
                </a:rPr>
                <a:t>"</a:t>
              </a:r>
              <a:r>
                <a:rPr lang="zh-TW" altLang="en-US" sz="1600" dirty="0">
                  <a:latin typeface="+mn-ea"/>
                </a:rPr>
                <a:t>資料</a:t>
              </a:r>
              <a:endParaRPr lang="en-US" altLang="zh-TW" sz="1600" dirty="0">
                <a:latin typeface="+mn-ea"/>
              </a:endParaRPr>
            </a:p>
            <a:p>
              <a:pPr marL="203200" indent="-203200">
                <a:spcBef>
                  <a:spcPts val="600"/>
                </a:spcBef>
                <a:buSzPct val="100000"/>
                <a:buFont typeface="Arial"/>
                <a:buChar char="•"/>
              </a:pPr>
              <a:r>
                <a:rPr lang="zh-TW" altLang="en-US" sz="1600" dirty="0">
                  <a:latin typeface="+mn-ea"/>
                </a:rPr>
                <a:t>登入者在列表上有權限檢視到的資料，就可以閱覽該合約的「明細」內容 ，所以皆會提供</a:t>
              </a:r>
              <a:r>
                <a:rPr lang="en-US" altLang="zh-TW" sz="1600" dirty="0">
                  <a:solidFill>
                    <a:srgbClr val="FF0000"/>
                  </a:solidFill>
                  <a:latin typeface="+mn-ea"/>
                </a:rPr>
                <a:t>『</a:t>
              </a:r>
              <a:r>
                <a:rPr lang="zh-TW" altLang="en-US" sz="1600" dirty="0">
                  <a:solidFill>
                    <a:srgbClr val="FF0000"/>
                  </a:solidFill>
                  <a:latin typeface="+mn-ea"/>
                </a:rPr>
                <a:t>明細</a:t>
              </a:r>
              <a:r>
                <a:rPr lang="en-US" altLang="zh-TW" sz="1600" dirty="0">
                  <a:solidFill>
                    <a:srgbClr val="FF0000"/>
                  </a:solidFill>
                  <a:latin typeface="+mn-ea"/>
                </a:rPr>
                <a:t>』</a:t>
              </a:r>
              <a:r>
                <a:rPr lang="zh-TW" altLang="en-US" sz="1600" dirty="0">
                  <a:latin typeface="+mn-ea"/>
                </a:rPr>
                <a:t>按鈕。</a:t>
              </a:r>
            </a:p>
          </p:txBody>
        </p:sp>
      </p:grpSp>
      <p:sp>
        <p:nvSpPr>
          <p:cNvPr id="17" name="TextBox 5">
            <a:extLst>
              <a:ext uri="{FF2B5EF4-FFF2-40B4-BE49-F238E27FC236}">
                <a16:creationId xmlns:a16="http://schemas.microsoft.com/office/drawing/2014/main" id="{1D43D21A-9468-1A29-0408-0BA745E81CC9}"/>
              </a:ext>
            </a:extLst>
          </p:cNvPr>
          <p:cNvSpPr txBox="1"/>
          <p:nvPr/>
        </p:nvSpPr>
        <p:spPr>
          <a:xfrm>
            <a:off x="469899" y="673457"/>
            <a:ext cx="8521701" cy="307777"/>
          </a:xfrm>
          <a:prstGeom prst="rect">
            <a:avLst/>
          </a:prstGeom>
          <a:noFill/>
        </p:spPr>
        <p:txBody>
          <a:bodyPr wrap="square" lIns="0" tIns="0" rIns="0" bIns="0" rtlCol="0">
            <a:spAutoFit/>
          </a:bodyPr>
          <a:lstStyle/>
          <a:p>
            <a:pPr marL="342900" indent="-342900">
              <a:spcBef>
                <a:spcPts val="1200"/>
              </a:spcBef>
              <a:buSzPct val="100000"/>
              <a:buFont typeface="Wingdings" panose="05000000000000000000" pitchFamily="2" charset="2"/>
              <a:buChar char="l"/>
            </a:pPr>
            <a:r>
              <a:rPr lang="en-US" altLang="zh-TW" sz="2000" b="1" dirty="0">
                <a:solidFill>
                  <a:schemeClr val="accent3">
                    <a:lumMod val="75000"/>
                  </a:schemeClr>
                </a:solidFill>
                <a:ea typeface="微軟正黑體" panose="020B0604030504040204" pitchFamily="34" charset="-120"/>
              </a:rPr>
              <a:t>『</a:t>
            </a:r>
            <a:r>
              <a:rPr lang="zh-TW" altLang="en-US" sz="2000" b="1" dirty="0">
                <a:solidFill>
                  <a:schemeClr val="accent3">
                    <a:lumMod val="75000"/>
                  </a:schemeClr>
                </a:solidFill>
                <a:ea typeface="微軟正黑體" panose="020B0604030504040204" pitchFamily="34" charset="-120"/>
              </a:rPr>
              <a:t>合約審閱進度查詢</a:t>
            </a:r>
            <a:r>
              <a:rPr lang="en-US" altLang="zh-TW" sz="2000" b="1" dirty="0">
                <a:solidFill>
                  <a:schemeClr val="accent3">
                    <a:lumMod val="75000"/>
                  </a:schemeClr>
                </a:solidFill>
                <a:ea typeface="微軟正黑體" panose="020B0604030504040204" pitchFamily="34" charset="-120"/>
              </a:rPr>
              <a:t>』</a:t>
            </a:r>
            <a:r>
              <a:rPr lang="zh-TW" altLang="en-US" sz="2000" b="1" dirty="0">
                <a:solidFill>
                  <a:schemeClr val="accent3">
                    <a:lumMod val="75000"/>
                  </a:schemeClr>
                </a:solidFill>
                <a:ea typeface="微軟正黑體" panose="020B0604030504040204" pitchFamily="34" charset="-120"/>
              </a:rPr>
              <a:t>操作畫面：</a:t>
            </a:r>
            <a:endParaRPr lang="en-US" altLang="zh-TW" sz="2000" b="1" dirty="0">
              <a:solidFill>
                <a:schemeClr val="accent3">
                  <a:lumMod val="75000"/>
                </a:schemeClr>
              </a:solidFill>
              <a:ea typeface="微軟正黑體" panose="020B0604030504040204" pitchFamily="34" charset="-120"/>
            </a:endParaRPr>
          </a:p>
        </p:txBody>
      </p:sp>
    </p:spTree>
    <p:extLst>
      <p:ext uri="{BB962C8B-B14F-4D97-AF65-F5344CB8AC3E}">
        <p14:creationId xmlns:p14="http://schemas.microsoft.com/office/powerpoint/2010/main" val="2945860485"/>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B6C70-0E5E-B79A-1A25-9113C8A13DB2}"/>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39451C1B-D60D-A7C5-52F9-BADD7FE63C0E}"/>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15" name="標題 4">
            <a:extLst>
              <a:ext uri="{FF2B5EF4-FFF2-40B4-BE49-F238E27FC236}">
                <a16:creationId xmlns:a16="http://schemas.microsoft.com/office/drawing/2014/main" id="{1DFA303F-0088-6D71-AE67-EDC334AD30CD}"/>
              </a:ext>
            </a:extLst>
          </p:cNvPr>
          <p:cNvSpPr>
            <a:spLocks noGrp="1"/>
          </p:cNvSpPr>
          <p:nvPr>
            <p:ph type="title"/>
          </p:nvPr>
        </p:nvSpPr>
        <p:spPr>
          <a:xfrm>
            <a:off x="469900" y="123292"/>
            <a:ext cx="8318500" cy="334102"/>
          </a:xfrm>
        </p:spPr>
        <p:txBody>
          <a:bodyPr/>
          <a:lstStyle/>
          <a:p>
            <a:r>
              <a:rPr lang="zh-TW" altLang="en-US" sz="2800" b="1" dirty="0"/>
              <a:t>資料閱覽權限</a:t>
            </a:r>
            <a:r>
              <a:rPr lang="en-US" altLang="zh-TW" sz="2800" b="1" dirty="0"/>
              <a:t>-</a:t>
            </a:r>
            <a:r>
              <a:rPr lang="en-US" altLang="zh-TW" sz="2800" b="1" dirty="0">
                <a:solidFill>
                  <a:srgbClr val="313131"/>
                </a:solidFill>
                <a:ea typeface="微軟正黑體" panose="020B0604030504040204" pitchFamily="34" charset="-120"/>
              </a:rPr>
              <a:t> 『</a:t>
            </a:r>
            <a:r>
              <a:rPr lang="zh-TW" altLang="en-US" sz="2800" b="1" dirty="0">
                <a:solidFill>
                  <a:srgbClr val="007680"/>
                </a:solidFill>
              </a:rPr>
              <a:t>已</a:t>
            </a:r>
            <a:r>
              <a:rPr lang="zh-TW" altLang="en-US" sz="2800" b="1" dirty="0">
                <a:solidFill>
                  <a:srgbClr val="007680"/>
                </a:solidFill>
                <a:ea typeface="微軟正黑體" panose="020B0604030504040204" pitchFamily="34" charset="-120"/>
              </a:rPr>
              <a:t>歸檔合約查詢</a:t>
            </a:r>
            <a:r>
              <a:rPr lang="en-US" altLang="zh-TW" sz="2800" b="1" dirty="0">
                <a:solidFill>
                  <a:srgbClr val="313131"/>
                </a:solidFill>
                <a:ea typeface="微軟正黑體" panose="020B0604030504040204" pitchFamily="34" charset="-120"/>
              </a:rPr>
              <a:t>』</a:t>
            </a:r>
            <a:r>
              <a:rPr lang="zh-TW" altLang="en-US" sz="2800" b="1" dirty="0">
                <a:solidFill>
                  <a:srgbClr val="313131"/>
                </a:solidFill>
                <a:ea typeface="微軟正黑體" panose="020B0604030504040204" pitchFamily="34" charset="-120"/>
              </a:rPr>
              <a:t>功能</a:t>
            </a:r>
            <a:endParaRPr lang="zh-TW" altLang="en-US" sz="2800" b="1" dirty="0"/>
          </a:p>
        </p:txBody>
      </p:sp>
      <p:sp>
        <p:nvSpPr>
          <p:cNvPr id="12" name="文字方塊 11">
            <a:extLst>
              <a:ext uri="{FF2B5EF4-FFF2-40B4-BE49-F238E27FC236}">
                <a16:creationId xmlns:a16="http://schemas.microsoft.com/office/drawing/2014/main" id="{27EBD9A6-12EB-3A7B-1244-4B3EB2559A74}"/>
              </a:ext>
            </a:extLst>
          </p:cNvPr>
          <p:cNvSpPr txBox="1"/>
          <p:nvPr/>
        </p:nvSpPr>
        <p:spPr>
          <a:xfrm>
            <a:off x="469900" y="850631"/>
            <a:ext cx="8860367" cy="221517"/>
          </a:xfrm>
          <a:prstGeom prst="rect">
            <a:avLst/>
          </a:prstGeom>
          <a:noFill/>
        </p:spPr>
        <p:txBody>
          <a:bodyPr wrap="square" lIns="0" tIns="0" rIns="0" bIns="0" rtlCol="0">
            <a:spAutoFit/>
          </a:bodyPr>
          <a:lstStyle/>
          <a:p>
            <a:pPr marL="203200" indent="-203200">
              <a:spcBef>
                <a:spcPts val="600"/>
              </a:spcBef>
              <a:buSzPct val="100000"/>
              <a:buFont typeface="Arial"/>
              <a:buChar char="•"/>
            </a:pPr>
            <a:r>
              <a:rPr lang="zh-TW" altLang="en-US" sz="1400" dirty="0">
                <a:solidFill>
                  <a:srgbClr val="2D747B"/>
                </a:solidFill>
                <a:latin typeface="+mn-ea"/>
              </a:rPr>
              <a:t>當登入者有權限閱覽該合約</a:t>
            </a:r>
            <a:r>
              <a:rPr lang="en-US" altLang="zh-TW" sz="1400" dirty="0">
                <a:solidFill>
                  <a:srgbClr val="2D747B"/>
                </a:solidFill>
                <a:latin typeface="+mn-ea"/>
              </a:rPr>
              <a:t>『</a:t>
            </a:r>
            <a:r>
              <a:rPr lang="zh-TW" altLang="en-US" sz="1400" dirty="0">
                <a:solidFill>
                  <a:srgbClr val="2D747B"/>
                </a:solidFill>
                <a:latin typeface="+mn-ea"/>
              </a:rPr>
              <a:t>明細</a:t>
            </a:r>
            <a:r>
              <a:rPr lang="en-US" altLang="zh-TW" sz="1400" dirty="0">
                <a:solidFill>
                  <a:srgbClr val="2D747B"/>
                </a:solidFill>
                <a:latin typeface="+mn-ea"/>
              </a:rPr>
              <a:t>』</a:t>
            </a:r>
            <a:r>
              <a:rPr lang="zh-TW" altLang="en-US" sz="1400" dirty="0">
                <a:solidFill>
                  <a:srgbClr val="2D747B"/>
                </a:solidFill>
                <a:latin typeface="+mn-ea"/>
              </a:rPr>
              <a:t>時，列表上該筆資料列才會提供</a:t>
            </a:r>
            <a:r>
              <a:rPr lang="en-US" altLang="zh-TW" sz="1400" dirty="0">
                <a:solidFill>
                  <a:srgbClr val="2D747B"/>
                </a:solidFill>
                <a:latin typeface="+mn-ea"/>
              </a:rPr>
              <a:t>『</a:t>
            </a:r>
            <a:r>
              <a:rPr lang="zh-TW" altLang="en-US" sz="1400" dirty="0">
                <a:solidFill>
                  <a:srgbClr val="2D747B"/>
                </a:solidFill>
                <a:latin typeface="+mn-ea"/>
              </a:rPr>
              <a:t>明細</a:t>
            </a:r>
            <a:r>
              <a:rPr lang="en-US" altLang="zh-TW" sz="1400" dirty="0">
                <a:solidFill>
                  <a:srgbClr val="2D747B"/>
                </a:solidFill>
                <a:latin typeface="+mn-ea"/>
              </a:rPr>
              <a:t>』</a:t>
            </a:r>
            <a:r>
              <a:rPr lang="zh-TW" altLang="en-US" sz="1400" dirty="0">
                <a:solidFill>
                  <a:srgbClr val="2D747B"/>
                </a:solidFill>
                <a:latin typeface="+mn-ea"/>
              </a:rPr>
              <a:t>按鈕。</a:t>
            </a:r>
          </a:p>
        </p:txBody>
      </p:sp>
      <p:pic>
        <p:nvPicPr>
          <p:cNvPr id="8" name="圖片 7">
            <a:extLst>
              <a:ext uri="{FF2B5EF4-FFF2-40B4-BE49-F238E27FC236}">
                <a16:creationId xmlns:a16="http://schemas.microsoft.com/office/drawing/2014/main" id="{51384612-5EB8-7C98-65C5-5951AACBED0F}"/>
              </a:ext>
            </a:extLst>
          </p:cNvPr>
          <p:cNvPicPr>
            <a:picLocks noChangeAspect="1"/>
          </p:cNvPicPr>
          <p:nvPr/>
        </p:nvPicPr>
        <p:blipFill>
          <a:blip r:embed="rId2"/>
          <a:stretch>
            <a:fillRect/>
          </a:stretch>
        </p:blipFill>
        <p:spPr>
          <a:xfrm>
            <a:off x="469900" y="1259959"/>
            <a:ext cx="11219592" cy="3992088"/>
          </a:xfrm>
          <a:prstGeom prst="rect">
            <a:avLst/>
          </a:prstGeom>
        </p:spPr>
      </p:pic>
    </p:spTree>
    <p:extLst>
      <p:ext uri="{BB962C8B-B14F-4D97-AF65-F5344CB8AC3E}">
        <p14:creationId xmlns:p14="http://schemas.microsoft.com/office/powerpoint/2010/main" val="2339324859"/>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42A9E-6F84-AB4B-EB68-86549E5605A5}"/>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81385FEA-E7FD-2BD7-8354-BE4FEFD99FCF}"/>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15" name="標題 4">
            <a:extLst>
              <a:ext uri="{FF2B5EF4-FFF2-40B4-BE49-F238E27FC236}">
                <a16:creationId xmlns:a16="http://schemas.microsoft.com/office/drawing/2014/main" id="{FBA041CF-A5C3-E9C3-E2A9-D185B924000B}"/>
              </a:ext>
            </a:extLst>
          </p:cNvPr>
          <p:cNvSpPr>
            <a:spLocks noGrp="1"/>
          </p:cNvSpPr>
          <p:nvPr>
            <p:ph type="title"/>
          </p:nvPr>
        </p:nvSpPr>
        <p:spPr>
          <a:xfrm>
            <a:off x="469900" y="123292"/>
            <a:ext cx="8318500" cy="334102"/>
          </a:xfrm>
        </p:spPr>
        <p:txBody>
          <a:bodyPr/>
          <a:lstStyle/>
          <a:p>
            <a:r>
              <a:rPr lang="zh-TW" altLang="en-US" sz="2800" b="1" dirty="0"/>
              <a:t>資料閱覽權限</a:t>
            </a:r>
            <a:r>
              <a:rPr lang="en-US" altLang="zh-TW" sz="2800" b="1" dirty="0"/>
              <a:t>-</a:t>
            </a:r>
            <a:r>
              <a:rPr lang="en-US" altLang="zh-TW" sz="2800" b="1" dirty="0">
                <a:solidFill>
                  <a:srgbClr val="313131"/>
                </a:solidFill>
                <a:ea typeface="微軟正黑體" panose="020B0604030504040204" pitchFamily="34" charset="-120"/>
              </a:rPr>
              <a:t> 『</a:t>
            </a:r>
            <a:r>
              <a:rPr lang="zh-TW" altLang="en-US" sz="2800" b="1" dirty="0">
                <a:solidFill>
                  <a:srgbClr val="007680"/>
                </a:solidFill>
              </a:rPr>
              <a:t>已</a:t>
            </a:r>
            <a:r>
              <a:rPr lang="zh-TW" altLang="en-US" sz="2800" b="1" dirty="0">
                <a:solidFill>
                  <a:srgbClr val="007680"/>
                </a:solidFill>
                <a:ea typeface="微軟正黑體" panose="020B0604030504040204" pitchFamily="34" charset="-120"/>
              </a:rPr>
              <a:t>歸檔合約查詢</a:t>
            </a:r>
            <a:r>
              <a:rPr lang="en-US" altLang="zh-TW" sz="2800" b="1" dirty="0">
                <a:solidFill>
                  <a:srgbClr val="313131"/>
                </a:solidFill>
                <a:ea typeface="微軟正黑體" panose="020B0604030504040204" pitchFamily="34" charset="-120"/>
              </a:rPr>
              <a:t>』</a:t>
            </a:r>
            <a:r>
              <a:rPr lang="zh-TW" altLang="en-US" sz="2800" b="1" dirty="0">
                <a:solidFill>
                  <a:srgbClr val="313131"/>
                </a:solidFill>
                <a:ea typeface="微軟正黑體" panose="020B0604030504040204" pitchFamily="34" charset="-120"/>
              </a:rPr>
              <a:t>功能</a:t>
            </a:r>
            <a:endParaRPr lang="zh-TW" altLang="en-US" sz="2800" b="1" dirty="0"/>
          </a:p>
        </p:txBody>
      </p:sp>
      <p:sp>
        <p:nvSpPr>
          <p:cNvPr id="23" name="TextBox 5">
            <a:extLst>
              <a:ext uri="{FF2B5EF4-FFF2-40B4-BE49-F238E27FC236}">
                <a16:creationId xmlns:a16="http://schemas.microsoft.com/office/drawing/2014/main" id="{BA17D6E9-72A0-D443-7E78-04980ECDC010}"/>
              </a:ext>
            </a:extLst>
          </p:cNvPr>
          <p:cNvSpPr txBox="1"/>
          <p:nvPr/>
        </p:nvSpPr>
        <p:spPr>
          <a:xfrm>
            <a:off x="469900" y="673457"/>
            <a:ext cx="7214450" cy="307777"/>
          </a:xfrm>
          <a:prstGeom prst="rect">
            <a:avLst/>
          </a:prstGeom>
          <a:noFill/>
        </p:spPr>
        <p:txBody>
          <a:bodyPr wrap="square" lIns="0" tIns="0" rIns="0" bIns="0" rtlCol="0">
            <a:spAutoFit/>
          </a:bodyPr>
          <a:lstStyle/>
          <a:p>
            <a:pPr marL="342900" indent="-342900">
              <a:spcBef>
                <a:spcPts val="1200"/>
              </a:spcBef>
              <a:buSzPct val="100000"/>
              <a:buFont typeface="Wingdings" panose="05000000000000000000" pitchFamily="2" charset="2"/>
              <a:buChar char="l"/>
            </a:pPr>
            <a:r>
              <a:rPr lang="en-US" altLang="zh-TW" sz="2000" b="1" dirty="0">
                <a:solidFill>
                  <a:schemeClr val="accent3">
                    <a:lumMod val="75000"/>
                  </a:schemeClr>
                </a:solidFill>
                <a:ea typeface="微軟正黑體" panose="020B0604030504040204" pitchFamily="34" charset="-120"/>
              </a:rPr>
              <a:t>『</a:t>
            </a:r>
            <a:r>
              <a:rPr lang="zh-TW" altLang="en-US" sz="2000" b="1" dirty="0">
                <a:solidFill>
                  <a:schemeClr val="accent3">
                    <a:lumMod val="75000"/>
                  </a:schemeClr>
                </a:solidFill>
                <a:ea typeface="微軟正黑體" panose="020B0604030504040204" pitchFamily="34" charset="-120"/>
              </a:rPr>
              <a:t>已歸檔合約查詢</a:t>
            </a:r>
            <a:r>
              <a:rPr lang="en-US" altLang="zh-TW" sz="2000" b="1" dirty="0">
                <a:solidFill>
                  <a:schemeClr val="accent3">
                    <a:lumMod val="75000"/>
                  </a:schemeClr>
                </a:solidFill>
                <a:ea typeface="微軟正黑體" panose="020B0604030504040204" pitchFamily="34" charset="-120"/>
              </a:rPr>
              <a:t>』</a:t>
            </a:r>
            <a:r>
              <a:rPr lang="zh-TW" altLang="en-US" sz="2000" b="1" dirty="0">
                <a:solidFill>
                  <a:schemeClr val="accent3">
                    <a:lumMod val="75000"/>
                  </a:schemeClr>
                </a:solidFill>
                <a:ea typeface="微軟正黑體" panose="020B0604030504040204" pitchFamily="34" charset="-120"/>
              </a:rPr>
              <a:t>操作畫面：</a:t>
            </a:r>
            <a:endParaRPr lang="en-US" altLang="zh-TW" sz="2000" b="1" dirty="0">
              <a:solidFill>
                <a:schemeClr val="accent3">
                  <a:lumMod val="75000"/>
                </a:schemeClr>
              </a:solidFill>
              <a:ea typeface="微軟正黑體" panose="020B0604030504040204" pitchFamily="34" charset="-120"/>
            </a:endParaRPr>
          </a:p>
        </p:txBody>
      </p:sp>
      <p:grpSp>
        <p:nvGrpSpPr>
          <p:cNvPr id="26" name="群組 25">
            <a:extLst>
              <a:ext uri="{FF2B5EF4-FFF2-40B4-BE49-F238E27FC236}">
                <a16:creationId xmlns:a16="http://schemas.microsoft.com/office/drawing/2014/main" id="{951C1EE1-7E61-025B-F5F0-687CB9B6BB20}"/>
              </a:ext>
            </a:extLst>
          </p:cNvPr>
          <p:cNvGrpSpPr/>
          <p:nvPr/>
        </p:nvGrpSpPr>
        <p:grpSpPr>
          <a:xfrm>
            <a:off x="110066" y="1044586"/>
            <a:ext cx="7529409" cy="5664721"/>
            <a:chOff x="110066" y="1044586"/>
            <a:chExt cx="7529409" cy="5664721"/>
          </a:xfrm>
        </p:grpSpPr>
        <p:pic>
          <p:nvPicPr>
            <p:cNvPr id="27" name="圖片 26">
              <a:extLst>
                <a:ext uri="{FF2B5EF4-FFF2-40B4-BE49-F238E27FC236}">
                  <a16:creationId xmlns:a16="http://schemas.microsoft.com/office/drawing/2014/main" id="{0CBFC35B-6DE8-4F1F-FA32-E749559E5099}"/>
                </a:ext>
              </a:extLst>
            </p:cNvPr>
            <p:cNvPicPr>
              <a:picLocks noChangeAspect="1"/>
            </p:cNvPicPr>
            <p:nvPr/>
          </p:nvPicPr>
          <p:blipFill>
            <a:blip r:embed="rId2"/>
            <a:stretch>
              <a:fillRect/>
            </a:stretch>
          </p:blipFill>
          <p:spPr>
            <a:xfrm>
              <a:off x="514775" y="1044586"/>
              <a:ext cx="7124700" cy="5664721"/>
            </a:xfrm>
            <a:prstGeom prst="rect">
              <a:avLst/>
            </a:prstGeom>
          </p:spPr>
        </p:pic>
        <p:sp>
          <p:nvSpPr>
            <p:cNvPr id="28" name="矩形 27">
              <a:extLst>
                <a:ext uri="{FF2B5EF4-FFF2-40B4-BE49-F238E27FC236}">
                  <a16:creationId xmlns:a16="http://schemas.microsoft.com/office/drawing/2014/main" id="{5CACACD3-B083-1B2C-BC6F-4147D4E8E9DC}"/>
                </a:ext>
              </a:extLst>
            </p:cNvPr>
            <p:cNvSpPr/>
            <p:nvPr/>
          </p:nvSpPr>
          <p:spPr bwMode="gray">
            <a:xfrm>
              <a:off x="891764" y="4931877"/>
              <a:ext cx="200054" cy="195168"/>
            </a:xfrm>
            <a:prstGeom prst="rect">
              <a:avLst/>
            </a:prstGeom>
            <a:noFill/>
            <a:ln w="28575" algn="ctr">
              <a:solidFill>
                <a:srgbClr val="DA291C"/>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29" name="矩形 28">
              <a:extLst>
                <a:ext uri="{FF2B5EF4-FFF2-40B4-BE49-F238E27FC236}">
                  <a16:creationId xmlns:a16="http://schemas.microsoft.com/office/drawing/2014/main" id="{E9725138-6C11-9E5C-8000-613453E33D5F}"/>
                </a:ext>
              </a:extLst>
            </p:cNvPr>
            <p:cNvSpPr/>
            <p:nvPr/>
          </p:nvSpPr>
          <p:spPr bwMode="gray">
            <a:xfrm>
              <a:off x="891764" y="5519068"/>
              <a:ext cx="200054" cy="209726"/>
            </a:xfrm>
            <a:prstGeom prst="rect">
              <a:avLst/>
            </a:prstGeom>
            <a:noFill/>
            <a:ln w="28575" algn="ctr">
              <a:solidFill>
                <a:srgbClr val="DA291C"/>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30" name="矩形 29">
              <a:extLst>
                <a:ext uri="{FF2B5EF4-FFF2-40B4-BE49-F238E27FC236}">
                  <a16:creationId xmlns:a16="http://schemas.microsoft.com/office/drawing/2014/main" id="{DC686904-74A4-2F8E-5277-9B19139464D9}"/>
                </a:ext>
              </a:extLst>
            </p:cNvPr>
            <p:cNvSpPr/>
            <p:nvPr/>
          </p:nvSpPr>
          <p:spPr bwMode="gray">
            <a:xfrm>
              <a:off x="891764" y="5728794"/>
              <a:ext cx="200054" cy="211953"/>
            </a:xfrm>
            <a:prstGeom prst="rect">
              <a:avLst/>
            </a:prstGeom>
            <a:noFill/>
            <a:ln w="28575" algn="ctr">
              <a:solidFill>
                <a:srgbClr val="DA291C"/>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31" name="矩形 30">
              <a:extLst>
                <a:ext uri="{FF2B5EF4-FFF2-40B4-BE49-F238E27FC236}">
                  <a16:creationId xmlns:a16="http://schemas.microsoft.com/office/drawing/2014/main" id="{8F8967ED-7045-9631-6B32-87DE0B5645F0}"/>
                </a:ext>
              </a:extLst>
            </p:cNvPr>
            <p:cNvSpPr/>
            <p:nvPr/>
          </p:nvSpPr>
          <p:spPr bwMode="gray">
            <a:xfrm>
              <a:off x="891764" y="6126579"/>
              <a:ext cx="200054" cy="209726"/>
            </a:xfrm>
            <a:prstGeom prst="rect">
              <a:avLst/>
            </a:prstGeom>
            <a:noFill/>
            <a:ln w="28575" algn="ctr">
              <a:solidFill>
                <a:srgbClr val="DA291C"/>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32" name="手繪多邊形: 圖案 31">
              <a:extLst>
                <a:ext uri="{FF2B5EF4-FFF2-40B4-BE49-F238E27FC236}">
                  <a16:creationId xmlns:a16="http://schemas.microsoft.com/office/drawing/2014/main" id="{D92D27C7-4A55-DADE-EE71-51BED9DBA3E5}"/>
                </a:ext>
              </a:extLst>
            </p:cNvPr>
            <p:cNvSpPr/>
            <p:nvPr/>
          </p:nvSpPr>
          <p:spPr bwMode="gray">
            <a:xfrm>
              <a:off x="5950546" y="2163026"/>
              <a:ext cx="783545" cy="675840"/>
            </a:xfrm>
            <a:custGeom>
              <a:avLst/>
              <a:gdLst>
                <a:gd name="connsiteX0" fmla="*/ 0 w 795867"/>
                <a:gd name="connsiteY0" fmla="*/ 0 h 694267"/>
                <a:gd name="connsiteX1" fmla="*/ 0 w 795867"/>
                <a:gd name="connsiteY1" fmla="*/ 0 h 694267"/>
                <a:gd name="connsiteX2" fmla="*/ 169334 w 795867"/>
                <a:gd name="connsiteY2" fmla="*/ 304800 h 694267"/>
                <a:gd name="connsiteX3" fmla="*/ 558800 w 795867"/>
                <a:gd name="connsiteY3" fmla="*/ 414867 h 694267"/>
                <a:gd name="connsiteX4" fmla="*/ 736600 w 795867"/>
                <a:gd name="connsiteY4" fmla="*/ 474134 h 694267"/>
                <a:gd name="connsiteX5" fmla="*/ 795867 w 795867"/>
                <a:gd name="connsiteY5" fmla="*/ 694267 h 694267"/>
                <a:gd name="connsiteX6" fmla="*/ 770467 w 795867"/>
                <a:gd name="connsiteY6" fmla="*/ 508000 h 694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5867" h="694267">
                  <a:moveTo>
                    <a:pt x="0" y="0"/>
                  </a:moveTo>
                  <a:lnTo>
                    <a:pt x="0" y="0"/>
                  </a:lnTo>
                  <a:cubicBezTo>
                    <a:pt x="37907" y="92059"/>
                    <a:pt x="87693" y="241301"/>
                    <a:pt x="169334" y="304800"/>
                  </a:cubicBezTo>
                  <a:cubicBezTo>
                    <a:pt x="271506" y="384267"/>
                    <a:pt x="440879" y="388662"/>
                    <a:pt x="558800" y="414867"/>
                  </a:cubicBezTo>
                  <a:cubicBezTo>
                    <a:pt x="617444" y="427899"/>
                    <a:pt x="633589" y="403579"/>
                    <a:pt x="736600" y="474134"/>
                  </a:cubicBezTo>
                  <a:lnTo>
                    <a:pt x="795867" y="694267"/>
                  </a:lnTo>
                  <a:lnTo>
                    <a:pt x="770467" y="508000"/>
                  </a:lnTo>
                </a:path>
              </a:pathLst>
            </a:custGeom>
            <a:noFill/>
            <a:ln w="19050" algn="ctr">
              <a:noFill/>
              <a:miter lim="800000"/>
              <a:headEnd/>
              <a:tailEnd/>
            </a:ln>
          </p:spPr>
          <p:txBody>
            <a:bodyPr rtlCol="0" anchor="ctr"/>
            <a:lstStyle/>
            <a:p>
              <a:pPr algn="ctr"/>
              <a:endParaRPr lang="zh-TW" altLang="en-US"/>
            </a:p>
          </p:txBody>
        </p:sp>
        <p:sp>
          <p:nvSpPr>
            <p:cNvPr id="33" name="語音泡泡: 圓角矩形 32">
              <a:extLst>
                <a:ext uri="{FF2B5EF4-FFF2-40B4-BE49-F238E27FC236}">
                  <a16:creationId xmlns:a16="http://schemas.microsoft.com/office/drawing/2014/main" id="{F5435617-2F62-6E61-E180-6C7345BF74EE}"/>
                </a:ext>
              </a:extLst>
            </p:cNvPr>
            <p:cNvSpPr/>
            <p:nvPr/>
          </p:nvSpPr>
          <p:spPr bwMode="gray">
            <a:xfrm>
              <a:off x="110066" y="3380138"/>
              <a:ext cx="7214449" cy="972549"/>
            </a:xfrm>
            <a:prstGeom prst="wedgeRoundRectCallout">
              <a:avLst>
                <a:gd name="adj1" fmla="val -20360"/>
                <a:gd name="adj2" fmla="val 94926"/>
                <a:gd name="adj3" fmla="val 16667"/>
              </a:avLst>
            </a:prstGeom>
            <a:solidFill>
              <a:srgbClr val="FFFF00"/>
            </a:solidFill>
            <a:ln w="19050" algn="ctr">
              <a:solidFill>
                <a:schemeClr val="tx1"/>
              </a:solidFill>
              <a:miter lim="800000"/>
              <a:headEnd/>
              <a:tailEnd/>
            </a:ln>
          </p:spPr>
          <p:txBody>
            <a:bodyPr wrap="square" lIns="88900" tIns="88900" rIns="88900" bIns="88900" rtlCol="0" anchor="ctr"/>
            <a:lstStyle/>
            <a:p>
              <a:pPr marL="203200" indent="-203200">
                <a:spcBef>
                  <a:spcPts val="600"/>
                </a:spcBef>
                <a:buSzPct val="100000"/>
                <a:buFont typeface="Arial"/>
                <a:buChar char="•"/>
              </a:pPr>
              <a:r>
                <a:rPr lang="zh-TW" altLang="en-US" sz="1600" dirty="0">
                  <a:latin typeface="+mn-ea"/>
                </a:rPr>
                <a:t>列表呈現登入者所屬公司的全部合約資料</a:t>
              </a:r>
              <a:endParaRPr lang="en-US" altLang="zh-TW" sz="1600" dirty="0">
                <a:latin typeface="+mn-ea"/>
              </a:endParaRPr>
            </a:p>
            <a:p>
              <a:pPr marL="203200" indent="-203200">
                <a:spcBef>
                  <a:spcPts val="600"/>
                </a:spcBef>
                <a:buSzPct val="100000"/>
                <a:buFont typeface="Arial"/>
                <a:buChar char="•"/>
              </a:pPr>
              <a:r>
                <a:rPr lang="zh-TW" altLang="en-US" sz="1600" dirty="0">
                  <a:latin typeface="+mn-ea"/>
                </a:rPr>
                <a:t>當登入者有權限閱覽該合約</a:t>
              </a:r>
              <a:r>
                <a:rPr lang="en-US" altLang="zh-TW" sz="1600" dirty="0">
                  <a:latin typeface="+mn-ea"/>
                </a:rPr>
                <a:t>『</a:t>
              </a:r>
              <a:r>
                <a:rPr lang="zh-TW" altLang="en-US" sz="1600" dirty="0">
                  <a:latin typeface="+mn-ea"/>
                </a:rPr>
                <a:t>明細</a:t>
              </a:r>
              <a:r>
                <a:rPr lang="en-US" altLang="zh-TW" sz="1600" dirty="0">
                  <a:latin typeface="+mn-ea"/>
                </a:rPr>
                <a:t>』</a:t>
              </a:r>
              <a:r>
                <a:rPr lang="zh-TW" altLang="en-US" sz="1600" dirty="0">
                  <a:latin typeface="+mn-ea"/>
                </a:rPr>
                <a:t>時，該筆資料列才會提供</a:t>
              </a:r>
              <a:r>
                <a:rPr lang="en-US" altLang="zh-TW" sz="1600" dirty="0">
                  <a:solidFill>
                    <a:srgbClr val="FF0000"/>
                  </a:solidFill>
                  <a:latin typeface="+mn-ea"/>
                </a:rPr>
                <a:t>『</a:t>
              </a:r>
              <a:r>
                <a:rPr lang="zh-TW" altLang="en-US" sz="1600" dirty="0">
                  <a:solidFill>
                    <a:srgbClr val="FF0000"/>
                  </a:solidFill>
                  <a:latin typeface="+mn-ea"/>
                </a:rPr>
                <a:t>明細</a:t>
              </a:r>
              <a:r>
                <a:rPr lang="en-US" altLang="zh-TW" sz="1600" dirty="0">
                  <a:solidFill>
                    <a:srgbClr val="FF0000"/>
                  </a:solidFill>
                  <a:latin typeface="+mn-ea"/>
                </a:rPr>
                <a:t>』</a:t>
              </a:r>
              <a:r>
                <a:rPr lang="zh-TW" altLang="en-US" sz="1600" dirty="0">
                  <a:latin typeface="+mn-ea"/>
                </a:rPr>
                <a:t>按鈕。</a:t>
              </a:r>
            </a:p>
          </p:txBody>
        </p:sp>
      </p:grpSp>
    </p:spTree>
    <p:extLst>
      <p:ext uri="{BB962C8B-B14F-4D97-AF65-F5344CB8AC3E}">
        <p14:creationId xmlns:p14="http://schemas.microsoft.com/office/powerpoint/2010/main" val="1941050552"/>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6FC2B4"/>
        </a:solidFill>
        <a:effectLst/>
      </p:bgPr>
    </p:bg>
    <p:spTree>
      <p:nvGrpSpPr>
        <p:cNvPr id="1" name="">
          <a:extLst>
            <a:ext uri="{FF2B5EF4-FFF2-40B4-BE49-F238E27FC236}">
              <a16:creationId xmlns:a16="http://schemas.microsoft.com/office/drawing/2014/main" id="{98DCD964-2A32-9A07-F17D-C011E6CF21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1EB22D-479A-E752-7B4D-E2EB3330476F}"/>
              </a:ext>
            </a:extLst>
          </p:cNvPr>
          <p:cNvSpPr>
            <a:spLocks noGrp="1"/>
          </p:cNvSpPr>
          <p:nvPr>
            <p:ph type="title"/>
          </p:nvPr>
        </p:nvSpPr>
        <p:spPr>
          <a:xfrm>
            <a:off x="0" y="2419885"/>
            <a:ext cx="12124267" cy="2067448"/>
          </a:xfrm>
        </p:spPr>
        <p:txBody>
          <a:bodyPr anchor="ctr"/>
          <a:lstStyle/>
          <a:p>
            <a:pPr algn="ctr">
              <a:lnSpc>
                <a:spcPct val="150000"/>
              </a:lnSpc>
            </a:pPr>
            <a:r>
              <a:rPr lang="zh-TW" altLang="en-US" sz="4400" dirty="0">
                <a:latin typeface="Calibri" panose="020F0502020204030204" pitchFamily="34" charset="0"/>
                <a:cs typeface="Calibri" panose="020F0502020204030204" pitchFamily="34" charset="0"/>
              </a:rPr>
              <a:t>   </a:t>
            </a:r>
            <a:r>
              <a:rPr lang="en-US" altLang="zh-TW" sz="4400" dirty="0">
                <a:latin typeface="Calibri" panose="020F0502020204030204" pitchFamily="34" charset="0"/>
                <a:cs typeface="Calibri" panose="020F0502020204030204" pitchFamily="34" charset="0"/>
              </a:rPr>
              <a:t>7. </a:t>
            </a:r>
            <a:r>
              <a:rPr lang="zh-TW" altLang="en-US" sz="4400" dirty="0">
                <a:latin typeface="Calibri" panose="020F0502020204030204" pitchFamily="34" charset="0"/>
                <a:cs typeface="Calibri" panose="020F0502020204030204" pitchFamily="34" charset="0"/>
              </a:rPr>
              <a:t>帳號認證機制 </a:t>
            </a:r>
            <a:r>
              <a:rPr lang="en-US" altLang="zh-TW" sz="4400" dirty="0">
                <a:latin typeface="Calibri" panose="020F0502020204030204" pitchFamily="34" charset="0"/>
                <a:cs typeface="Calibri" panose="020F0502020204030204" pitchFamily="34" charset="0"/>
              </a:rPr>
              <a:t>-</a:t>
            </a:r>
            <a:r>
              <a:rPr lang="zh-TW" altLang="en-US" sz="4400" dirty="0">
                <a:latin typeface="Calibri" panose="020F0502020204030204" pitchFamily="34" charset="0"/>
                <a:cs typeface="Calibri" panose="020F0502020204030204" pitchFamily="34" charset="0"/>
              </a:rPr>
              <a:t> </a:t>
            </a:r>
            <a:r>
              <a:rPr lang="en-US" altLang="zh-TW" sz="4800" dirty="0">
                <a:solidFill>
                  <a:srgbClr val="FFFF00"/>
                </a:solidFill>
                <a:latin typeface="Calibri" panose="020F0502020204030204" pitchFamily="34" charset="0"/>
                <a:cs typeface="Calibri" panose="020F0502020204030204" pitchFamily="34" charset="0"/>
              </a:rPr>
              <a:t>AD</a:t>
            </a:r>
            <a:r>
              <a:rPr lang="zh-TW" altLang="en-US" sz="4800" dirty="0">
                <a:solidFill>
                  <a:srgbClr val="FFFF00"/>
                </a:solidFill>
                <a:latin typeface="Calibri" panose="020F0502020204030204" pitchFamily="34" charset="0"/>
                <a:cs typeface="Calibri" panose="020F0502020204030204" pitchFamily="34" charset="0"/>
              </a:rPr>
              <a:t>整合方式</a:t>
            </a:r>
          </a:p>
        </p:txBody>
      </p:sp>
    </p:spTree>
    <p:extLst>
      <p:ext uri="{BB962C8B-B14F-4D97-AF65-F5344CB8AC3E}">
        <p14:creationId xmlns:p14="http://schemas.microsoft.com/office/powerpoint/2010/main" val="1741597082"/>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EE67D-A1FE-9997-CBBF-491DAD1C6EAE}"/>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6C0572A2-77D6-C001-DC7B-DFA193EF6C99}"/>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15" name="標題 4">
            <a:extLst>
              <a:ext uri="{FF2B5EF4-FFF2-40B4-BE49-F238E27FC236}">
                <a16:creationId xmlns:a16="http://schemas.microsoft.com/office/drawing/2014/main" id="{69929C4F-857A-BD40-5E51-EA7A8F54D7DB}"/>
              </a:ext>
            </a:extLst>
          </p:cNvPr>
          <p:cNvSpPr>
            <a:spLocks noGrp="1"/>
          </p:cNvSpPr>
          <p:nvPr>
            <p:ph type="title"/>
          </p:nvPr>
        </p:nvSpPr>
        <p:spPr>
          <a:xfrm>
            <a:off x="469900" y="123292"/>
            <a:ext cx="8318500" cy="334102"/>
          </a:xfrm>
        </p:spPr>
        <p:txBody>
          <a:bodyPr/>
          <a:lstStyle/>
          <a:p>
            <a:r>
              <a:rPr lang="zh-TW" altLang="en-US" sz="2800" b="1" dirty="0"/>
              <a:t>帳號認證機制 </a:t>
            </a:r>
            <a:r>
              <a:rPr lang="en-US" altLang="zh-TW" sz="2800" b="1" dirty="0"/>
              <a:t>–</a:t>
            </a:r>
            <a:r>
              <a:rPr lang="zh-TW" altLang="en-US" sz="2800" b="1" dirty="0"/>
              <a:t> </a:t>
            </a:r>
            <a:r>
              <a:rPr lang="en-US" altLang="zh-TW" sz="2800" b="1" dirty="0"/>
              <a:t>AD</a:t>
            </a:r>
            <a:r>
              <a:rPr lang="zh-TW" altLang="en-US" sz="2800" b="1" dirty="0"/>
              <a:t>整合方式</a:t>
            </a:r>
          </a:p>
        </p:txBody>
      </p:sp>
      <p:sp>
        <p:nvSpPr>
          <p:cNvPr id="5" name="TextBox 5">
            <a:extLst>
              <a:ext uri="{FF2B5EF4-FFF2-40B4-BE49-F238E27FC236}">
                <a16:creationId xmlns:a16="http://schemas.microsoft.com/office/drawing/2014/main" id="{854257B0-E3D0-41F4-55FE-57C7FD727436}"/>
              </a:ext>
            </a:extLst>
          </p:cNvPr>
          <p:cNvSpPr txBox="1"/>
          <p:nvPr/>
        </p:nvSpPr>
        <p:spPr>
          <a:xfrm>
            <a:off x="469900" y="921278"/>
            <a:ext cx="11150600" cy="892552"/>
          </a:xfrm>
          <a:prstGeom prst="rect">
            <a:avLst/>
          </a:prstGeom>
          <a:noFill/>
        </p:spPr>
        <p:txBody>
          <a:bodyPr wrap="square" lIns="0" tIns="0" rIns="0" bIns="0" rtlCol="0">
            <a:spAutoFit/>
          </a:bodyPr>
          <a:lstStyle/>
          <a:p>
            <a:pPr marL="457200" indent="-457200">
              <a:spcBef>
                <a:spcPts val="1200"/>
              </a:spcBef>
              <a:buSzPct val="100000"/>
              <a:buFont typeface="Wingdings" panose="05000000000000000000" pitchFamily="2" charset="2"/>
              <a:buChar char="l"/>
            </a:pPr>
            <a:r>
              <a:rPr lang="zh-TW" altLang="en-US" b="1" dirty="0">
                <a:solidFill>
                  <a:srgbClr val="313131"/>
                </a:solidFill>
                <a:ea typeface="微軟正黑體" panose="020B0604030504040204" pitchFamily="34" charset="-120"/>
              </a:rPr>
              <a:t>方式一：有登入微軟網域無須再次輸入帳密</a:t>
            </a:r>
            <a:r>
              <a:rPr lang="en-US" altLang="zh-TW" b="1" dirty="0">
                <a:solidFill>
                  <a:srgbClr val="313131"/>
                </a:solidFill>
                <a:ea typeface="微軟正黑體" panose="020B0604030504040204" pitchFamily="34" charset="-120"/>
              </a:rPr>
              <a:t>【AD】 </a:t>
            </a:r>
            <a:endParaRPr lang="en-US" altLang="zh-TW" dirty="0">
              <a:solidFill>
                <a:srgbClr val="313131"/>
              </a:solidFill>
              <a:ea typeface="微軟正黑體" panose="020B0604030504040204" pitchFamily="34" charset="-120"/>
            </a:endParaRPr>
          </a:p>
          <a:p>
            <a:pPr marL="457200" indent="-457200">
              <a:spcBef>
                <a:spcPts val="1200"/>
              </a:spcBef>
              <a:buSzPct val="100000"/>
              <a:buFont typeface="Wingdings" panose="05000000000000000000" pitchFamily="2" charset="2"/>
              <a:buChar char="l"/>
            </a:pPr>
            <a:r>
              <a:rPr lang="zh-TW" altLang="en-US" b="1" dirty="0">
                <a:solidFill>
                  <a:srgbClr val="313131"/>
                </a:solidFill>
                <a:ea typeface="微軟正黑體" panose="020B0604030504040204" pitchFamily="34" charset="-120"/>
              </a:rPr>
              <a:t>方式二：每次進入系統需要輸入帳密</a:t>
            </a:r>
            <a:r>
              <a:rPr lang="en-US" altLang="zh-TW" b="1" dirty="0">
                <a:solidFill>
                  <a:srgbClr val="313131"/>
                </a:solidFill>
                <a:ea typeface="微軟正黑體" panose="020B0604030504040204" pitchFamily="34" charset="-120"/>
              </a:rPr>
              <a:t>【LDAP】</a:t>
            </a:r>
          </a:p>
        </p:txBody>
      </p:sp>
    </p:spTree>
    <p:extLst>
      <p:ext uri="{BB962C8B-B14F-4D97-AF65-F5344CB8AC3E}">
        <p14:creationId xmlns:p14="http://schemas.microsoft.com/office/powerpoint/2010/main" val="4038911173"/>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CA4BA-60AC-4D04-A46D-24FF8A98858C}"/>
            </a:ext>
          </a:extLst>
        </p:cNvPr>
        <p:cNvGrpSpPr/>
        <p:nvPr/>
      </p:nvGrpSpPr>
      <p:grpSpPr>
        <a:xfrm>
          <a:off x="0" y="0"/>
          <a:ext cx="0" cy="0"/>
          <a:chOff x="0" y="0"/>
          <a:chExt cx="0" cy="0"/>
        </a:xfrm>
      </p:grpSpPr>
      <p:sp>
        <p:nvSpPr>
          <p:cNvPr id="5" name="標題 4">
            <a:extLst>
              <a:ext uri="{FF2B5EF4-FFF2-40B4-BE49-F238E27FC236}">
                <a16:creationId xmlns:a16="http://schemas.microsoft.com/office/drawing/2014/main" id="{3E9B3F23-5AA6-4325-1FB8-370EEA4819C4}"/>
              </a:ext>
            </a:extLst>
          </p:cNvPr>
          <p:cNvSpPr>
            <a:spLocks noGrp="1"/>
          </p:cNvSpPr>
          <p:nvPr>
            <p:ph type="title"/>
          </p:nvPr>
        </p:nvSpPr>
        <p:spPr>
          <a:xfrm>
            <a:off x="0" y="799328"/>
            <a:ext cx="7958667" cy="334102"/>
          </a:xfrm>
        </p:spPr>
        <p:txBody>
          <a:bodyPr/>
          <a:lstStyle/>
          <a:p>
            <a:pPr marL="457200" indent="-457200">
              <a:buFont typeface="Wingdings" panose="05000000000000000000" pitchFamily="2" charset="2"/>
              <a:buChar char="l"/>
            </a:pPr>
            <a:r>
              <a:rPr lang="zh-TW" altLang="en-US" sz="2400" b="1" dirty="0">
                <a:solidFill>
                  <a:schemeClr val="bg1"/>
                </a:solidFill>
                <a:highlight>
                  <a:srgbClr val="2D747B"/>
                </a:highlight>
                <a:latin typeface="微軟正黑體" panose="020B0604030504040204" pitchFamily="34" charset="-120"/>
              </a:rPr>
              <a:t> 方式一：有登入微軟網域無須再次輸入帳密</a:t>
            </a:r>
            <a:r>
              <a:rPr lang="en-US" altLang="zh-TW" sz="2800" b="1" dirty="0">
                <a:solidFill>
                  <a:schemeClr val="bg1"/>
                </a:solidFill>
                <a:highlight>
                  <a:srgbClr val="2D747B"/>
                </a:highlight>
                <a:ea typeface="微軟正黑體" panose="020B0604030504040204" pitchFamily="34" charset="-120"/>
              </a:rPr>
              <a:t>【AD】 </a:t>
            </a:r>
            <a:br>
              <a:rPr lang="en-US" altLang="zh-TW" sz="2800" dirty="0">
                <a:solidFill>
                  <a:schemeClr val="bg1"/>
                </a:solidFill>
                <a:ea typeface="微軟正黑體" panose="020B0604030504040204" pitchFamily="34" charset="-120"/>
              </a:rPr>
            </a:br>
            <a:endParaRPr lang="zh-TW" altLang="en-US" sz="2400" b="1" dirty="0">
              <a:solidFill>
                <a:schemeClr val="bg1"/>
              </a:solidFill>
            </a:endParaRPr>
          </a:p>
        </p:txBody>
      </p:sp>
      <p:sp>
        <p:nvSpPr>
          <p:cNvPr id="3" name="矩形 2">
            <a:extLst>
              <a:ext uri="{FF2B5EF4-FFF2-40B4-BE49-F238E27FC236}">
                <a16:creationId xmlns:a16="http://schemas.microsoft.com/office/drawing/2014/main" id="{5B934A1F-A575-EF5E-9657-707106EF36CF}"/>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pic>
        <p:nvPicPr>
          <p:cNvPr id="4" name="圖片 3">
            <a:extLst>
              <a:ext uri="{FF2B5EF4-FFF2-40B4-BE49-F238E27FC236}">
                <a16:creationId xmlns:a16="http://schemas.microsoft.com/office/drawing/2014/main" id="{C3C2CB4A-03E3-E114-55E5-434314D77994}"/>
              </a:ext>
            </a:extLst>
          </p:cNvPr>
          <p:cNvPicPr>
            <a:picLocks noChangeAspect="1"/>
          </p:cNvPicPr>
          <p:nvPr/>
        </p:nvPicPr>
        <p:blipFill>
          <a:blip r:embed="rId2"/>
          <a:stretch>
            <a:fillRect/>
          </a:stretch>
        </p:blipFill>
        <p:spPr>
          <a:xfrm>
            <a:off x="691387" y="4223824"/>
            <a:ext cx="8598663" cy="2520762"/>
          </a:xfrm>
          <a:prstGeom prst="rect">
            <a:avLst/>
          </a:prstGeom>
        </p:spPr>
      </p:pic>
      <p:sp>
        <p:nvSpPr>
          <p:cNvPr id="6" name="標題 4">
            <a:extLst>
              <a:ext uri="{FF2B5EF4-FFF2-40B4-BE49-F238E27FC236}">
                <a16:creationId xmlns:a16="http://schemas.microsoft.com/office/drawing/2014/main" id="{038D205C-7422-A1DA-74FD-8032FF950D6B}"/>
              </a:ext>
            </a:extLst>
          </p:cNvPr>
          <p:cNvSpPr txBox="1">
            <a:spLocks/>
          </p:cNvSpPr>
          <p:nvPr/>
        </p:nvSpPr>
        <p:spPr bwMode="gray">
          <a:xfrm>
            <a:off x="469900" y="123292"/>
            <a:ext cx="8318500" cy="334102"/>
          </a:xfrm>
          <a:prstGeom prst="rect">
            <a:avLst/>
          </a:prstGeom>
        </p:spPr>
        <p:txBody>
          <a:bodyPr vert="horz" lIns="0" tIns="0" rIns="0" bIns="0" rtlCol="0" anchor="t" anchorCtr="0">
            <a:noAutofit/>
          </a:bodyPr>
          <a:lstStyle>
            <a:lvl1pPr algn="l" defTabSz="1219110" rtl="0" eaLnBrk="1" latinLnBrk="0" hangingPunct="1">
              <a:spcBef>
                <a:spcPct val="0"/>
              </a:spcBef>
              <a:buNone/>
              <a:defRPr sz="2100" kern="1200">
                <a:solidFill>
                  <a:schemeClr val="tx1"/>
                </a:solidFill>
                <a:latin typeface="+mj-lt"/>
                <a:ea typeface="微軟正黑體" panose="020B0604030504040204" pitchFamily="34" charset="-120"/>
                <a:cs typeface="+mj-cs"/>
              </a:defRPr>
            </a:lvl1pPr>
          </a:lstStyle>
          <a:p>
            <a:r>
              <a:rPr lang="zh-TW" altLang="en-US" sz="2800" b="1" dirty="0"/>
              <a:t>帳號認證機制 </a:t>
            </a:r>
            <a:r>
              <a:rPr lang="en-US" altLang="zh-TW" sz="2800" b="1" dirty="0"/>
              <a:t>–</a:t>
            </a:r>
            <a:r>
              <a:rPr lang="zh-TW" altLang="en-US" sz="2800" b="1" dirty="0"/>
              <a:t> </a:t>
            </a:r>
            <a:r>
              <a:rPr lang="en-US" altLang="zh-TW" sz="2800" b="1" dirty="0"/>
              <a:t>AD</a:t>
            </a:r>
            <a:r>
              <a:rPr lang="zh-TW" altLang="en-US" sz="2800" b="1" dirty="0"/>
              <a:t>整合方式</a:t>
            </a:r>
          </a:p>
        </p:txBody>
      </p:sp>
      <p:sp>
        <p:nvSpPr>
          <p:cNvPr id="7" name="文字方塊 6">
            <a:extLst>
              <a:ext uri="{FF2B5EF4-FFF2-40B4-BE49-F238E27FC236}">
                <a16:creationId xmlns:a16="http://schemas.microsoft.com/office/drawing/2014/main" id="{62B391BF-06A7-CB06-E4A8-07680CEA9D9B}"/>
              </a:ext>
            </a:extLst>
          </p:cNvPr>
          <p:cNvSpPr txBox="1"/>
          <p:nvPr/>
        </p:nvSpPr>
        <p:spPr>
          <a:xfrm>
            <a:off x="469900" y="1447681"/>
            <a:ext cx="7683501" cy="2461892"/>
          </a:xfrm>
          <a:prstGeom prst="rect">
            <a:avLst/>
          </a:prstGeom>
          <a:noFill/>
        </p:spPr>
        <p:txBody>
          <a:bodyPr wrap="square" lIns="0" tIns="0" rIns="0" bIns="0" rtlCol="0" anchor="ctr">
            <a:spAutoFit/>
          </a:bodyPr>
          <a:lstStyle/>
          <a:p>
            <a:pPr marL="514338" indent="-514338">
              <a:spcAft>
                <a:spcPts val="1600"/>
              </a:spcAft>
              <a:buFont typeface="+mj-lt"/>
              <a:buAutoNum type="arabicPeriod"/>
            </a:pPr>
            <a:r>
              <a:rPr lang="zh-TW" altLang="en-US" sz="2133" dirty="0">
                <a:latin typeface="微軟正黑體" panose="020B0604030504040204" pitchFamily="34" charset="-120"/>
                <a:ea typeface="微軟正黑體" panose="020B0604030504040204" pitchFamily="34" charset="-120"/>
              </a:rPr>
              <a:t>使用</a:t>
            </a:r>
            <a:r>
              <a:rPr lang="en-US" altLang="zh-TW" sz="2133" b="1" dirty="0">
                <a:latin typeface="微軟正黑體" panose="020B0604030504040204" pitchFamily="34" charset="-120"/>
                <a:ea typeface="微軟正黑體" panose="020B0604030504040204" pitchFamily="34" charset="-120"/>
              </a:rPr>
              <a:t>AD</a:t>
            </a:r>
            <a:r>
              <a:rPr lang="zh-TW" altLang="en-US" sz="2133" dirty="0">
                <a:latin typeface="微軟正黑體" panose="020B0604030504040204" pitchFamily="34" charset="-120"/>
                <a:ea typeface="微軟正黑體" panose="020B0604030504040204" pitchFamily="34" charset="-120"/>
              </a:rPr>
              <a:t>帳密登入公司電腦</a:t>
            </a:r>
            <a:endParaRPr lang="en-US" altLang="zh-TW" sz="2133" dirty="0">
              <a:latin typeface="微軟正黑體" panose="020B0604030504040204" pitchFamily="34" charset="-120"/>
              <a:ea typeface="微軟正黑體" panose="020B0604030504040204" pitchFamily="34" charset="-120"/>
            </a:endParaRPr>
          </a:p>
          <a:p>
            <a:pPr marL="514338" indent="-514338">
              <a:spcAft>
                <a:spcPts val="1600"/>
              </a:spcAft>
              <a:buFont typeface="+mj-lt"/>
              <a:buAutoNum type="arabicPeriod"/>
            </a:pPr>
            <a:r>
              <a:rPr lang="zh-TW" altLang="en-US" sz="2133" dirty="0">
                <a:latin typeface="微軟正黑體" panose="020B0604030504040204" pitchFamily="34" charset="-120"/>
                <a:ea typeface="微軟正黑體" panose="020B0604030504040204" pitchFamily="34" charset="-120"/>
              </a:rPr>
              <a:t>連線至</a:t>
            </a:r>
            <a:r>
              <a:rPr lang="en-US" altLang="zh-TW" sz="2133" dirty="0">
                <a:latin typeface="微軟正黑體" panose="020B0604030504040204" pitchFamily="34" charset="-120"/>
                <a:ea typeface="微軟正黑體" panose="020B0604030504040204" pitchFamily="34" charset="-120"/>
              </a:rPr>
              <a:t>【</a:t>
            </a:r>
            <a:r>
              <a:rPr lang="en-US" altLang="zh-TW" sz="2133" dirty="0" err="1">
                <a:latin typeface="微軟正黑體" panose="020B0604030504040204" pitchFamily="34" charset="-120"/>
                <a:ea typeface="微軟正黑體" panose="020B0604030504040204" pitchFamily="34" charset="-120"/>
              </a:rPr>
              <a:t>iLegL</a:t>
            </a:r>
            <a:r>
              <a:rPr lang="zh-TW" altLang="en-US" sz="2133" dirty="0">
                <a:latin typeface="微軟正黑體" panose="020B0604030504040204" pitchFamily="34" charset="-120"/>
                <a:ea typeface="微軟正黑體" panose="020B0604030504040204" pitchFamily="34" charset="-120"/>
              </a:rPr>
              <a:t>合約管理平台</a:t>
            </a:r>
            <a:r>
              <a:rPr lang="en-US" altLang="zh-TW" sz="2133" dirty="0">
                <a:latin typeface="微軟正黑體" panose="020B0604030504040204" pitchFamily="34" charset="-120"/>
                <a:ea typeface="微軟正黑體" panose="020B0604030504040204" pitchFamily="34" charset="-120"/>
              </a:rPr>
              <a:t>】</a:t>
            </a:r>
            <a:r>
              <a:rPr lang="zh-TW" altLang="en-US" sz="2133" dirty="0">
                <a:latin typeface="微軟正黑體" panose="020B0604030504040204" pitchFamily="34" charset="-120"/>
                <a:ea typeface="微軟正黑體" panose="020B0604030504040204" pitchFamily="34" charset="-120"/>
              </a:rPr>
              <a:t>進行整合</a:t>
            </a:r>
            <a:r>
              <a:rPr lang="en-US" altLang="zh-TW" sz="2133" dirty="0">
                <a:latin typeface="微軟正黑體" panose="020B0604030504040204" pitchFamily="34" charset="-120"/>
                <a:ea typeface="微軟正黑體" panose="020B0604030504040204" pitchFamily="34" charset="-120"/>
              </a:rPr>
              <a:t>AD</a:t>
            </a:r>
            <a:r>
              <a:rPr lang="zh-TW" altLang="en-US" sz="2133" dirty="0">
                <a:latin typeface="微軟正黑體" panose="020B0604030504040204" pitchFamily="34" charset="-120"/>
                <a:ea typeface="微軟正黑體" panose="020B0604030504040204" pitchFamily="34" charset="-120"/>
              </a:rPr>
              <a:t>登入</a:t>
            </a:r>
            <a:endParaRPr lang="en-US" altLang="zh-TW" sz="2133" dirty="0">
              <a:latin typeface="微軟正黑體" panose="020B0604030504040204" pitchFamily="34" charset="-120"/>
              <a:ea typeface="微軟正黑體" panose="020B0604030504040204" pitchFamily="34" charset="-120"/>
            </a:endParaRPr>
          </a:p>
          <a:p>
            <a:pPr>
              <a:spcAft>
                <a:spcPts val="1600"/>
              </a:spcAft>
            </a:pPr>
            <a:r>
              <a:rPr lang="zh-TW" altLang="en-US" sz="2133" dirty="0">
                <a:latin typeface="微軟正黑體" panose="020B0604030504040204" pitchFamily="34" charset="-120"/>
                <a:ea typeface="微軟正黑體" panose="020B0604030504040204" pitchFamily="34" charset="-120"/>
              </a:rPr>
              <a:t>        </a:t>
            </a:r>
            <a:r>
              <a:rPr lang="en-US" altLang="zh-TW" sz="2133" dirty="0">
                <a:latin typeface="微軟正黑體" panose="020B0604030504040204" pitchFamily="34" charset="-120"/>
                <a:ea typeface="微軟正黑體" panose="020B0604030504040204" pitchFamily="34" charset="-120"/>
              </a:rPr>
              <a:t>2.1 </a:t>
            </a:r>
            <a:r>
              <a:rPr lang="zh-TW" altLang="en-US" sz="2133" dirty="0">
                <a:latin typeface="微軟正黑體" panose="020B0604030504040204" pitchFamily="34" charset="-120"/>
                <a:ea typeface="微軟正黑體" panose="020B0604030504040204" pitchFamily="34" charset="-120"/>
              </a:rPr>
              <a:t>自動辨識已登入 </a:t>
            </a:r>
            <a:r>
              <a:rPr lang="en-US" altLang="zh-TW" sz="2133" dirty="0">
                <a:latin typeface="微軟正黑體" panose="020B0604030504040204" pitchFamily="34" charset="-120"/>
                <a:ea typeface="微軟正黑體" panose="020B0604030504040204" pitchFamily="34" charset="-120"/>
              </a:rPr>
              <a:t>Windows </a:t>
            </a:r>
            <a:r>
              <a:rPr lang="zh-TW" altLang="en-US" sz="2133" dirty="0">
                <a:latin typeface="微軟正黑體" panose="020B0604030504040204" pitchFamily="34" charset="-120"/>
                <a:ea typeface="微軟正黑體" panose="020B0604030504040204" pitchFamily="34" charset="-120"/>
              </a:rPr>
              <a:t>的 </a:t>
            </a:r>
            <a:r>
              <a:rPr lang="en-US" altLang="zh-TW" sz="2133" dirty="0">
                <a:latin typeface="微軟正黑體" panose="020B0604030504040204" pitchFamily="34" charset="-120"/>
                <a:ea typeface="微軟正黑體" panose="020B0604030504040204" pitchFamily="34" charset="-120"/>
              </a:rPr>
              <a:t>AD </a:t>
            </a:r>
            <a:r>
              <a:rPr lang="zh-TW" altLang="en-US" sz="2133" dirty="0">
                <a:latin typeface="微軟正黑體" panose="020B0604030504040204" pitchFamily="34" charset="-120"/>
                <a:ea typeface="微軟正黑體" panose="020B0604030504040204" pitchFamily="34" charset="-120"/>
              </a:rPr>
              <a:t>帳號</a:t>
            </a:r>
            <a:endParaRPr lang="en-US" altLang="zh-TW" sz="2133" dirty="0">
              <a:latin typeface="微軟正黑體" panose="020B0604030504040204" pitchFamily="34" charset="-120"/>
              <a:ea typeface="微軟正黑體" panose="020B0604030504040204" pitchFamily="34" charset="-120"/>
            </a:endParaRPr>
          </a:p>
          <a:p>
            <a:pPr>
              <a:spcAft>
                <a:spcPts val="1600"/>
              </a:spcAft>
            </a:pPr>
            <a:r>
              <a:rPr lang="en-US" altLang="zh-TW" sz="2133" dirty="0">
                <a:latin typeface="微軟正黑體" panose="020B0604030504040204" pitchFamily="34" charset="-120"/>
                <a:ea typeface="微軟正黑體" panose="020B0604030504040204" pitchFamily="34" charset="-120"/>
              </a:rPr>
              <a:t>        2.2 </a:t>
            </a:r>
            <a:r>
              <a:rPr lang="zh-TW" altLang="en-US" sz="2133" dirty="0">
                <a:latin typeface="微軟正黑體" panose="020B0604030504040204" pitchFamily="34" charset="-120"/>
                <a:ea typeface="微軟正黑體" panose="020B0604030504040204" pitchFamily="34" charset="-120"/>
              </a:rPr>
              <a:t>驗證 </a:t>
            </a:r>
            <a:r>
              <a:rPr lang="en-US" altLang="zh-TW" sz="2133" dirty="0">
                <a:latin typeface="微軟正黑體" panose="020B0604030504040204" pitchFamily="34" charset="-120"/>
                <a:ea typeface="微軟正黑體" panose="020B0604030504040204" pitchFamily="34" charset="-120"/>
              </a:rPr>
              <a:t>AD </a:t>
            </a:r>
            <a:r>
              <a:rPr lang="zh-TW" altLang="en-US" sz="2133" dirty="0">
                <a:latin typeface="微軟正黑體" panose="020B0604030504040204" pitchFamily="34" charset="-120"/>
                <a:ea typeface="微軟正黑體" panose="020B0604030504040204" pitchFamily="34" charset="-120"/>
              </a:rPr>
              <a:t>帳號存在於 </a:t>
            </a:r>
            <a:r>
              <a:rPr lang="en-US" altLang="zh-TW" sz="2133" dirty="0" err="1">
                <a:latin typeface="微軟正黑體" panose="020B0604030504040204" pitchFamily="34" charset="-120"/>
                <a:ea typeface="微軟正黑體" panose="020B0604030504040204" pitchFamily="34" charset="-120"/>
              </a:rPr>
              <a:t>iLegL</a:t>
            </a:r>
            <a:r>
              <a:rPr lang="en-US" altLang="zh-TW" sz="2133" dirty="0">
                <a:latin typeface="微軟正黑體" panose="020B0604030504040204" pitchFamily="34" charset="-120"/>
                <a:ea typeface="微軟正黑體" panose="020B0604030504040204" pitchFamily="34" charset="-120"/>
              </a:rPr>
              <a:t> </a:t>
            </a:r>
            <a:r>
              <a:rPr lang="zh-TW" altLang="en-US" sz="2133" dirty="0">
                <a:latin typeface="微軟正黑體" panose="020B0604030504040204" pitchFamily="34" charset="-120"/>
                <a:ea typeface="微軟正黑體" panose="020B0604030504040204" pitchFamily="34" charset="-120"/>
              </a:rPr>
              <a:t>合約管理平台</a:t>
            </a:r>
            <a:endParaRPr lang="en-US" altLang="zh-TW" sz="2133" dirty="0">
              <a:latin typeface="微軟正黑體" panose="020B0604030504040204" pitchFamily="34" charset="-120"/>
              <a:ea typeface="微軟正黑體" panose="020B0604030504040204" pitchFamily="34" charset="-120"/>
            </a:endParaRPr>
          </a:p>
          <a:p>
            <a:pPr>
              <a:spcAft>
                <a:spcPts val="1600"/>
              </a:spcAft>
            </a:pPr>
            <a:r>
              <a:rPr lang="en-US" altLang="zh-TW" sz="2133" dirty="0">
                <a:latin typeface="微軟正黑體" panose="020B0604030504040204" pitchFamily="34" charset="-120"/>
                <a:ea typeface="微軟正黑體" panose="020B0604030504040204" pitchFamily="34" charset="-120"/>
              </a:rPr>
              <a:t>3.    </a:t>
            </a:r>
            <a:r>
              <a:rPr lang="zh-TW" altLang="en-US" sz="2133" dirty="0">
                <a:latin typeface="微軟正黑體" panose="020B0604030504040204" pitchFamily="34" charset="-120"/>
                <a:ea typeface="微軟正黑體" panose="020B0604030504040204" pitchFamily="34" charset="-120"/>
              </a:rPr>
              <a:t>成功後進入</a:t>
            </a:r>
            <a:r>
              <a:rPr lang="en-US" altLang="zh-TW" sz="2133" dirty="0">
                <a:latin typeface="微軟正黑體" panose="020B0604030504040204" pitchFamily="34" charset="-120"/>
                <a:ea typeface="微軟正黑體" panose="020B0604030504040204" pitchFamily="34" charset="-120"/>
              </a:rPr>
              <a:t>【</a:t>
            </a:r>
            <a:r>
              <a:rPr lang="en-US" altLang="zh-TW" sz="2133" dirty="0" err="1">
                <a:latin typeface="微軟正黑體" panose="020B0604030504040204" pitchFamily="34" charset="-120"/>
                <a:ea typeface="微軟正黑體" panose="020B0604030504040204" pitchFamily="34" charset="-120"/>
              </a:rPr>
              <a:t>iLegL</a:t>
            </a:r>
            <a:r>
              <a:rPr lang="zh-TW" altLang="en-US" sz="2133" dirty="0">
                <a:latin typeface="微軟正黑體" panose="020B0604030504040204" pitchFamily="34" charset="-120"/>
                <a:ea typeface="微軟正黑體" panose="020B0604030504040204" pitchFamily="34" charset="-120"/>
              </a:rPr>
              <a:t>合約管理平台</a:t>
            </a:r>
            <a:r>
              <a:rPr lang="en-US" altLang="zh-TW" sz="2133" dirty="0">
                <a:latin typeface="微軟正黑體" panose="020B0604030504040204" pitchFamily="34" charset="-120"/>
                <a:ea typeface="微軟正黑體" panose="020B0604030504040204" pitchFamily="34" charset="-120"/>
              </a:rPr>
              <a:t>】</a:t>
            </a:r>
            <a:r>
              <a:rPr lang="zh-TW" altLang="en-US" sz="2133" dirty="0">
                <a:latin typeface="微軟正黑體" panose="020B0604030504040204" pitchFamily="34" charset="-120"/>
                <a:ea typeface="微軟正黑體" panose="020B0604030504040204" pitchFamily="34" charset="-120"/>
              </a:rPr>
              <a:t>的首頁</a:t>
            </a:r>
            <a:endParaRPr lang="en-US" altLang="zh-TW" sz="2133"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618309184"/>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09E70-497C-B7C3-7C0A-DA83358D8D0C}"/>
            </a:ext>
          </a:extLst>
        </p:cNvPr>
        <p:cNvGrpSpPr/>
        <p:nvPr/>
      </p:nvGrpSpPr>
      <p:grpSpPr>
        <a:xfrm>
          <a:off x="0" y="0"/>
          <a:ext cx="0" cy="0"/>
          <a:chOff x="0" y="0"/>
          <a:chExt cx="0" cy="0"/>
        </a:xfrm>
      </p:grpSpPr>
      <p:sp>
        <p:nvSpPr>
          <p:cNvPr id="5" name="標題 4">
            <a:extLst>
              <a:ext uri="{FF2B5EF4-FFF2-40B4-BE49-F238E27FC236}">
                <a16:creationId xmlns:a16="http://schemas.microsoft.com/office/drawing/2014/main" id="{66AF0850-3A2D-A702-9A92-72C3E27D9DD8}"/>
              </a:ext>
            </a:extLst>
          </p:cNvPr>
          <p:cNvSpPr>
            <a:spLocks noGrp="1"/>
          </p:cNvSpPr>
          <p:nvPr>
            <p:ph type="title"/>
          </p:nvPr>
        </p:nvSpPr>
        <p:spPr>
          <a:xfrm>
            <a:off x="469900" y="771645"/>
            <a:ext cx="7683500" cy="334102"/>
          </a:xfrm>
        </p:spPr>
        <p:txBody>
          <a:bodyPr/>
          <a:lstStyle/>
          <a:p>
            <a:r>
              <a:rPr lang="zh-TW" altLang="en-US" sz="2400" b="1" dirty="0">
                <a:solidFill>
                  <a:schemeClr val="bg1"/>
                </a:solidFill>
                <a:highlight>
                  <a:srgbClr val="2D747B"/>
                </a:highlight>
                <a:latin typeface="微軟正黑體" panose="020B0604030504040204" pitchFamily="34" charset="-120"/>
              </a:rPr>
              <a:t> 方式二：每次進入系統需要輸入帳密 </a:t>
            </a:r>
            <a:r>
              <a:rPr lang="en-US" altLang="zh-TW" sz="2800" b="1" dirty="0">
                <a:solidFill>
                  <a:schemeClr val="bg1"/>
                </a:solidFill>
                <a:highlight>
                  <a:srgbClr val="2D747B"/>
                </a:highlight>
                <a:ea typeface="微軟正黑體" panose="020B0604030504040204" pitchFamily="34" charset="-120"/>
              </a:rPr>
              <a:t>【LDAP】</a:t>
            </a:r>
            <a:endParaRPr lang="zh-TW" altLang="en-US" sz="2400" b="1" dirty="0">
              <a:solidFill>
                <a:schemeClr val="bg1"/>
              </a:solidFill>
              <a:highlight>
                <a:srgbClr val="2D747B"/>
              </a:highlight>
            </a:endParaRPr>
          </a:p>
        </p:txBody>
      </p:sp>
      <p:sp>
        <p:nvSpPr>
          <p:cNvPr id="3" name="矩形 2">
            <a:extLst>
              <a:ext uri="{FF2B5EF4-FFF2-40B4-BE49-F238E27FC236}">
                <a16:creationId xmlns:a16="http://schemas.microsoft.com/office/drawing/2014/main" id="{620CEC07-4C22-07D7-54D8-F643D4643E84}"/>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6" name="標題 4">
            <a:extLst>
              <a:ext uri="{FF2B5EF4-FFF2-40B4-BE49-F238E27FC236}">
                <a16:creationId xmlns:a16="http://schemas.microsoft.com/office/drawing/2014/main" id="{F6695DCF-46FD-7C12-5B90-5DFE49C89ACD}"/>
              </a:ext>
            </a:extLst>
          </p:cNvPr>
          <p:cNvSpPr txBox="1">
            <a:spLocks/>
          </p:cNvSpPr>
          <p:nvPr/>
        </p:nvSpPr>
        <p:spPr bwMode="gray">
          <a:xfrm>
            <a:off x="469900" y="123292"/>
            <a:ext cx="8318500" cy="334102"/>
          </a:xfrm>
          <a:prstGeom prst="rect">
            <a:avLst/>
          </a:prstGeom>
        </p:spPr>
        <p:txBody>
          <a:bodyPr vert="horz" lIns="0" tIns="0" rIns="0" bIns="0" rtlCol="0" anchor="t" anchorCtr="0">
            <a:noAutofit/>
          </a:bodyPr>
          <a:lstStyle>
            <a:lvl1pPr algn="l" defTabSz="1219110" rtl="0" eaLnBrk="1" latinLnBrk="0" hangingPunct="1">
              <a:spcBef>
                <a:spcPct val="0"/>
              </a:spcBef>
              <a:buNone/>
              <a:defRPr sz="2100" kern="1200">
                <a:solidFill>
                  <a:schemeClr val="tx1"/>
                </a:solidFill>
                <a:latin typeface="+mj-lt"/>
                <a:ea typeface="微軟正黑體" panose="020B0604030504040204" pitchFamily="34" charset="-120"/>
                <a:cs typeface="+mj-cs"/>
              </a:defRPr>
            </a:lvl1pPr>
          </a:lstStyle>
          <a:p>
            <a:r>
              <a:rPr lang="zh-TW" altLang="en-US" sz="2800" b="1" dirty="0"/>
              <a:t>帳號認證機制 </a:t>
            </a:r>
            <a:r>
              <a:rPr lang="en-US" altLang="zh-TW" sz="2800" b="1" dirty="0"/>
              <a:t>–</a:t>
            </a:r>
            <a:r>
              <a:rPr lang="zh-TW" altLang="en-US" sz="2800" b="1" dirty="0"/>
              <a:t> </a:t>
            </a:r>
            <a:r>
              <a:rPr lang="en-US" altLang="zh-TW" sz="2800" b="1" dirty="0"/>
              <a:t>AD</a:t>
            </a:r>
            <a:r>
              <a:rPr lang="zh-TW" altLang="en-US" sz="2800" b="1" dirty="0"/>
              <a:t>整合方式</a:t>
            </a:r>
          </a:p>
        </p:txBody>
      </p:sp>
      <p:pic>
        <p:nvPicPr>
          <p:cNvPr id="2" name="Picture 2">
            <a:extLst>
              <a:ext uri="{FF2B5EF4-FFF2-40B4-BE49-F238E27FC236}">
                <a16:creationId xmlns:a16="http://schemas.microsoft.com/office/drawing/2014/main" id="{4A49E5F2-548F-483E-390E-0B7258B328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0150" y="2502612"/>
            <a:ext cx="9505950" cy="4355388"/>
          </a:xfrm>
          <a:prstGeom prst="rect">
            <a:avLst/>
          </a:prstGeom>
          <a:noFill/>
          <a:extLst>
            <a:ext uri="{909E8E84-426E-40DD-AFC4-6F175D3DCCD1}">
              <a14:hiddenFill xmlns:a14="http://schemas.microsoft.com/office/drawing/2010/main">
                <a:solidFill>
                  <a:srgbClr val="FFFFFF"/>
                </a:solidFill>
              </a14:hiddenFill>
            </a:ext>
          </a:extLst>
        </p:spPr>
      </p:pic>
      <p:sp>
        <p:nvSpPr>
          <p:cNvPr id="8" name="文字方塊 7">
            <a:extLst>
              <a:ext uri="{FF2B5EF4-FFF2-40B4-BE49-F238E27FC236}">
                <a16:creationId xmlns:a16="http://schemas.microsoft.com/office/drawing/2014/main" id="{54E1296A-76EC-3754-02E4-5707FD5DDFD5}"/>
              </a:ext>
            </a:extLst>
          </p:cNvPr>
          <p:cNvSpPr txBox="1"/>
          <p:nvPr/>
        </p:nvSpPr>
        <p:spPr>
          <a:xfrm>
            <a:off x="469900" y="1419998"/>
            <a:ext cx="7683501" cy="2995307"/>
          </a:xfrm>
          <a:prstGeom prst="rect">
            <a:avLst/>
          </a:prstGeom>
          <a:noFill/>
        </p:spPr>
        <p:txBody>
          <a:bodyPr wrap="square" lIns="0" tIns="0" rIns="0" bIns="0" rtlCol="0" anchor="ctr">
            <a:spAutoFit/>
          </a:bodyPr>
          <a:lstStyle/>
          <a:p>
            <a:pPr marL="514338" indent="-514338">
              <a:spcAft>
                <a:spcPts val="1600"/>
              </a:spcAft>
              <a:buFont typeface="+mj-lt"/>
              <a:buAutoNum type="arabicPeriod"/>
            </a:pPr>
            <a:r>
              <a:rPr lang="zh-TW" altLang="en-US" sz="2133" dirty="0">
                <a:latin typeface="微軟正黑體" panose="020B0604030504040204" pitchFamily="34" charset="-120"/>
                <a:ea typeface="微軟正黑體" panose="020B0604030504040204" pitchFamily="34" charset="-120"/>
              </a:rPr>
              <a:t>登入公司電腦</a:t>
            </a:r>
            <a:endParaRPr lang="en-US" altLang="zh-TW" sz="2133" dirty="0">
              <a:latin typeface="微軟正黑體" panose="020B0604030504040204" pitchFamily="34" charset="-120"/>
              <a:ea typeface="微軟正黑體" panose="020B0604030504040204" pitchFamily="34" charset="-120"/>
            </a:endParaRPr>
          </a:p>
          <a:p>
            <a:pPr marL="514338" indent="-514338">
              <a:spcAft>
                <a:spcPts val="1600"/>
              </a:spcAft>
              <a:buFont typeface="+mj-lt"/>
              <a:buAutoNum type="arabicPeriod"/>
            </a:pPr>
            <a:r>
              <a:rPr lang="zh-TW" altLang="en-US" sz="2133" dirty="0">
                <a:latin typeface="微軟正黑體" panose="020B0604030504040204" pitchFamily="34" charset="-120"/>
                <a:ea typeface="微軟正黑體" panose="020B0604030504040204" pitchFamily="34" charset="-120"/>
              </a:rPr>
              <a:t>連線至</a:t>
            </a:r>
            <a:r>
              <a:rPr lang="en-US" altLang="zh-TW" sz="2133" dirty="0">
                <a:latin typeface="微軟正黑體" panose="020B0604030504040204" pitchFamily="34" charset="-120"/>
                <a:ea typeface="微軟正黑體" panose="020B0604030504040204" pitchFamily="34" charset="-120"/>
              </a:rPr>
              <a:t>【iLegL</a:t>
            </a:r>
            <a:r>
              <a:rPr lang="zh-TW" altLang="en-US" sz="2133" dirty="0">
                <a:latin typeface="微軟正黑體" panose="020B0604030504040204" pitchFamily="34" charset="-120"/>
                <a:ea typeface="微軟正黑體" panose="020B0604030504040204" pitchFamily="34" charset="-120"/>
              </a:rPr>
              <a:t>合約管理平台</a:t>
            </a:r>
            <a:r>
              <a:rPr lang="en-US" altLang="zh-TW" sz="2133" dirty="0">
                <a:latin typeface="微軟正黑體" panose="020B0604030504040204" pitchFamily="34" charset="-120"/>
                <a:ea typeface="微軟正黑體" panose="020B0604030504040204" pitchFamily="34" charset="-120"/>
              </a:rPr>
              <a:t>】</a:t>
            </a:r>
            <a:r>
              <a:rPr lang="zh-TW" altLang="en-US" sz="2133" dirty="0">
                <a:latin typeface="微軟正黑體" panose="020B0604030504040204" pitchFamily="34" charset="-120"/>
                <a:ea typeface="微軟正黑體" panose="020B0604030504040204" pitchFamily="34" charset="-120"/>
              </a:rPr>
              <a:t>並顯示登入畫面</a:t>
            </a:r>
            <a:endParaRPr lang="en-US" altLang="zh-TW" sz="2133" dirty="0">
              <a:latin typeface="微軟正黑體" panose="020B0604030504040204" pitchFamily="34" charset="-120"/>
              <a:ea typeface="微軟正黑體" panose="020B0604030504040204" pitchFamily="34" charset="-120"/>
            </a:endParaRPr>
          </a:p>
          <a:p>
            <a:pPr marL="514338" indent="-514338">
              <a:spcAft>
                <a:spcPts val="1600"/>
              </a:spcAft>
              <a:buFont typeface="+mj-lt"/>
              <a:buAutoNum type="arabicPeriod"/>
            </a:pPr>
            <a:r>
              <a:rPr lang="zh-TW" altLang="en-US" sz="2133" dirty="0">
                <a:latin typeface="微軟正黑體" panose="020B0604030504040204" pitchFamily="34" charset="-120"/>
                <a:ea typeface="微軟正黑體" panose="020B0604030504040204" pitchFamily="34" charset="-120"/>
              </a:rPr>
              <a:t>在登入畫面輸入個人的 </a:t>
            </a:r>
            <a:r>
              <a:rPr lang="en-US" altLang="zh-TW" sz="2133" dirty="0">
                <a:latin typeface="微軟正黑體" panose="020B0604030504040204" pitchFamily="34" charset="-120"/>
                <a:ea typeface="微軟正黑體" panose="020B0604030504040204" pitchFamily="34" charset="-120"/>
              </a:rPr>
              <a:t>AD </a:t>
            </a:r>
            <a:r>
              <a:rPr lang="zh-TW" altLang="en-US" sz="2133" dirty="0">
                <a:latin typeface="微軟正黑體" panose="020B0604030504040204" pitchFamily="34" charset="-120"/>
                <a:ea typeface="微軟正黑體" panose="020B0604030504040204" pitchFamily="34" charset="-120"/>
              </a:rPr>
              <a:t>帳密後點擊登入</a:t>
            </a:r>
            <a:endParaRPr lang="en-US" altLang="zh-TW" sz="2133" dirty="0">
              <a:latin typeface="微軟正黑體" panose="020B0604030504040204" pitchFamily="34" charset="-120"/>
              <a:ea typeface="微軟正黑體" panose="020B0604030504040204" pitchFamily="34" charset="-120"/>
            </a:endParaRPr>
          </a:p>
          <a:p>
            <a:pPr>
              <a:spcAft>
                <a:spcPts val="1600"/>
              </a:spcAft>
            </a:pPr>
            <a:r>
              <a:rPr lang="en-US" altLang="zh-TW" sz="2133" dirty="0">
                <a:latin typeface="微軟正黑體" panose="020B0604030504040204" pitchFamily="34" charset="-120"/>
                <a:ea typeface="微軟正黑體" panose="020B0604030504040204" pitchFamily="34" charset="-120"/>
              </a:rPr>
              <a:t>        3.1  </a:t>
            </a:r>
            <a:r>
              <a:rPr lang="zh-TW" altLang="en-US" sz="2133" dirty="0">
                <a:latin typeface="微軟正黑體" panose="020B0604030504040204" pitchFamily="34" charset="-120"/>
                <a:ea typeface="微軟正黑體" panose="020B0604030504040204" pitchFamily="34" charset="-120"/>
              </a:rPr>
              <a:t>與 </a:t>
            </a:r>
            <a:r>
              <a:rPr lang="en-US" altLang="zh-TW" sz="2133" b="1" dirty="0">
                <a:latin typeface="微軟正黑體" panose="020B0604030504040204" pitchFamily="34" charset="-120"/>
                <a:ea typeface="微軟正黑體" panose="020B0604030504040204" pitchFamily="34" charset="-120"/>
              </a:rPr>
              <a:t>LDAP Server </a:t>
            </a:r>
            <a:r>
              <a:rPr lang="zh-TW" altLang="en-US" sz="2133" dirty="0">
                <a:latin typeface="微軟正黑體" panose="020B0604030504040204" pitchFamily="34" charset="-120"/>
                <a:ea typeface="微軟正黑體" panose="020B0604030504040204" pitchFamily="34" charset="-120"/>
              </a:rPr>
              <a:t>進行驗證以確保 </a:t>
            </a:r>
            <a:r>
              <a:rPr lang="en-US" altLang="zh-TW" sz="2133" dirty="0">
                <a:latin typeface="微軟正黑體" panose="020B0604030504040204" pitchFamily="34" charset="-120"/>
                <a:ea typeface="微軟正黑體" panose="020B0604030504040204" pitchFamily="34" charset="-120"/>
              </a:rPr>
              <a:t>AD </a:t>
            </a:r>
            <a:r>
              <a:rPr lang="zh-TW" altLang="en-US" sz="2133" dirty="0">
                <a:latin typeface="微軟正黑體" panose="020B0604030504040204" pitchFamily="34" charset="-120"/>
                <a:ea typeface="微軟正黑體" panose="020B0604030504040204" pitchFamily="34" charset="-120"/>
              </a:rPr>
              <a:t>帳號和密碼正確</a:t>
            </a:r>
            <a:endParaRPr lang="en-US" altLang="zh-TW" sz="2133" dirty="0">
              <a:latin typeface="微軟正黑體" panose="020B0604030504040204" pitchFamily="34" charset="-120"/>
              <a:ea typeface="微軟正黑體" panose="020B0604030504040204" pitchFamily="34" charset="-120"/>
            </a:endParaRPr>
          </a:p>
          <a:p>
            <a:pPr>
              <a:spcAft>
                <a:spcPts val="1600"/>
              </a:spcAft>
            </a:pPr>
            <a:r>
              <a:rPr lang="en-US" altLang="zh-TW" sz="2133" dirty="0">
                <a:latin typeface="微軟正黑體" panose="020B0604030504040204" pitchFamily="34" charset="-120"/>
                <a:ea typeface="微軟正黑體" panose="020B0604030504040204" pitchFamily="34" charset="-120"/>
              </a:rPr>
              <a:t>        3.2  </a:t>
            </a:r>
            <a:r>
              <a:rPr lang="zh-TW" altLang="en-US" sz="2133" dirty="0">
                <a:latin typeface="微軟正黑體" panose="020B0604030504040204" pitchFamily="34" charset="-120"/>
                <a:ea typeface="微軟正黑體" panose="020B0604030504040204" pitchFamily="34" charset="-120"/>
              </a:rPr>
              <a:t>與 </a:t>
            </a:r>
            <a:r>
              <a:rPr lang="en-US" altLang="zh-TW" sz="2133" dirty="0">
                <a:latin typeface="微軟正黑體" panose="020B0604030504040204" pitchFamily="34" charset="-120"/>
                <a:ea typeface="微軟正黑體" panose="020B0604030504040204" pitchFamily="34" charset="-120"/>
              </a:rPr>
              <a:t>iLegL </a:t>
            </a:r>
            <a:r>
              <a:rPr lang="zh-TW" altLang="en-US" sz="2133" dirty="0">
                <a:latin typeface="微軟正黑體" panose="020B0604030504040204" pitchFamily="34" charset="-120"/>
                <a:ea typeface="微軟正黑體" panose="020B0604030504040204" pitchFamily="34" charset="-120"/>
              </a:rPr>
              <a:t>合約管理平台確認該 </a:t>
            </a:r>
            <a:r>
              <a:rPr lang="en-US" altLang="zh-TW" sz="2133" dirty="0">
                <a:latin typeface="微軟正黑體" panose="020B0604030504040204" pitchFamily="34" charset="-120"/>
                <a:ea typeface="微軟正黑體" panose="020B0604030504040204" pitchFamily="34" charset="-120"/>
              </a:rPr>
              <a:t>AD </a:t>
            </a:r>
            <a:r>
              <a:rPr lang="zh-TW" altLang="en-US" sz="2133" dirty="0">
                <a:latin typeface="微軟正黑體" panose="020B0604030504040204" pitchFamily="34" charset="-120"/>
                <a:ea typeface="微軟正黑體" panose="020B0604030504040204" pitchFamily="34" charset="-120"/>
              </a:rPr>
              <a:t>帳號的存在</a:t>
            </a:r>
            <a:endParaRPr lang="en-US" altLang="zh-TW" sz="2133" dirty="0">
              <a:latin typeface="微軟正黑體" panose="020B0604030504040204" pitchFamily="34" charset="-120"/>
              <a:ea typeface="微軟正黑體" panose="020B0604030504040204" pitchFamily="34" charset="-120"/>
            </a:endParaRPr>
          </a:p>
          <a:p>
            <a:pPr>
              <a:spcAft>
                <a:spcPts val="1600"/>
              </a:spcAft>
            </a:pPr>
            <a:r>
              <a:rPr lang="en-US" altLang="zh-TW" sz="2133" dirty="0">
                <a:latin typeface="微軟正黑體" panose="020B0604030504040204" pitchFamily="34" charset="-120"/>
                <a:ea typeface="微軟正黑體" panose="020B0604030504040204" pitchFamily="34" charset="-120"/>
              </a:rPr>
              <a:t>4.    </a:t>
            </a:r>
            <a:r>
              <a:rPr lang="zh-TW" altLang="en-US" sz="2133" dirty="0">
                <a:latin typeface="微軟正黑體" panose="020B0604030504040204" pitchFamily="34" charset="-120"/>
                <a:ea typeface="微軟正黑體" panose="020B0604030504040204" pitchFamily="34" charset="-120"/>
              </a:rPr>
              <a:t>成功後進入</a:t>
            </a:r>
            <a:r>
              <a:rPr lang="en-US" altLang="zh-TW" sz="2133" dirty="0">
                <a:latin typeface="微軟正黑體" panose="020B0604030504040204" pitchFamily="34" charset="-120"/>
                <a:ea typeface="微軟正黑體" panose="020B0604030504040204" pitchFamily="34" charset="-120"/>
              </a:rPr>
              <a:t>【iLegL</a:t>
            </a:r>
            <a:r>
              <a:rPr lang="zh-TW" altLang="en-US" sz="2133" dirty="0">
                <a:latin typeface="微軟正黑體" panose="020B0604030504040204" pitchFamily="34" charset="-120"/>
                <a:ea typeface="微軟正黑體" panose="020B0604030504040204" pitchFamily="34" charset="-120"/>
              </a:rPr>
              <a:t>合約管理平台</a:t>
            </a:r>
            <a:r>
              <a:rPr lang="en-US" altLang="zh-TW" sz="2133" dirty="0">
                <a:latin typeface="微軟正黑體" panose="020B0604030504040204" pitchFamily="34" charset="-120"/>
                <a:ea typeface="微軟正黑體" panose="020B0604030504040204" pitchFamily="34" charset="-120"/>
              </a:rPr>
              <a:t>】</a:t>
            </a:r>
            <a:r>
              <a:rPr lang="zh-TW" altLang="en-US" sz="2133" dirty="0">
                <a:latin typeface="微軟正黑體" panose="020B0604030504040204" pitchFamily="34" charset="-120"/>
                <a:ea typeface="微軟正黑體" panose="020B0604030504040204" pitchFamily="34" charset="-120"/>
              </a:rPr>
              <a:t>的首頁</a:t>
            </a:r>
            <a:endParaRPr lang="en-US" altLang="zh-TW" sz="2133"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54882681"/>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6FC2B4"/>
        </a:solidFill>
        <a:effectLst/>
      </p:bgPr>
    </p:bg>
    <p:spTree>
      <p:nvGrpSpPr>
        <p:cNvPr id="1" name="">
          <a:extLst>
            <a:ext uri="{FF2B5EF4-FFF2-40B4-BE49-F238E27FC236}">
              <a16:creationId xmlns:a16="http://schemas.microsoft.com/office/drawing/2014/main" id="{F047DBB8-665B-0238-E3DB-BEDD5C1C0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BEBE41-AC03-D5F1-5E4E-D51B425E4B0F}"/>
              </a:ext>
            </a:extLst>
          </p:cNvPr>
          <p:cNvSpPr>
            <a:spLocks noGrp="1"/>
          </p:cNvSpPr>
          <p:nvPr>
            <p:ph type="title"/>
          </p:nvPr>
        </p:nvSpPr>
        <p:spPr>
          <a:xfrm>
            <a:off x="0" y="2419885"/>
            <a:ext cx="12124267" cy="2067448"/>
          </a:xfrm>
        </p:spPr>
        <p:txBody>
          <a:bodyPr anchor="ctr"/>
          <a:lstStyle/>
          <a:p>
            <a:pPr algn="ctr">
              <a:lnSpc>
                <a:spcPct val="150000"/>
              </a:lnSpc>
            </a:pPr>
            <a:r>
              <a:rPr lang="zh-TW" altLang="en-US" sz="4400" dirty="0">
                <a:latin typeface="Calibri" panose="020F0502020204030204" pitchFamily="34" charset="0"/>
                <a:cs typeface="Calibri" panose="020F0502020204030204" pitchFamily="34" charset="0"/>
              </a:rPr>
              <a:t>   </a:t>
            </a:r>
            <a:r>
              <a:rPr lang="en-US" altLang="zh-TW" sz="4400" dirty="0">
                <a:latin typeface="Calibri" panose="020F0502020204030204" pitchFamily="34" charset="0"/>
                <a:cs typeface="Calibri" panose="020F0502020204030204" pitchFamily="34" charset="0"/>
              </a:rPr>
              <a:t>8. </a:t>
            </a:r>
            <a:r>
              <a:rPr lang="zh-TW" altLang="en-US" sz="4400" dirty="0">
                <a:latin typeface="Calibri" panose="020F0502020204030204" pitchFamily="34" charset="0"/>
                <a:cs typeface="Calibri" panose="020F0502020204030204" pitchFamily="34" charset="0"/>
              </a:rPr>
              <a:t>人事和組織資料整合</a:t>
            </a:r>
            <a:br>
              <a:rPr lang="en-US" altLang="zh-TW" sz="4400" dirty="0">
                <a:latin typeface="Calibri" panose="020F0502020204030204" pitchFamily="34" charset="0"/>
                <a:cs typeface="Calibri" panose="020F0502020204030204" pitchFamily="34" charset="0"/>
              </a:rPr>
            </a:br>
            <a:r>
              <a:rPr lang="en-US" altLang="zh-TW" sz="4400" dirty="0">
                <a:latin typeface="Calibri" panose="020F0502020204030204" pitchFamily="34" charset="0"/>
                <a:cs typeface="Calibri" panose="020F0502020204030204" pitchFamily="34" charset="0"/>
              </a:rPr>
              <a:t>-</a:t>
            </a:r>
            <a:r>
              <a:rPr lang="zh-TW" altLang="en-US" sz="4400" dirty="0">
                <a:latin typeface="Calibri" panose="020F0502020204030204" pitchFamily="34" charset="0"/>
                <a:cs typeface="Calibri" panose="020F0502020204030204" pitchFamily="34" charset="0"/>
              </a:rPr>
              <a:t> </a:t>
            </a:r>
            <a:r>
              <a:rPr lang="zh-TW" altLang="en-US" sz="4400" dirty="0">
                <a:solidFill>
                  <a:srgbClr val="FFFF00"/>
                </a:solidFill>
                <a:latin typeface="Calibri" panose="020F0502020204030204" pitchFamily="34" charset="0"/>
                <a:cs typeface="Calibri" panose="020F0502020204030204" pitchFamily="34" charset="0"/>
              </a:rPr>
              <a:t>匯入方式</a:t>
            </a:r>
            <a:endParaRPr lang="zh-TW" altLang="en-US" sz="4800" dirty="0">
              <a:solidFill>
                <a:srgbClr val="FFFF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31856256"/>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558FC-00C9-E85F-1AAA-9AA95BAC41F7}"/>
            </a:ext>
          </a:extLst>
        </p:cNvPr>
        <p:cNvGrpSpPr/>
        <p:nvPr/>
      </p:nvGrpSpPr>
      <p:grpSpPr>
        <a:xfrm>
          <a:off x="0" y="0"/>
          <a:ext cx="0" cy="0"/>
          <a:chOff x="0" y="0"/>
          <a:chExt cx="0" cy="0"/>
        </a:xfrm>
      </p:grpSpPr>
      <p:sp>
        <p:nvSpPr>
          <p:cNvPr id="5" name="標題 4">
            <a:extLst>
              <a:ext uri="{FF2B5EF4-FFF2-40B4-BE49-F238E27FC236}">
                <a16:creationId xmlns:a16="http://schemas.microsoft.com/office/drawing/2014/main" id="{D50953FA-63A6-B0B2-DD72-28937D783844}"/>
              </a:ext>
            </a:extLst>
          </p:cNvPr>
          <p:cNvSpPr>
            <a:spLocks noGrp="1"/>
          </p:cNvSpPr>
          <p:nvPr>
            <p:ph type="title"/>
          </p:nvPr>
        </p:nvSpPr>
        <p:spPr>
          <a:xfrm>
            <a:off x="469900" y="771645"/>
            <a:ext cx="9702800" cy="495180"/>
          </a:xfrm>
        </p:spPr>
        <p:txBody>
          <a:bodyPr/>
          <a:lstStyle/>
          <a:p>
            <a:pPr marL="342900" indent="-342900">
              <a:lnSpc>
                <a:spcPts val="4200"/>
              </a:lnSpc>
              <a:buFont typeface="Wingdings" panose="05000000000000000000" pitchFamily="2" charset="2"/>
              <a:buChar char="l"/>
            </a:pPr>
            <a:r>
              <a:rPr lang="zh-TW" altLang="en-US" sz="2400" b="1" dirty="0">
                <a:latin typeface="微軟正黑體" panose="020B0604030504040204" pitchFamily="34" charset="-120"/>
                <a:ea typeface="微軟正黑體" panose="020B0604030504040204" pitchFamily="34" charset="-120"/>
              </a:rPr>
              <a:t>將</a:t>
            </a:r>
            <a:r>
              <a:rPr lang="zh-TW" altLang="en-US" sz="2400" b="1" dirty="0">
                <a:solidFill>
                  <a:schemeClr val="bg1"/>
                </a:solidFill>
                <a:highlight>
                  <a:srgbClr val="2D747B"/>
                </a:highlight>
                <a:latin typeface="微軟正黑體" panose="020B0604030504040204" pitchFamily="34" charset="-120"/>
                <a:ea typeface="微軟正黑體" panose="020B0604030504040204" pitchFamily="34" charset="-120"/>
              </a:rPr>
              <a:t>員工基本資料</a:t>
            </a:r>
            <a:r>
              <a:rPr lang="zh-TW" altLang="en-US" sz="2400" b="1" dirty="0">
                <a:latin typeface="微軟正黑體" panose="020B0604030504040204" pitchFamily="34" charset="-120"/>
                <a:ea typeface="微軟正黑體" panose="020B0604030504040204" pitchFamily="34" charset="-120"/>
              </a:rPr>
              <a:t>及組織資料轉至</a:t>
            </a:r>
            <a:r>
              <a:rPr lang="zh-TW" altLang="en-US" sz="2400" b="1" dirty="0">
                <a:latin typeface="微軟正黑體" panose="020B0604030504040204" pitchFamily="34" charset="-120"/>
              </a:rPr>
              <a:t>宏思</a:t>
            </a:r>
            <a:r>
              <a:rPr lang="zh-TW" altLang="en-US" sz="2400" b="1" dirty="0">
                <a:latin typeface="微軟正黑體" panose="020B0604030504040204" pitchFamily="34" charset="-120"/>
                <a:ea typeface="微軟正黑體" panose="020B0604030504040204" pitchFamily="34" charset="-120"/>
              </a:rPr>
              <a:t>提供的暫存人事及組織的資料表</a:t>
            </a:r>
          </a:p>
        </p:txBody>
      </p:sp>
      <p:sp>
        <p:nvSpPr>
          <p:cNvPr id="3" name="矩形 2">
            <a:extLst>
              <a:ext uri="{FF2B5EF4-FFF2-40B4-BE49-F238E27FC236}">
                <a16:creationId xmlns:a16="http://schemas.microsoft.com/office/drawing/2014/main" id="{8C66DDF1-2D24-0C3D-D80C-019519B3B949}"/>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6" name="標題 4">
            <a:extLst>
              <a:ext uri="{FF2B5EF4-FFF2-40B4-BE49-F238E27FC236}">
                <a16:creationId xmlns:a16="http://schemas.microsoft.com/office/drawing/2014/main" id="{DB0954BD-22F6-9D06-9585-AFB4AA583114}"/>
              </a:ext>
            </a:extLst>
          </p:cNvPr>
          <p:cNvSpPr txBox="1">
            <a:spLocks/>
          </p:cNvSpPr>
          <p:nvPr/>
        </p:nvSpPr>
        <p:spPr bwMode="gray">
          <a:xfrm>
            <a:off x="469900" y="123292"/>
            <a:ext cx="8318500" cy="334102"/>
          </a:xfrm>
          <a:prstGeom prst="rect">
            <a:avLst/>
          </a:prstGeom>
        </p:spPr>
        <p:txBody>
          <a:bodyPr vert="horz" lIns="0" tIns="0" rIns="0" bIns="0" rtlCol="0" anchor="t" anchorCtr="0">
            <a:noAutofit/>
          </a:bodyPr>
          <a:lstStyle>
            <a:lvl1pPr algn="l" defTabSz="1219110" rtl="0" eaLnBrk="1" latinLnBrk="0" hangingPunct="1">
              <a:spcBef>
                <a:spcPct val="0"/>
              </a:spcBef>
              <a:buNone/>
              <a:defRPr sz="2100" kern="1200">
                <a:solidFill>
                  <a:schemeClr val="tx1"/>
                </a:solidFill>
                <a:latin typeface="+mj-lt"/>
                <a:ea typeface="微軟正黑體" panose="020B0604030504040204" pitchFamily="34" charset="-120"/>
                <a:cs typeface="+mj-cs"/>
              </a:defRPr>
            </a:lvl1pPr>
          </a:lstStyle>
          <a:p>
            <a:r>
              <a:rPr lang="zh-TW" altLang="en-US" sz="2800" b="1" dirty="0"/>
              <a:t>人事和組織資料整合 </a:t>
            </a:r>
            <a:r>
              <a:rPr lang="en-US" altLang="zh-TW" sz="2800" b="1" dirty="0"/>
              <a:t>- </a:t>
            </a:r>
            <a:r>
              <a:rPr lang="zh-TW" altLang="en-US" sz="2800" b="1" dirty="0"/>
              <a:t>匯入方式</a:t>
            </a:r>
          </a:p>
        </p:txBody>
      </p:sp>
      <p:pic>
        <p:nvPicPr>
          <p:cNvPr id="7" name="圖片 6">
            <a:extLst>
              <a:ext uri="{FF2B5EF4-FFF2-40B4-BE49-F238E27FC236}">
                <a16:creationId xmlns:a16="http://schemas.microsoft.com/office/drawing/2014/main" id="{ED4C30F3-45EC-A0F8-76C7-6A4B488CD9C1}"/>
              </a:ext>
            </a:extLst>
          </p:cNvPr>
          <p:cNvPicPr>
            <a:picLocks noChangeAspect="1"/>
          </p:cNvPicPr>
          <p:nvPr/>
        </p:nvPicPr>
        <p:blipFill>
          <a:blip r:embed="rId2"/>
          <a:stretch>
            <a:fillRect/>
          </a:stretch>
        </p:blipFill>
        <p:spPr>
          <a:xfrm>
            <a:off x="886278" y="1419478"/>
            <a:ext cx="8152948" cy="4569943"/>
          </a:xfrm>
          <a:prstGeom prst="rect">
            <a:avLst/>
          </a:prstGeom>
        </p:spPr>
      </p:pic>
    </p:spTree>
    <p:extLst>
      <p:ext uri="{BB962C8B-B14F-4D97-AF65-F5344CB8AC3E}">
        <p14:creationId xmlns:p14="http://schemas.microsoft.com/office/powerpoint/2010/main" val="1433867206"/>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571E1-2B06-0AA5-BEE3-4B05BDF99777}"/>
            </a:ext>
          </a:extLst>
        </p:cNvPr>
        <p:cNvGrpSpPr/>
        <p:nvPr/>
      </p:nvGrpSpPr>
      <p:grpSpPr>
        <a:xfrm>
          <a:off x="0" y="0"/>
          <a:ext cx="0" cy="0"/>
          <a:chOff x="0" y="0"/>
          <a:chExt cx="0" cy="0"/>
        </a:xfrm>
      </p:grpSpPr>
      <p:sp>
        <p:nvSpPr>
          <p:cNvPr id="5" name="標題 4">
            <a:extLst>
              <a:ext uri="{FF2B5EF4-FFF2-40B4-BE49-F238E27FC236}">
                <a16:creationId xmlns:a16="http://schemas.microsoft.com/office/drawing/2014/main" id="{824728FB-03F4-8FE8-69A5-3247C09575BD}"/>
              </a:ext>
            </a:extLst>
          </p:cNvPr>
          <p:cNvSpPr>
            <a:spLocks noGrp="1"/>
          </p:cNvSpPr>
          <p:nvPr>
            <p:ph type="title"/>
          </p:nvPr>
        </p:nvSpPr>
        <p:spPr>
          <a:xfrm>
            <a:off x="469900" y="771645"/>
            <a:ext cx="9702800" cy="495180"/>
          </a:xfrm>
        </p:spPr>
        <p:txBody>
          <a:bodyPr/>
          <a:lstStyle/>
          <a:p>
            <a:pPr marL="342900" indent="-342900">
              <a:lnSpc>
                <a:spcPts val="4200"/>
              </a:lnSpc>
              <a:buFont typeface="Wingdings" panose="05000000000000000000" pitchFamily="2" charset="2"/>
              <a:buChar char="l"/>
            </a:pPr>
            <a:r>
              <a:rPr lang="zh-TW" altLang="en-US" sz="2400" b="1" dirty="0">
                <a:latin typeface="微軟正黑體" panose="020B0604030504040204" pitchFamily="34" charset="-120"/>
                <a:ea typeface="微軟正黑體" panose="020B0604030504040204" pitchFamily="34" charset="-120"/>
              </a:rPr>
              <a:t>將員工基本資料及</a:t>
            </a:r>
            <a:r>
              <a:rPr lang="zh-TW" altLang="en-US" sz="2400" b="1" dirty="0">
                <a:solidFill>
                  <a:schemeClr val="bg1"/>
                </a:solidFill>
                <a:highlight>
                  <a:srgbClr val="2D747B"/>
                </a:highlight>
                <a:latin typeface="微軟正黑體" panose="020B0604030504040204" pitchFamily="34" charset="-120"/>
                <a:ea typeface="微軟正黑體" panose="020B0604030504040204" pitchFamily="34" charset="-120"/>
              </a:rPr>
              <a:t>組織資料</a:t>
            </a:r>
            <a:r>
              <a:rPr lang="zh-TW" altLang="en-US" sz="2400" b="1" dirty="0">
                <a:latin typeface="微軟正黑體" panose="020B0604030504040204" pitchFamily="34" charset="-120"/>
                <a:ea typeface="微軟正黑體" panose="020B0604030504040204" pitchFamily="34" charset="-120"/>
              </a:rPr>
              <a:t>轉至</a:t>
            </a:r>
            <a:r>
              <a:rPr lang="zh-TW" altLang="en-US" sz="2400" b="1" dirty="0">
                <a:latin typeface="微軟正黑體" panose="020B0604030504040204" pitchFamily="34" charset="-120"/>
              </a:rPr>
              <a:t>宏思</a:t>
            </a:r>
            <a:r>
              <a:rPr lang="zh-TW" altLang="en-US" sz="2400" b="1" dirty="0">
                <a:latin typeface="微軟正黑體" panose="020B0604030504040204" pitchFamily="34" charset="-120"/>
                <a:ea typeface="微軟正黑體" panose="020B0604030504040204" pitchFamily="34" charset="-120"/>
              </a:rPr>
              <a:t>提供</a:t>
            </a:r>
            <a:r>
              <a:rPr lang="zh-TW" altLang="en-US" sz="2400" b="1" dirty="0">
                <a:latin typeface="微軟正黑體" panose="020B0604030504040204" pitchFamily="34" charset="-120"/>
              </a:rPr>
              <a:t>的</a:t>
            </a:r>
            <a:r>
              <a:rPr lang="zh-TW" altLang="en-US" sz="2400" b="1" dirty="0">
                <a:latin typeface="微軟正黑體" panose="020B0604030504040204" pitchFamily="34" charset="-120"/>
                <a:ea typeface="微軟正黑體" panose="020B0604030504040204" pitchFamily="34" charset="-120"/>
              </a:rPr>
              <a:t>暫存人事及組織的資料表</a:t>
            </a:r>
          </a:p>
        </p:txBody>
      </p:sp>
      <p:sp>
        <p:nvSpPr>
          <p:cNvPr id="3" name="矩形 2">
            <a:extLst>
              <a:ext uri="{FF2B5EF4-FFF2-40B4-BE49-F238E27FC236}">
                <a16:creationId xmlns:a16="http://schemas.microsoft.com/office/drawing/2014/main" id="{5B0581AF-017E-66DC-C753-54660700A27C}"/>
              </a:ext>
            </a:extLst>
          </p:cNvPr>
          <p:cNvSpPr/>
          <p:nvPr/>
        </p:nvSpPr>
        <p:spPr bwMode="gray">
          <a:xfrm>
            <a:off x="0" y="95610"/>
            <a:ext cx="220133" cy="3894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6" name="標題 4">
            <a:extLst>
              <a:ext uri="{FF2B5EF4-FFF2-40B4-BE49-F238E27FC236}">
                <a16:creationId xmlns:a16="http://schemas.microsoft.com/office/drawing/2014/main" id="{AAF522E6-989F-4CBD-BE9C-65FA7E22CB88}"/>
              </a:ext>
            </a:extLst>
          </p:cNvPr>
          <p:cNvSpPr txBox="1">
            <a:spLocks/>
          </p:cNvSpPr>
          <p:nvPr/>
        </p:nvSpPr>
        <p:spPr bwMode="gray">
          <a:xfrm>
            <a:off x="469900" y="123292"/>
            <a:ext cx="8318500" cy="334102"/>
          </a:xfrm>
          <a:prstGeom prst="rect">
            <a:avLst/>
          </a:prstGeom>
        </p:spPr>
        <p:txBody>
          <a:bodyPr vert="horz" lIns="0" tIns="0" rIns="0" bIns="0" rtlCol="0" anchor="t" anchorCtr="0">
            <a:noAutofit/>
          </a:bodyPr>
          <a:lstStyle>
            <a:lvl1pPr algn="l" defTabSz="1219110" rtl="0" eaLnBrk="1" latinLnBrk="0" hangingPunct="1">
              <a:spcBef>
                <a:spcPct val="0"/>
              </a:spcBef>
              <a:buNone/>
              <a:defRPr sz="2100" kern="1200">
                <a:solidFill>
                  <a:schemeClr val="tx1"/>
                </a:solidFill>
                <a:latin typeface="+mj-lt"/>
                <a:ea typeface="微軟正黑體" panose="020B0604030504040204" pitchFamily="34" charset="-120"/>
                <a:cs typeface="+mj-cs"/>
              </a:defRPr>
            </a:lvl1pPr>
          </a:lstStyle>
          <a:p>
            <a:r>
              <a:rPr lang="zh-TW" altLang="en-US" sz="2800" b="1" dirty="0"/>
              <a:t>人事和組織資料整合 </a:t>
            </a:r>
            <a:r>
              <a:rPr lang="en-US" altLang="zh-TW" sz="2800" b="1" dirty="0"/>
              <a:t>- </a:t>
            </a:r>
            <a:r>
              <a:rPr lang="zh-TW" altLang="en-US" sz="2800" b="1" dirty="0"/>
              <a:t>匯入方式</a:t>
            </a:r>
          </a:p>
        </p:txBody>
      </p:sp>
      <p:pic>
        <p:nvPicPr>
          <p:cNvPr id="4" name="圖片 3">
            <a:extLst>
              <a:ext uri="{FF2B5EF4-FFF2-40B4-BE49-F238E27FC236}">
                <a16:creationId xmlns:a16="http://schemas.microsoft.com/office/drawing/2014/main" id="{1EBCA3D7-F9A8-ADDB-D1FE-C6499EE44F56}"/>
              </a:ext>
            </a:extLst>
          </p:cNvPr>
          <p:cNvPicPr>
            <a:picLocks noChangeAspect="1"/>
          </p:cNvPicPr>
          <p:nvPr/>
        </p:nvPicPr>
        <p:blipFill>
          <a:blip r:embed="rId2"/>
          <a:stretch>
            <a:fillRect/>
          </a:stretch>
        </p:blipFill>
        <p:spPr>
          <a:xfrm>
            <a:off x="724353" y="2248153"/>
            <a:ext cx="10155012" cy="2795424"/>
          </a:xfrm>
          <a:prstGeom prst="rect">
            <a:avLst/>
          </a:prstGeom>
        </p:spPr>
      </p:pic>
      <p:sp>
        <p:nvSpPr>
          <p:cNvPr id="2" name="語音泡泡: 圓角矩形 1">
            <a:extLst>
              <a:ext uri="{FF2B5EF4-FFF2-40B4-BE49-F238E27FC236}">
                <a16:creationId xmlns:a16="http://schemas.microsoft.com/office/drawing/2014/main" id="{DBC4BF8D-04C9-39E0-0874-9712AE12A8B3}"/>
              </a:ext>
            </a:extLst>
          </p:cNvPr>
          <p:cNvSpPr/>
          <p:nvPr/>
        </p:nvSpPr>
        <p:spPr bwMode="gray">
          <a:xfrm>
            <a:off x="5715000" y="1571476"/>
            <a:ext cx="2434165" cy="637535"/>
          </a:xfrm>
          <a:prstGeom prst="wedgeRoundRectCallout">
            <a:avLst>
              <a:gd name="adj1" fmla="val 20790"/>
              <a:gd name="adj2" fmla="val 114977"/>
              <a:gd name="adj3" fmla="val 16667"/>
            </a:avLst>
          </a:prstGeom>
          <a:solidFill>
            <a:srgbClr val="FFFF00"/>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zh-TW" altLang="en-US" sz="1800" b="1" dirty="0"/>
              <a:t>用於申請表單審核者</a:t>
            </a:r>
          </a:p>
        </p:txBody>
      </p:sp>
      <p:sp>
        <p:nvSpPr>
          <p:cNvPr id="9" name="語音泡泡: 圓角矩形 8">
            <a:extLst>
              <a:ext uri="{FF2B5EF4-FFF2-40B4-BE49-F238E27FC236}">
                <a16:creationId xmlns:a16="http://schemas.microsoft.com/office/drawing/2014/main" id="{73F3C877-637B-7F06-6CBC-63D1D5E0F677}"/>
              </a:ext>
            </a:extLst>
          </p:cNvPr>
          <p:cNvSpPr/>
          <p:nvPr/>
        </p:nvSpPr>
        <p:spPr bwMode="gray">
          <a:xfrm>
            <a:off x="8350250" y="1561876"/>
            <a:ext cx="2224615" cy="637535"/>
          </a:xfrm>
          <a:prstGeom prst="wedgeRoundRectCallout">
            <a:avLst>
              <a:gd name="adj1" fmla="val 20790"/>
              <a:gd name="adj2" fmla="val 114977"/>
              <a:gd name="adj3" fmla="val 16667"/>
            </a:avLst>
          </a:prstGeom>
          <a:solidFill>
            <a:srgbClr val="FFFF00"/>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zh-TW" altLang="en-US" sz="1800" b="1" dirty="0"/>
              <a:t>用於資訊閱覽權限</a:t>
            </a:r>
          </a:p>
        </p:txBody>
      </p:sp>
    </p:spTree>
    <p:extLst>
      <p:ext uri="{BB962C8B-B14F-4D97-AF65-F5344CB8AC3E}">
        <p14:creationId xmlns:p14="http://schemas.microsoft.com/office/powerpoint/2010/main" val="1100393646"/>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840792"/>
            <a:ext cx="11508259" cy="1592403"/>
          </a:xfrm>
        </p:spPr>
        <p:txBody>
          <a:bodyPr/>
          <a:lstStyle/>
          <a:p>
            <a:r>
              <a:rPr lang="zh-TW" altLang="en-US" sz="4800" dirty="0">
                <a:latin typeface="Calibri" panose="020F0502020204030204" pitchFamily="34" charset="0"/>
                <a:cs typeface="Calibri" panose="020F0502020204030204" pitchFamily="34" charset="0"/>
              </a:rPr>
              <a:t>   </a:t>
            </a:r>
            <a:r>
              <a:rPr lang="en-US" altLang="zh-TW" sz="4800" dirty="0">
                <a:latin typeface="Calibri" panose="020F0502020204030204" pitchFamily="34" charset="0"/>
                <a:cs typeface="Calibri" panose="020F0502020204030204" pitchFamily="34" charset="0"/>
              </a:rPr>
              <a:t>2.</a:t>
            </a:r>
            <a:r>
              <a:rPr lang="zh-TW" altLang="en-US" sz="4800" dirty="0">
                <a:latin typeface="Calibri" panose="020F0502020204030204" pitchFamily="34" charset="0"/>
                <a:cs typeface="Calibri" panose="020F0502020204030204" pitchFamily="34" charset="0"/>
              </a:rPr>
              <a:t>「標準導入 」方案 </a:t>
            </a:r>
            <a:r>
              <a:rPr lang="en-US" altLang="zh-TW" sz="4800" dirty="0">
                <a:latin typeface="Calibri" panose="020F0502020204030204" pitchFamily="34" charset="0"/>
                <a:cs typeface="Calibri" panose="020F0502020204030204" pitchFamily="34" charset="0"/>
              </a:rPr>
              <a:t>– </a:t>
            </a:r>
            <a:r>
              <a:rPr lang="zh-TW" altLang="en-US" sz="4800" dirty="0">
                <a:solidFill>
                  <a:srgbClr val="FFFF00"/>
                </a:solidFill>
                <a:latin typeface="Calibri" panose="020F0502020204030204" pitchFamily="34" charset="0"/>
                <a:cs typeface="Calibri" panose="020F0502020204030204" pitchFamily="34" charset="0"/>
              </a:rPr>
              <a:t>系統導入流程說明</a:t>
            </a:r>
          </a:p>
        </p:txBody>
      </p:sp>
    </p:spTree>
    <p:extLst>
      <p:ext uri="{BB962C8B-B14F-4D97-AF65-F5344CB8AC3E}">
        <p14:creationId xmlns:p14="http://schemas.microsoft.com/office/powerpoint/2010/main" val="1112042407"/>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AutoShape 117">
            <a:extLst>
              <a:ext uri="{FF2B5EF4-FFF2-40B4-BE49-F238E27FC236}">
                <a16:creationId xmlns:a16="http://schemas.microsoft.com/office/drawing/2014/main" id="{EE1E04C9-8C43-DCCF-70FA-6EF02F4D63C9}"/>
              </a:ext>
            </a:extLst>
          </p:cNvPr>
          <p:cNvSpPr>
            <a:spLocks noChangeAspect="1" noChangeArrowheads="1" noTextEdit="1"/>
          </p:cNvSpPr>
          <p:nvPr>
            <p:custDataLst>
              <p:tags r:id="rId1"/>
            </p:custDataLst>
          </p:nvPr>
        </p:nvSpPr>
        <p:spPr bwMode="auto">
          <a:xfrm>
            <a:off x="1145544" y="334333"/>
            <a:ext cx="8633456" cy="4427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dirty="0">
              <a:ln>
                <a:noFill/>
              </a:ln>
              <a:solidFill>
                <a:prstClr val="black"/>
              </a:solidFill>
              <a:effectLst/>
              <a:uLnTx/>
              <a:uFillTx/>
              <a:latin typeface="Calibri"/>
              <a:ea typeface="+mn-ea"/>
              <a:cs typeface="Verdana" panose="020B0604030504040204" pitchFamily="34" charset="0"/>
            </a:endParaRPr>
          </a:p>
        </p:txBody>
      </p:sp>
      <p:sp>
        <p:nvSpPr>
          <p:cNvPr id="3" name="標題 4">
            <a:extLst>
              <a:ext uri="{FF2B5EF4-FFF2-40B4-BE49-F238E27FC236}">
                <a16:creationId xmlns:a16="http://schemas.microsoft.com/office/drawing/2014/main" id="{85F281D5-EFDF-0EB4-C49C-D71DECFB1FD9}"/>
              </a:ext>
            </a:extLst>
          </p:cNvPr>
          <p:cNvSpPr txBox="1">
            <a:spLocks/>
          </p:cNvSpPr>
          <p:nvPr/>
        </p:nvSpPr>
        <p:spPr bwMode="gray">
          <a:xfrm>
            <a:off x="469899" y="280988"/>
            <a:ext cx="10782301" cy="334962"/>
          </a:xfrm>
          <a:prstGeom prst="rect">
            <a:avLst/>
          </a:prstGeom>
        </p:spPr>
        <p:txBody>
          <a:bodyPr vert="horz" lIns="0" tIns="0" rIns="0" bIns="0" rtlCol="0" anchor="t" anchorCtr="0">
            <a:noAutofit/>
          </a:bodyPr>
          <a:lstStyle>
            <a:lvl1pPr algn="l" defTabSz="1219110" rtl="0" eaLnBrk="1" latinLnBrk="0" hangingPunct="1">
              <a:spcBef>
                <a:spcPct val="0"/>
              </a:spcBef>
              <a:buNone/>
              <a:defRPr sz="2100" kern="1200">
                <a:solidFill>
                  <a:schemeClr val="tx1"/>
                </a:solidFill>
                <a:latin typeface="+mj-lt"/>
                <a:ea typeface="微軟正黑體" panose="020B0604030504040204" pitchFamily="34" charset="-120"/>
                <a:cs typeface="+mj-cs"/>
              </a:defRPr>
            </a:lvl1pPr>
          </a:lstStyle>
          <a:p>
            <a:r>
              <a:rPr lang="zh-TW" altLang="en-US" sz="2800" b="1" dirty="0"/>
              <a:t>導入流程 </a:t>
            </a:r>
            <a:r>
              <a:rPr lang="en-US" altLang="zh-TW" sz="2800" b="1" dirty="0"/>
              <a:t>- </a:t>
            </a:r>
            <a:r>
              <a:rPr lang="zh-TW" altLang="en-US" sz="2800" b="1" dirty="0"/>
              <a:t>「標準導入」說明</a:t>
            </a:r>
          </a:p>
        </p:txBody>
      </p:sp>
      <p:grpSp>
        <p:nvGrpSpPr>
          <p:cNvPr id="4" name="群組 3">
            <a:extLst>
              <a:ext uri="{FF2B5EF4-FFF2-40B4-BE49-F238E27FC236}">
                <a16:creationId xmlns:a16="http://schemas.microsoft.com/office/drawing/2014/main" id="{793AB395-CB91-820A-18B6-0801B2767FF5}"/>
              </a:ext>
            </a:extLst>
          </p:cNvPr>
          <p:cNvGrpSpPr/>
          <p:nvPr/>
        </p:nvGrpSpPr>
        <p:grpSpPr>
          <a:xfrm>
            <a:off x="310890" y="792589"/>
            <a:ext cx="11844550" cy="5983004"/>
            <a:chOff x="310890" y="783064"/>
            <a:chExt cx="11844550" cy="5983004"/>
          </a:xfrm>
        </p:grpSpPr>
        <p:sp>
          <p:nvSpPr>
            <p:cNvPr id="5" name="手繪多邊形: 圖案 4">
              <a:extLst>
                <a:ext uri="{FF2B5EF4-FFF2-40B4-BE49-F238E27FC236}">
                  <a16:creationId xmlns:a16="http://schemas.microsoft.com/office/drawing/2014/main" id="{C43F5A1C-9974-08F9-DF90-991302CD3D08}"/>
                </a:ext>
              </a:extLst>
            </p:cNvPr>
            <p:cNvSpPr/>
            <p:nvPr/>
          </p:nvSpPr>
          <p:spPr>
            <a:xfrm>
              <a:off x="310890" y="783064"/>
              <a:ext cx="11689238" cy="500494"/>
            </a:xfrm>
            <a:custGeom>
              <a:avLst/>
              <a:gdLst>
                <a:gd name="connsiteX0" fmla="*/ 0 w 2881833"/>
                <a:gd name="connsiteY0" fmla="*/ 0 h 1122087"/>
                <a:gd name="connsiteX1" fmla="*/ 2881833 w 2881833"/>
                <a:gd name="connsiteY1" fmla="*/ 0 h 1122087"/>
                <a:gd name="connsiteX2" fmla="*/ 2881833 w 2881833"/>
                <a:gd name="connsiteY2" fmla="*/ 1122087 h 1122087"/>
                <a:gd name="connsiteX3" fmla="*/ 0 w 2881833"/>
                <a:gd name="connsiteY3" fmla="*/ 1122087 h 1122087"/>
                <a:gd name="connsiteX4" fmla="*/ 0 w 2881833"/>
                <a:gd name="connsiteY4" fmla="*/ 0 h 1122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1833" h="1122087">
                  <a:moveTo>
                    <a:pt x="0" y="0"/>
                  </a:moveTo>
                  <a:lnTo>
                    <a:pt x="2881833" y="0"/>
                  </a:lnTo>
                  <a:lnTo>
                    <a:pt x="2881833" y="1122087"/>
                  </a:lnTo>
                  <a:lnTo>
                    <a:pt x="0" y="1122087"/>
                  </a:lnTo>
                  <a:lnTo>
                    <a:pt x="0" y="0"/>
                  </a:lnTo>
                  <a:close/>
                </a:path>
              </a:pathLst>
            </a:custGeom>
            <a:solidFill>
              <a:srgbClr val="005587"/>
            </a:solidFill>
          </p:spPr>
          <p:style>
            <a:lnRef idx="1">
              <a:schemeClr val="accent1">
                <a:shade val="50000"/>
                <a:hueOff val="0"/>
                <a:satOff val="0"/>
                <a:lumOff val="0"/>
                <a:alphaOff val="0"/>
              </a:schemeClr>
            </a:lnRef>
            <a:fillRef idx="3">
              <a:schemeClr val="accent1">
                <a:shade val="50000"/>
                <a:hueOff val="0"/>
                <a:satOff val="0"/>
                <a:lumOff val="0"/>
                <a:alphaOff val="0"/>
              </a:schemeClr>
            </a:fillRef>
            <a:effectRef idx="2">
              <a:schemeClr val="accent1">
                <a:shade val="50000"/>
                <a:hueOff val="0"/>
                <a:satOff val="0"/>
                <a:lumOff val="0"/>
                <a:alphaOff val="0"/>
              </a:schemeClr>
            </a:effectRef>
            <a:fontRef idx="minor">
              <a:schemeClr val="lt1"/>
            </a:fontRef>
          </p:style>
          <p:txBody>
            <a:bodyPr spcFirstLastPara="0" vert="horz" wrap="square" lIns="163576" tIns="93472" rIns="163576" bIns="93472" numCol="1" spcCol="1270" anchor="t" anchorCtr="0">
              <a:noAutofit/>
            </a:bodyPr>
            <a:lstStyle/>
            <a:p>
              <a:pPr marL="0" lvl="0" indent="0" algn="ctr" defTabSz="1022350">
                <a:lnSpc>
                  <a:spcPct val="90000"/>
                </a:lnSpc>
                <a:spcBef>
                  <a:spcPct val="0"/>
                </a:spcBef>
                <a:spcAft>
                  <a:spcPct val="35000"/>
                </a:spcAft>
                <a:buNone/>
              </a:pPr>
              <a:r>
                <a:rPr lang="en-US" altLang="zh-TW" sz="2800" b="1" dirty="0">
                  <a:solidFill>
                    <a:srgbClr val="E3E48D"/>
                  </a:solidFill>
                  <a:latin typeface="+mn-ea"/>
                </a:rPr>
                <a:t>【</a:t>
              </a:r>
              <a:r>
                <a:rPr lang="zh-TW" altLang="en-US" sz="2800" b="1" dirty="0">
                  <a:solidFill>
                    <a:srgbClr val="E3E48D"/>
                  </a:solidFill>
                  <a:latin typeface="+mn-ea"/>
                </a:rPr>
                <a:t>標準導入</a:t>
              </a:r>
              <a:r>
                <a:rPr lang="en-US" altLang="zh-TW" sz="2800" b="1" dirty="0">
                  <a:solidFill>
                    <a:srgbClr val="E3E48D"/>
                  </a:solidFill>
                  <a:latin typeface="+mn-ea"/>
                </a:rPr>
                <a:t>】</a:t>
              </a:r>
              <a:r>
                <a:rPr lang="zh-TW" altLang="en-US" sz="2800" b="1" dirty="0">
                  <a:solidFill>
                    <a:srgbClr val="E3E48D"/>
                  </a:solidFill>
                  <a:latin typeface="+mn-ea"/>
                </a:rPr>
                <a:t>流程</a:t>
              </a:r>
            </a:p>
          </p:txBody>
        </p:sp>
        <p:sp>
          <p:nvSpPr>
            <p:cNvPr id="14" name="矩形: 圓角 13">
              <a:extLst>
                <a:ext uri="{FF2B5EF4-FFF2-40B4-BE49-F238E27FC236}">
                  <a16:creationId xmlns:a16="http://schemas.microsoft.com/office/drawing/2014/main" id="{EFC2E6C8-C12F-8DA6-075F-BD620B0DCC4E}"/>
                </a:ext>
              </a:extLst>
            </p:cNvPr>
            <p:cNvSpPr/>
            <p:nvPr/>
          </p:nvSpPr>
          <p:spPr bwMode="gray">
            <a:xfrm>
              <a:off x="313796" y="5044747"/>
              <a:ext cx="2534508" cy="1256212"/>
            </a:xfrm>
            <a:prstGeom prst="roundRect">
              <a:avLst>
                <a:gd name="adj" fmla="val 7971"/>
              </a:avLst>
            </a:prstGeom>
            <a:solidFill>
              <a:schemeClr val="bg1">
                <a:lumMod val="95000"/>
              </a:schemeClr>
            </a:solidFill>
            <a:ln w="19050" algn="ctr">
              <a:noFill/>
              <a:miter lim="800000"/>
              <a:headEnd/>
              <a:tailEnd/>
            </a:ln>
          </p:spPr>
          <p:txBody>
            <a:bodyPr wrap="square" lIns="88900" tIns="88900" rIns="88900" bIns="88900" rtlCol="0" anchor="t"/>
            <a:lstStyle/>
            <a:p>
              <a:r>
                <a:rPr lang="zh-TW" altLang="en-US" sz="1600" b="1" dirty="0"/>
                <a:t>進行系統基本設定</a:t>
              </a:r>
              <a:endParaRPr lang="en-US" altLang="zh-TW" sz="1600" b="1" dirty="0"/>
            </a:p>
            <a:p>
              <a:pPr marL="171450" indent="-171450">
                <a:lnSpc>
                  <a:spcPct val="150000"/>
                </a:lnSpc>
                <a:buFont typeface="Arial" panose="020B0604020202020204" pitchFamily="34" charset="0"/>
                <a:buChar char="•"/>
              </a:pPr>
              <a:r>
                <a:rPr lang="en-US" altLang="zh-TW" sz="1200" dirty="0">
                  <a:ln/>
                  <a:latin typeface="微軟正黑體" panose="020B0604030504040204" pitchFamily="34" charset="-120"/>
                  <a:ea typeface="微軟正黑體" panose="020B0604030504040204" pitchFamily="34" charset="-120"/>
                </a:rPr>
                <a:t>Config</a:t>
              </a:r>
              <a:r>
                <a:rPr lang="zh-TW" altLang="en-US" sz="1200" dirty="0">
                  <a:ln/>
                  <a:latin typeface="微軟正黑體" panose="020B0604030504040204" pitchFamily="34" charset="-120"/>
                  <a:ea typeface="微軟正黑體" panose="020B0604030504040204" pitchFamily="34" charset="-120"/>
                </a:rPr>
                <a:t>檔案設定</a:t>
              </a:r>
              <a:r>
                <a:rPr lang="en-US" altLang="zh-TW" sz="1200" dirty="0">
                  <a:ln/>
                  <a:latin typeface="微軟正黑體" panose="020B0604030504040204" pitchFamily="34" charset="-120"/>
                  <a:ea typeface="微軟正黑體" panose="020B0604030504040204" pitchFamily="34" charset="-120"/>
                </a:rPr>
                <a:t>(</a:t>
              </a:r>
              <a:r>
                <a:rPr lang="zh-TW" altLang="en-US" sz="1200" dirty="0">
                  <a:ln/>
                  <a:latin typeface="微軟正黑體" panose="020B0604030504040204" pitchFamily="34" charset="-120"/>
                  <a:ea typeface="微軟正黑體" panose="020B0604030504040204" pitchFamily="34" charset="-120"/>
                </a:rPr>
                <a:t>包含</a:t>
              </a:r>
              <a:r>
                <a:rPr lang="en-US" altLang="zh-TW" sz="1200" dirty="0">
                  <a:ln/>
                  <a:latin typeface="微軟正黑體" panose="020B0604030504040204" pitchFamily="34" charset="-120"/>
                  <a:ea typeface="微軟正黑體" panose="020B0604030504040204" pitchFamily="34" charset="-120"/>
                </a:rPr>
                <a:t>SSO</a:t>
              </a:r>
              <a:r>
                <a:rPr lang="zh-TW" altLang="en-US" sz="1200" dirty="0">
                  <a:ln/>
                  <a:latin typeface="微軟正黑體" panose="020B0604030504040204" pitchFamily="34" charset="-120"/>
                  <a:ea typeface="微軟正黑體" panose="020B0604030504040204" pitchFamily="34" charset="-120"/>
                </a:rPr>
                <a:t>參數</a:t>
              </a:r>
              <a:r>
                <a:rPr lang="en-US" altLang="zh-TW" sz="1200" dirty="0">
                  <a:ln/>
                  <a:latin typeface="微軟正黑體" panose="020B0604030504040204" pitchFamily="34" charset="-120"/>
                  <a:ea typeface="微軟正黑體" panose="020B0604030504040204" pitchFamily="34" charset="-120"/>
                </a:rPr>
                <a:t>)</a:t>
              </a:r>
            </a:p>
            <a:p>
              <a:pPr marL="171450" indent="-171450">
                <a:lnSpc>
                  <a:spcPct val="150000"/>
                </a:lnSpc>
                <a:buFont typeface="Arial" panose="020B0604020202020204" pitchFamily="34" charset="0"/>
                <a:buChar char="•"/>
              </a:pPr>
              <a:r>
                <a:rPr lang="en-US" altLang="zh-TW" sz="1200" dirty="0">
                  <a:ln/>
                  <a:latin typeface="微軟正黑體" panose="020B0604030504040204" pitchFamily="34" charset="-120"/>
                  <a:ea typeface="微軟正黑體" panose="020B0604030504040204" pitchFamily="34" charset="-120"/>
                </a:rPr>
                <a:t>SMTP Server</a:t>
              </a:r>
            </a:p>
            <a:p>
              <a:pPr marL="171450" indent="-171450">
                <a:lnSpc>
                  <a:spcPct val="150000"/>
                </a:lnSpc>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網站網址</a:t>
              </a:r>
              <a:endParaRPr lang="en-US" altLang="zh-TW" sz="1200" dirty="0">
                <a:ln/>
                <a:latin typeface="微軟正黑體" panose="020B0604030504040204" pitchFamily="34" charset="-120"/>
                <a:ea typeface="微軟正黑體" panose="020B0604030504040204" pitchFamily="34" charset="-120"/>
              </a:endParaRPr>
            </a:p>
            <a:p>
              <a:endParaRPr lang="en-US" altLang="zh-TW" sz="1200" dirty="0">
                <a:ln/>
                <a:latin typeface="微軟正黑體" panose="020B0604030504040204" pitchFamily="34" charset="-120"/>
                <a:ea typeface="微軟正黑體" panose="020B0604030504040204" pitchFamily="34" charset="-120"/>
              </a:endParaRPr>
            </a:p>
            <a:p>
              <a:endParaRPr lang="en-US" altLang="zh-TW" sz="1200" dirty="0">
                <a:ln/>
                <a:latin typeface="微軟正黑體" panose="020B0604030504040204" pitchFamily="34" charset="-120"/>
                <a:ea typeface="微軟正黑體" panose="020B0604030504040204" pitchFamily="34" charset="-120"/>
              </a:endParaRPr>
            </a:p>
            <a:p>
              <a:endParaRPr lang="en-US" altLang="zh-TW" sz="1200" dirty="0">
                <a:ln/>
                <a:latin typeface="微軟正黑體" panose="020B0604030504040204" pitchFamily="34" charset="-120"/>
                <a:ea typeface="微軟正黑體" panose="020B0604030504040204" pitchFamily="34" charset="-120"/>
              </a:endParaRPr>
            </a:p>
            <a:p>
              <a:endParaRPr lang="en-US" altLang="zh-TW" sz="1200" dirty="0">
                <a:ln/>
                <a:latin typeface="微軟正黑體" panose="020B0604030504040204" pitchFamily="34" charset="-120"/>
                <a:ea typeface="微軟正黑體" panose="020B0604030504040204" pitchFamily="34" charset="-120"/>
              </a:endParaRPr>
            </a:p>
          </p:txBody>
        </p:sp>
        <p:sp>
          <p:nvSpPr>
            <p:cNvPr id="76" name="矩形: 圓角 75">
              <a:extLst>
                <a:ext uri="{FF2B5EF4-FFF2-40B4-BE49-F238E27FC236}">
                  <a16:creationId xmlns:a16="http://schemas.microsoft.com/office/drawing/2014/main" id="{C73D6AF8-69A8-A4B7-C03B-7FEC366099F2}"/>
                </a:ext>
              </a:extLst>
            </p:cNvPr>
            <p:cNvSpPr/>
            <p:nvPr/>
          </p:nvSpPr>
          <p:spPr bwMode="gray">
            <a:xfrm>
              <a:off x="6752541" y="3434386"/>
              <a:ext cx="2600060" cy="1399279"/>
            </a:xfrm>
            <a:prstGeom prst="roundRect">
              <a:avLst>
                <a:gd name="adj" fmla="val 7971"/>
              </a:avLst>
            </a:prstGeom>
            <a:solidFill>
              <a:schemeClr val="bg1">
                <a:lumMod val="95000"/>
              </a:schemeClr>
            </a:solidFill>
            <a:ln w="19050" algn="ctr">
              <a:noFill/>
              <a:miter lim="800000"/>
              <a:headEnd/>
              <a:tailEnd/>
            </a:ln>
          </p:spPr>
          <p:txBody>
            <a:bodyPr wrap="square" lIns="88900" tIns="88900" rIns="88900" bIns="88900" rtlCol="0" anchor="ctr"/>
            <a:lstStyle/>
            <a:p>
              <a:pPr>
                <a:lnSpc>
                  <a:spcPct val="150000"/>
                </a:lnSpc>
              </a:pPr>
              <a:r>
                <a:rPr lang="zh-TW" altLang="en-US" sz="1600" b="1" dirty="0"/>
                <a:t>整合</a:t>
              </a:r>
              <a:r>
                <a:rPr lang="en-US" altLang="zh-TW" sz="1600" b="1" dirty="0"/>
                <a:t>SSO</a:t>
              </a:r>
              <a:r>
                <a:rPr lang="zh-TW" altLang="en-US" sz="1600" b="1" dirty="0"/>
                <a:t>與人事組織資料</a:t>
              </a:r>
              <a:endParaRPr lang="en-US" altLang="zh-TW" sz="1600" b="1" dirty="0"/>
            </a:p>
            <a:p>
              <a:pPr marL="171450" indent="-171450">
                <a:lnSpc>
                  <a:spcPct val="150000"/>
                </a:lnSpc>
                <a:buFont typeface="Arial" panose="020B0604020202020204" pitchFamily="34" charset="0"/>
                <a:buChar char="•"/>
              </a:pPr>
              <a:r>
                <a:rPr lang="en-US" altLang="zh-TW" sz="1200" b="1" dirty="0">
                  <a:ln/>
                  <a:latin typeface="微軟正黑體" panose="020B0604030504040204" pitchFamily="34" charset="-120"/>
                  <a:ea typeface="微軟正黑體" panose="020B0604030504040204" pitchFamily="34" charset="-120"/>
                </a:rPr>
                <a:t>SSO</a:t>
              </a:r>
              <a:r>
                <a:rPr lang="zh-TW" altLang="en-US" sz="1200" b="1" dirty="0">
                  <a:ln/>
                  <a:latin typeface="微軟正黑體" panose="020B0604030504040204" pitchFamily="34" charset="-120"/>
                  <a:ea typeface="微軟正黑體" panose="020B0604030504040204" pitchFamily="34" charset="-120"/>
                </a:rPr>
                <a:t>整合 </a:t>
              </a:r>
              <a:endParaRPr lang="en-US" altLang="zh-TW" sz="1200" b="1" dirty="0">
                <a:ln/>
                <a:latin typeface="微軟正黑體" panose="020B0604030504040204" pitchFamily="34" charset="-120"/>
                <a:ea typeface="微軟正黑體" panose="020B0604030504040204" pitchFamily="34" charset="-120"/>
              </a:endParaRPr>
            </a:p>
            <a:p>
              <a:r>
                <a:rPr lang="zh-TW" altLang="en-US" sz="1100" dirty="0">
                  <a:ln/>
                  <a:latin typeface="微軟正黑體" panose="020B0604030504040204" pitchFamily="34" charset="-120"/>
                  <a:ea typeface="微軟正黑體" panose="020B0604030504040204" pitchFamily="34" charset="-120"/>
                </a:rPr>
                <a:t>    </a:t>
              </a:r>
              <a:r>
                <a:rPr lang="en-US" altLang="zh-TW" sz="1100" dirty="0">
                  <a:ln/>
                  <a:latin typeface="微軟正黑體" panose="020B0604030504040204" pitchFamily="34" charset="-120"/>
                  <a:ea typeface="微軟正黑體" panose="020B0604030504040204" pitchFamily="34" charset="-120"/>
                </a:rPr>
                <a:t>(</a:t>
              </a:r>
              <a:r>
                <a:rPr lang="zh-TW" altLang="en-US" sz="1100" b="1" dirty="0">
                  <a:ln/>
                  <a:solidFill>
                    <a:srgbClr val="FF0000"/>
                  </a:solidFill>
                  <a:latin typeface="微軟正黑體" panose="020B0604030504040204" pitchFamily="34" charset="-120"/>
                  <a:ea typeface="微軟正黑體" panose="020B0604030504040204" pitchFamily="34" charset="-120"/>
                </a:rPr>
                <a:t>限</a:t>
              </a:r>
              <a:r>
                <a:rPr lang="zh-TW" altLang="en-US" sz="1100" dirty="0">
                  <a:ln/>
                  <a:solidFill>
                    <a:srgbClr val="FF3399"/>
                  </a:solidFill>
                  <a:latin typeface="微軟正黑體" panose="020B0604030504040204" pitchFamily="34" charset="-120"/>
                  <a:ea typeface="微軟正黑體" panose="020B0604030504040204" pitchFamily="34" charset="-120"/>
                </a:rPr>
                <a:t> </a:t>
              </a:r>
              <a:r>
                <a:rPr lang="zh-TW" altLang="en-US" sz="1100" dirty="0">
                  <a:ln/>
                  <a:latin typeface="微軟正黑體" panose="020B0604030504040204" pitchFamily="34" charset="-120"/>
                  <a:ea typeface="微軟正黑體" panose="020B0604030504040204" pitchFamily="34" charset="-120"/>
                </a:rPr>
                <a:t>微軟</a:t>
              </a:r>
              <a:r>
                <a:rPr lang="en-US" altLang="zh-TW" sz="1100" dirty="0">
                  <a:ln/>
                  <a:latin typeface="微軟正黑體" panose="020B0604030504040204" pitchFamily="34" charset="-120"/>
                  <a:ea typeface="微軟正黑體" panose="020B0604030504040204" pitchFamily="34" charset="-120"/>
                </a:rPr>
                <a:t>AD</a:t>
              </a:r>
              <a:r>
                <a:rPr lang="zh-TW" altLang="en-US" sz="1100" dirty="0">
                  <a:ln/>
                  <a:latin typeface="微軟正黑體" panose="020B0604030504040204" pitchFamily="34" charset="-120"/>
                  <a:ea typeface="微軟正黑體" panose="020B0604030504040204" pitchFamily="34" charset="-120"/>
                </a:rPr>
                <a:t>目錄串接 或 </a:t>
              </a:r>
              <a:r>
                <a:rPr lang="en-US" altLang="zh-TW" sz="1100" dirty="0">
                  <a:ln/>
                  <a:latin typeface="微軟正黑體" panose="020B0604030504040204" pitchFamily="34" charset="-120"/>
                  <a:ea typeface="微軟正黑體" panose="020B0604030504040204" pitchFamily="34" charset="-120"/>
                </a:rPr>
                <a:t>LDAP</a:t>
              </a:r>
              <a:r>
                <a:rPr lang="zh-TW" altLang="en-US" sz="1100" dirty="0">
                  <a:ln/>
                  <a:latin typeface="微軟正黑體" panose="020B0604030504040204" pitchFamily="34" charset="-120"/>
                  <a:ea typeface="微軟正黑體" panose="020B0604030504040204" pitchFamily="34" charset="-120"/>
                </a:rPr>
                <a:t>整合</a:t>
              </a:r>
              <a:r>
                <a:rPr lang="en-US" altLang="zh-TW" sz="1100" dirty="0">
                  <a:ln/>
                  <a:latin typeface="微軟正黑體" panose="020B0604030504040204" pitchFamily="34" charset="-120"/>
                  <a:ea typeface="微軟正黑體" panose="020B0604030504040204" pitchFamily="34" charset="-120"/>
                </a:rPr>
                <a:t>)</a:t>
              </a:r>
            </a:p>
            <a:p>
              <a:pPr marL="171450" indent="-171450">
                <a:buFont typeface="Arial" panose="020B0604020202020204" pitchFamily="34" charset="0"/>
                <a:buChar char="•"/>
              </a:pPr>
              <a:r>
                <a:rPr lang="zh-TW" altLang="en-US" sz="1200" b="1" dirty="0">
                  <a:ln/>
                  <a:latin typeface="微軟正黑體" panose="020B0604030504040204" pitchFamily="34" charset="-120"/>
                  <a:ea typeface="微軟正黑體" panose="020B0604030504040204" pitchFamily="34" charset="-120"/>
                </a:rPr>
                <a:t>人事與組織整合</a:t>
              </a:r>
              <a:endParaRPr lang="en-US" altLang="zh-TW" sz="1200" b="1" dirty="0">
                <a:ln/>
                <a:latin typeface="微軟正黑體" panose="020B0604030504040204" pitchFamily="34" charset="-120"/>
                <a:ea typeface="微軟正黑體" panose="020B0604030504040204" pitchFamily="34" charset="-120"/>
              </a:endParaRPr>
            </a:p>
            <a:p>
              <a:r>
                <a:rPr lang="zh-TW" altLang="en-US" sz="1200" dirty="0">
                  <a:ln/>
                  <a:latin typeface="微軟正黑體" panose="020B0604030504040204" pitchFamily="34" charset="-120"/>
                  <a:ea typeface="微軟正黑體" panose="020B0604030504040204" pitchFamily="34" charset="-120"/>
                </a:rPr>
                <a:t>    </a:t>
              </a:r>
              <a:r>
                <a:rPr lang="en-US" altLang="zh-TW" sz="1100" dirty="0">
                  <a:ln/>
                  <a:latin typeface="微軟正黑體" panose="020B0604030504040204" pitchFamily="34" charset="-120"/>
                  <a:ea typeface="微軟正黑體" panose="020B0604030504040204" pitchFamily="34" charset="-120"/>
                </a:rPr>
                <a:t>(</a:t>
              </a:r>
              <a:r>
                <a:rPr kumimoji="0" lang="zh-TW" altLang="en-US" sz="1100" b="1" i="0" u="none" strike="noStrike" cap="none" normalizeH="0" baseline="0" dirty="0">
                  <a:ln/>
                  <a:solidFill>
                    <a:srgbClr val="FF0000"/>
                  </a:solidFill>
                  <a:effectLst/>
                  <a:latin typeface="微軟正黑體" panose="020B0604030504040204" pitchFamily="34" charset="-120"/>
                  <a:ea typeface="微軟正黑體" panose="020B0604030504040204" pitchFamily="34" charset="-120"/>
                  <a:cs typeface="+mn-cs"/>
                </a:rPr>
                <a:t>限</a:t>
              </a:r>
              <a:r>
                <a:rPr kumimoji="0" lang="zh-TW" altLang="en-US" sz="1100" b="0" i="0" u="none" strike="noStrike" cap="none" normalizeH="0" baseline="0" dirty="0">
                  <a:ln/>
                  <a:solidFill>
                    <a:srgbClr val="FF3399"/>
                  </a:solidFill>
                  <a:effectLst/>
                  <a:latin typeface="微軟正黑體" panose="020B0604030504040204" pitchFamily="34" charset="-120"/>
                  <a:ea typeface="微軟正黑體" panose="020B0604030504040204" pitchFamily="34" charset="-120"/>
                  <a:cs typeface="+mn-cs"/>
                </a:rPr>
                <a:t> </a:t>
              </a:r>
              <a:r>
                <a:rPr kumimoji="0" lang="zh-TW" altLang="en-US" sz="1100" b="0" i="0" u="none" strike="noStrike" cap="none" normalizeH="0" baseline="0" dirty="0">
                  <a:ln/>
                  <a:effectLst/>
                  <a:latin typeface="微軟正黑體" panose="020B0604030504040204" pitchFamily="34" charset="-120"/>
                  <a:ea typeface="微軟正黑體" panose="020B0604030504040204" pitchFamily="34" charset="-120"/>
                  <a:cs typeface="+mn-cs"/>
                </a:rPr>
                <a:t>使用宏思提供的暫存人事及組織</a:t>
              </a:r>
              <a:endParaRPr kumimoji="0" lang="en-US" altLang="zh-TW" sz="1100" b="0" i="0" u="none" strike="noStrike" cap="none" normalizeH="0" baseline="0" dirty="0">
                <a:ln/>
                <a:effectLst/>
                <a:latin typeface="微軟正黑體" panose="020B0604030504040204" pitchFamily="34" charset="-120"/>
                <a:ea typeface="微軟正黑體" panose="020B0604030504040204" pitchFamily="34" charset="-120"/>
                <a:cs typeface="+mn-cs"/>
              </a:endParaRPr>
            </a:p>
            <a:p>
              <a:r>
                <a:rPr lang="zh-TW" altLang="en-US" sz="1100" dirty="0">
                  <a:ln/>
                  <a:latin typeface="微軟正黑體" panose="020B0604030504040204" pitchFamily="34" charset="-120"/>
                  <a:ea typeface="微軟正黑體" panose="020B0604030504040204" pitchFamily="34" charset="-120"/>
                </a:rPr>
                <a:t>     </a:t>
              </a:r>
              <a:r>
                <a:rPr kumimoji="0" lang="zh-TW" altLang="en-US" sz="1100" b="0" i="0" u="none" strike="noStrike" cap="none" normalizeH="0" baseline="0" dirty="0">
                  <a:ln/>
                  <a:effectLst/>
                  <a:latin typeface="微軟正黑體" panose="020B0604030504040204" pitchFamily="34" charset="-120"/>
                  <a:ea typeface="微軟正黑體" panose="020B0604030504040204" pitchFamily="34" charset="-120"/>
                  <a:cs typeface="+mn-cs"/>
                </a:rPr>
                <a:t>的資料表</a:t>
              </a:r>
              <a:r>
                <a:rPr lang="en-US" altLang="zh-TW" sz="1100" dirty="0">
                  <a:ln/>
                  <a:latin typeface="微軟正黑體" panose="020B0604030504040204" pitchFamily="34" charset="-120"/>
                  <a:ea typeface="微軟正黑體" panose="020B0604030504040204" pitchFamily="34" charset="-120"/>
                </a:rPr>
                <a:t>)</a:t>
              </a:r>
              <a:endParaRPr lang="zh-TW" altLang="en-US" sz="1100" dirty="0">
                <a:ln/>
                <a:latin typeface="微軟正黑體" panose="020B0604030504040204" pitchFamily="34" charset="-120"/>
                <a:ea typeface="微軟正黑體" panose="020B0604030504040204" pitchFamily="34" charset="-120"/>
              </a:endParaRPr>
            </a:p>
          </p:txBody>
        </p:sp>
        <p:sp>
          <p:nvSpPr>
            <p:cNvPr id="77" name="矩形: 圓角 76">
              <a:extLst>
                <a:ext uri="{FF2B5EF4-FFF2-40B4-BE49-F238E27FC236}">
                  <a16:creationId xmlns:a16="http://schemas.microsoft.com/office/drawing/2014/main" id="{FFAC9B78-4926-2BA6-A9E8-039D4337FA36}"/>
                </a:ext>
              </a:extLst>
            </p:cNvPr>
            <p:cNvSpPr/>
            <p:nvPr/>
          </p:nvSpPr>
          <p:spPr bwMode="gray">
            <a:xfrm>
              <a:off x="3661962" y="3446142"/>
              <a:ext cx="2902134" cy="1382610"/>
            </a:xfrm>
            <a:prstGeom prst="roundRect">
              <a:avLst>
                <a:gd name="adj" fmla="val 7971"/>
              </a:avLst>
            </a:prstGeom>
            <a:solidFill>
              <a:schemeClr val="bg1">
                <a:lumMod val="95000"/>
              </a:schemeClr>
            </a:solidFill>
            <a:ln w="19050" algn="ctr">
              <a:noFill/>
              <a:miter lim="800000"/>
              <a:headEnd/>
              <a:tailEnd/>
            </a:ln>
          </p:spPr>
          <p:txBody>
            <a:bodyPr wrap="square" lIns="88900" tIns="88900" rIns="88900" bIns="88900" rtlCol="0" anchor="ctr"/>
            <a:lstStyle/>
            <a:p>
              <a:pPr>
                <a:lnSpc>
                  <a:spcPct val="150000"/>
                </a:lnSpc>
              </a:pPr>
              <a:r>
                <a:rPr lang="zh-TW" altLang="en-US" sz="1600" b="1" dirty="0"/>
                <a:t>資安檢測</a:t>
              </a:r>
              <a:endParaRPr lang="en-US" altLang="zh-TW" sz="1600" b="1" dirty="0"/>
            </a:p>
            <a:p>
              <a:r>
                <a:rPr lang="zh-TW" altLang="en-US" sz="1200" dirty="0">
                  <a:ln/>
                  <a:latin typeface="微軟正黑體" panose="020B0604030504040204" pitchFamily="34" charset="-120"/>
                  <a:ea typeface="微軟正黑體" panose="020B0604030504040204" pitchFamily="34" charset="-120"/>
                </a:rPr>
                <a:t>使用以下資安檢測軟體進行資料檢測：</a:t>
              </a:r>
              <a:endParaRPr lang="en-US" altLang="zh-TW" sz="1200" dirty="0">
                <a:ln/>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弱點掃描：</a:t>
              </a:r>
              <a:r>
                <a:rPr lang="en-US" altLang="zh-TW" sz="1200" dirty="0">
                  <a:ln/>
                  <a:latin typeface="微軟正黑體" panose="020B0604030504040204" pitchFamily="34" charset="-120"/>
                  <a:ea typeface="微軟正黑體" panose="020B0604030504040204" pitchFamily="34" charset="-120"/>
                </a:rPr>
                <a:t>OWASP ZAP</a:t>
              </a:r>
            </a:p>
            <a:p>
              <a:pPr marL="171450" indent="-171450">
                <a:lnSpc>
                  <a:spcPct val="150000"/>
                </a:lnSpc>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源碼掃描：</a:t>
              </a:r>
              <a:r>
                <a:rPr lang="en-US" altLang="zh-TW" sz="1200" dirty="0">
                  <a:ln/>
                  <a:latin typeface="微軟正黑體" panose="020B0604030504040204" pitchFamily="34" charset="-120"/>
                  <a:ea typeface="微軟正黑體" panose="020B0604030504040204" pitchFamily="34" charset="-120"/>
                </a:rPr>
                <a:t>Security Code Scan</a:t>
              </a:r>
            </a:p>
            <a:p>
              <a:endParaRPr lang="en-US" altLang="zh-TW" sz="1200" dirty="0">
                <a:ln/>
                <a:latin typeface="微軟正黑體" panose="020B0604030504040204" pitchFamily="34" charset="-120"/>
                <a:ea typeface="微軟正黑體" panose="020B0604030504040204" pitchFamily="34" charset="-120"/>
              </a:endParaRPr>
            </a:p>
          </p:txBody>
        </p:sp>
        <p:sp>
          <p:nvSpPr>
            <p:cNvPr id="82" name="矩形: 圓角 81">
              <a:extLst>
                <a:ext uri="{FF2B5EF4-FFF2-40B4-BE49-F238E27FC236}">
                  <a16:creationId xmlns:a16="http://schemas.microsoft.com/office/drawing/2014/main" id="{60C41E0B-9106-CC0B-FC3A-067D8668EAAF}"/>
                </a:ext>
              </a:extLst>
            </p:cNvPr>
            <p:cNvSpPr/>
            <p:nvPr/>
          </p:nvSpPr>
          <p:spPr bwMode="gray">
            <a:xfrm>
              <a:off x="6074350" y="5043266"/>
              <a:ext cx="2252596" cy="1256212"/>
            </a:xfrm>
            <a:prstGeom prst="roundRect">
              <a:avLst>
                <a:gd name="adj" fmla="val 7971"/>
              </a:avLst>
            </a:prstGeom>
            <a:solidFill>
              <a:schemeClr val="bg1">
                <a:lumMod val="95000"/>
              </a:schemeClr>
            </a:solidFill>
            <a:ln w="19050" algn="ctr">
              <a:noFill/>
              <a:miter lim="800000"/>
              <a:headEnd/>
              <a:tailEnd/>
            </a:ln>
          </p:spPr>
          <p:txBody>
            <a:bodyPr wrap="square" lIns="88900" tIns="88900" rIns="88900" bIns="88900" rtlCol="0" anchor="ctr"/>
            <a:lstStyle/>
            <a:p>
              <a:r>
                <a:rPr lang="zh-TW" altLang="en-US" sz="1600" b="1" dirty="0"/>
                <a:t>施行教育訓練</a:t>
              </a:r>
              <a:endParaRPr lang="en-US" altLang="zh-TW" sz="1600" b="1" dirty="0"/>
            </a:p>
            <a:p>
              <a:pPr marL="171450" indent="-171450">
                <a:lnSpc>
                  <a:spcPct val="150000"/>
                </a:lnSpc>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教育訓練教材準備</a:t>
              </a:r>
              <a:endParaRPr lang="en-US" altLang="zh-TW" sz="1200" dirty="0">
                <a:ln/>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施行教育訓練</a:t>
              </a:r>
              <a:r>
                <a:rPr lang="en-US" altLang="zh-TW" sz="1200" dirty="0">
                  <a:ln/>
                  <a:latin typeface="微軟正黑體" panose="020B0604030504040204" pitchFamily="34" charset="-120"/>
                  <a:ea typeface="微軟正黑體" panose="020B0604030504040204" pitchFamily="34" charset="-120"/>
                </a:rPr>
                <a:t>(</a:t>
              </a:r>
              <a:r>
                <a:rPr lang="zh-TW" altLang="en-US" sz="1200" dirty="0">
                  <a:ln/>
                  <a:latin typeface="微軟正黑體" panose="020B0604030504040204" pitchFamily="34" charset="-120"/>
                  <a:ea typeface="微軟正黑體" panose="020B0604030504040204" pitchFamily="34" charset="-120"/>
                </a:rPr>
                <a:t>線上</a:t>
              </a:r>
              <a:r>
                <a:rPr lang="en-US" altLang="zh-TW" sz="1200" dirty="0">
                  <a:ln/>
                  <a:latin typeface="微軟正黑體" panose="020B0604030504040204" pitchFamily="34" charset="-120"/>
                  <a:ea typeface="微軟正黑體" panose="020B0604030504040204" pitchFamily="34" charset="-120"/>
                </a:rPr>
                <a:t>)</a:t>
              </a:r>
            </a:p>
            <a:p>
              <a:r>
                <a:rPr lang="zh-TW" altLang="en-US" sz="1200" dirty="0">
                  <a:ln/>
                  <a:latin typeface="微軟正黑體" panose="020B0604030504040204" pitchFamily="34" charset="-120"/>
                  <a:ea typeface="微軟正黑體" panose="020B0604030504040204" pitchFamily="34" charset="-120"/>
                </a:rPr>
                <a:t>    </a:t>
              </a:r>
              <a:r>
                <a:rPr lang="en-US" altLang="zh-TW" sz="1200" dirty="0">
                  <a:ln/>
                  <a:latin typeface="微軟正黑體" panose="020B0604030504040204" pitchFamily="34" charset="-120"/>
                  <a:ea typeface="微軟正黑體" panose="020B0604030504040204" pitchFamily="34" charset="-120"/>
                </a:rPr>
                <a:t>-【</a:t>
              </a:r>
              <a:r>
                <a:rPr lang="zh-TW" altLang="en-US" sz="1200" dirty="0">
                  <a:ln/>
                  <a:latin typeface="微軟正黑體" panose="020B0604030504040204" pitchFamily="34" charset="-120"/>
                  <a:ea typeface="微軟正黑體" panose="020B0604030504040204" pitchFamily="34" charset="-120"/>
                </a:rPr>
                <a:t>系統管理者教育訓練</a:t>
              </a:r>
              <a:r>
                <a:rPr lang="en-US" altLang="zh-TW" sz="1200" dirty="0">
                  <a:ln/>
                  <a:latin typeface="微軟正黑體" panose="020B0604030504040204" pitchFamily="34" charset="-120"/>
                  <a:ea typeface="微軟正黑體" panose="020B0604030504040204" pitchFamily="34" charset="-120"/>
                </a:rPr>
                <a:t>】</a:t>
              </a:r>
            </a:p>
            <a:p>
              <a:r>
                <a:rPr lang="en-US" altLang="zh-TW" sz="1200" dirty="0">
                  <a:ln/>
                  <a:latin typeface="微軟正黑體" panose="020B0604030504040204" pitchFamily="34" charset="-120"/>
                  <a:ea typeface="微軟正黑體" panose="020B0604030504040204" pitchFamily="34" charset="-120"/>
                </a:rPr>
                <a:t>    -【</a:t>
              </a:r>
              <a:r>
                <a:rPr lang="zh-TW" altLang="en-US" sz="1200" dirty="0">
                  <a:ln/>
                  <a:latin typeface="微軟正黑體" panose="020B0604030504040204" pitchFamily="34" charset="-120"/>
                  <a:ea typeface="微軟正黑體" panose="020B0604030504040204" pitchFamily="34" charset="-120"/>
                </a:rPr>
                <a:t>使用者教育訓練</a:t>
              </a:r>
              <a:r>
                <a:rPr lang="en-US" altLang="zh-TW" sz="1200" dirty="0">
                  <a:ln/>
                  <a:latin typeface="微軟正黑體" panose="020B0604030504040204" pitchFamily="34" charset="-120"/>
                  <a:ea typeface="微軟正黑體" panose="020B0604030504040204" pitchFamily="34" charset="-120"/>
                </a:rPr>
                <a:t>】</a:t>
              </a:r>
            </a:p>
          </p:txBody>
        </p:sp>
        <p:sp>
          <p:nvSpPr>
            <p:cNvPr id="87" name="矩形: 圓角 86">
              <a:extLst>
                <a:ext uri="{FF2B5EF4-FFF2-40B4-BE49-F238E27FC236}">
                  <a16:creationId xmlns:a16="http://schemas.microsoft.com/office/drawing/2014/main" id="{E84F07E7-E1BB-80D5-1E5E-985C92688C2D}"/>
                </a:ext>
              </a:extLst>
            </p:cNvPr>
            <p:cNvSpPr/>
            <p:nvPr/>
          </p:nvSpPr>
          <p:spPr bwMode="gray">
            <a:xfrm>
              <a:off x="310890" y="1423451"/>
              <a:ext cx="3178001" cy="1853435"/>
            </a:xfrm>
            <a:prstGeom prst="roundRect">
              <a:avLst>
                <a:gd name="adj" fmla="val 7971"/>
              </a:avLst>
            </a:prstGeom>
            <a:solidFill>
              <a:schemeClr val="bg1">
                <a:lumMod val="95000"/>
              </a:schemeClr>
            </a:solidFill>
            <a:ln w="19050" algn="ctr">
              <a:noFill/>
              <a:miter lim="800000"/>
              <a:headEnd/>
              <a:tailEnd/>
            </a:ln>
          </p:spPr>
          <p:txBody>
            <a:bodyPr wrap="square" lIns="88900" tIns="88900" rIns="88900" bIns="88900" rtlCol="0" anchor="b"/>
            <a:lstStyle/>
            <a:p>
              <a:pPr>
                <a:lnSpc>
                  <a:spcPct val="150000"/>
                </a:lnSpc>
              </a:pPr>
              <a:r>
                <a:rPr lang="zh-TW" altLang="en-US" sz="1600" b="1" dirty="0"/>
                <a:t>宏思跟客戶</a:t>
              </a:r>
              <a:r>
                <a:rPr lang="en-US" altLang="zh-TW" sz="1600" b="1" dirty="0"/>
                <a:t>IT</a:t>
              </a:r>
              <a:r>
                <a:rPr lang="zh-TW" altLang="en-US" sz="1600" b="1" dirty="0"/>
                <a:t>溝通說明協助事項</a:t>
              </a:r>
              <a:endParaRPr lang="en-US" altLang="zh-TW" sz="1600" b="1" dirty="0"/>
            </a:p>
            <a:p>
              <a:pPr marL="171450" indent="-171450">
                <a:lnSpc>
                  <a:spcPct val="150000"/>
                </a:lnSpc>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準備正式機與測試機</a:t>
              </a:r>
              <a:endParaRPr lang="en-US" altLang="zh-TW" sz="1200" dirty="0">
                <a:ln/>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en-US" altLang="zh-TW" sz="1200" dirty="0">
                  <a:ln/>
                  <a:latin typeface="微軟正黑體" panose="020B0604030504040204" pitchFamily="34" charset="-120"/>
                  <a:ea typeface="微軟正黑體" panose="020B0604030504040204" pitchFamily="34" charset="-120"/>
                </a:rPr>
                <a:t>SSO</a:t>
              </a:r>
              <a:r>
                <a:rPr lang="zh-TW" altLang="en-US" sz="1200" dirty="0">
                  <a:ln/>
                  <a:latin typeface="微軟正黑體" panose="020B0604030504040204" pitchFamily="34" charset="-120"/>
                  <a:ea typeface="微軟正黑體" panose="020B0604030504040204" pitchFamily="34" charset="-120"/>
                </a:rPr>
                <a:t>登入資訊</a:t>
              </a:r>
              <a:endParaRPr lang="en-US" altLang="zh-TW" sz="1200" dirty="0">
                <a:ln/>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人事和組織資料取得確認</a:t>
              </a:r>
              <a:endParaRPr lang="en-US" altLang="zh-TW" sz="1200" dirty="0">
                <a:ln/>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申請合約管理系統的正式環境與測試</a:t>
              </a:r>
              <a:br>
                <a:rPr lang="en-US" altLang="zh-TW" sz="1200" dirty="0">
                  <a:ln/>
                  <a:latin typeface="微軟正黑體" panose="020B0604030504040204" pitchFamily="34" charset="-120"/>
                  <a:ea typeface="微軟正黑體" panose="020B0604030504040204" pitchFamily="34" charset="-120"/>
                </a:rPr>
              </a:br>
              <a:r>
                <a:rPr lang="zh-TW" altLang="en-US" sz="1200" dirty="0">
                  <a:ln/>
                  <a:latin typeface="微軟正黑體" panose="020B0604030504040204" pitchFamily="34" charset="-120"/>
                  <a:ea typeface="微軟正黑體" panose="020B0604030504040204" pitchFamily="34" charset="-120"/>
                </a:rPr>
                <a:t>環境的</a:t>
              </a:r>
              <a:r>
                <a:rPr lang="en-US" altLang="zh-TW" sz="1200" dirty="0">
                  <a:ln/>
                  <a:latin typeface="微軟正黑體" panose="020B0604030504040204" pitchFamily="34" charset="-120"/>
                  <a:ea typeface="微軟正黑體" panose="020B0604030504040204" pitchFamily="34" charset="-120"/>
                </a:rPr>
                <a:t>domain </a:t>
              </a:r>
            </a:p>
            <a:p>
              <a:pPr marL="171450" indent="-171450">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申請</a:t>
              </a:r>
              <a:r>
                <a:rPr lang="en-US" altLang="zh-TW" sz="1200" dirty="0">
                  <a:ln/>
                  <a:latin typeface="微軟正黑體" panose="020B0604030504040204" pitchFamily="34" charset="-120"/>
                  <a:ea typeface="微軟正黑體" panose="020B0604030504040204" pitchFamily="34" charset="-120"/>
                </a:rPr>
                <a:t>SSL</a:t>
              </a:r>
              <a:r>
                <a:rPr lang="zh-TW" altLang="en-US" sz="1200" dirty="0">
                  <a:ln/>
                  <a:latin typeface="微軟正黑體" panose="020B0604030504040204" pitchFamily="34" charset="-120"/>
                  <a:ea typeface="微軟正黑體" panose="020B0604030504040204" pitchFamily="34" charset="-120"/>
                </a:rPr>
                <a:t>憑證</a:t>
              </a:r>
              <a:r>
                <a:rPr lang="en-US" altLang="zh-TW" sz="1200" dirty="0">
                  <a:ln/>
                  <a:latin typeface="微軟正黑體" panose="020B0604030504040204" pitchFamily="34" charset="-120"/>
                  <a:ea typeface="微軟正黑體" panose="020B0604030504040204" pitchFamily="34" charset="-120"/>
                </a:rPr>
                <a:t>(https)</a:t>
              </a:r>
            </a:p>
            <a:p>
              <a:pPr marL="171450" indent="-171450">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匯入</a:t>
              </a:r>
              <a:r>
                <a:rPr lang="en-US" altLang="zh-TW" sz="1200" dirty="0">
                  <a:ln/>
                  <a:latin typeface="微軟正黑體" panose="020B0604030504040204" pitchFamily="34" charset="-120"/>
                  <a:ea typeface="微軟正黑體" panose="020B0604030504040204" pitchFamily="34" charset="-120"/>
                </a:rPr>
                <a:t>SSL</a:t>
              </a:r>
              <a:r>
                <a:rPr lang="zh-TW" altLang="en-US" sz="1200" dirty="0">
                  <a:ln/>
                  <a:latin typeface="微軟正黑體" panose="020B0604030504040204" pitchFamily="34" charset="-120"/>
                  <a:ea typeface="微軟正黑體" panose="020B0604030504040204" pitchFamily="34" charset="-120"/>
                </a:rPr>
                <a:t>憑證</a:t>
              </a:r>
              <a:r>
                <a:rPr lang="en-US" altLang="zh-TW" sz="1200" dirty="0">
                  <a:ln/>
                  <a:latin typeface="微軟正黑體" panose="020B0604030504040204" pitchFamily="34" charset="-120"/>
                  <a:ea typeface="微軟正黑體" panose="020B0604030504040204" pitchFamily="34" charset="-120"/>
                </a:rPr>
                <a:t>(https)</a:t>
              </a:r>
              <a:r>
                <a:rPr lang="zh-TW" altLang="en-US" sz="1200" dirty="0">
                  <a:ln/>
                  <a:latin typeface="微軟正黑體" panose="020B0604030504040204" pitchFamily="34" charset="-120"/>
                  <a:ea typeface="微軟正黑體" panose="020B0604030504040204" pitchFamily="34" charset="-120"/>
                </a:rPr>
                <a:t>到正試機與測試機</a:t>
              </a:r>
              <a:endParaRPr lang="zh-TW" altLang="en-US" sz="1600" b="1" dirty="0">
                <a:solidFill>
                  <a:schemeClr val="bg1"/>
                </a:solidFill>
              </a:endParaRPr>
            </a:p>
          </p:txBody>
        </p:sp>
        <p:sp>
          <p:nvSpPr>
            <p:cNvPr id="88" name="矩形: 圓角 87">
              <a:extLst>
                <a:ext uri="{FF2B5EF4-FFF2-40B4-BE49-F238E27FC236}">
                  <a16:creationId xmlns:a16="http://schemas.microsoft.com/office/drawing/2014/main" id="{CF7183E8-4EFC-02D4-E7E9-057AB150CE3C}"/>
                </a:ext>
              </a:extLst>
            </p:cNvPr>
            <p:cNvSpPr/>
            <p:nvPr/>
          </p:nvSpPr>
          <p:spPr bwMode="gray">
            <a:xfrm>
              <a:off x="3661962" y="1422424"/>
              <a:ext cx="2902134" cy="1853435"/>
            </a:xfrm>
            <a:prstGeom prst="roundRect">
              <a:avLst>
                <a:gd name="adj" fmla="val 7971"/>
              </a:avLst>
            </a:prstGeom>
            <a:solidFill>
              <a:schemeClr val="bg1">
                <a:lumMod val="95000"/>
              </a:schemeClr>
            </a:solidFill>
            <a:ln w="19050" algn="ctr">
              <a:noFill/>
              <a:miter lim="800000"/>
              <a:headEnd/>
              <a:tailEnd/>
            </a:ln>
          </p:spPr>
          <p:txBody>
            <a:bodyPr wrap="square" lIns="88900" tIns="88900" rIns="88900" bIns="88900" rtlCol="0" anchor="ctr"/>
            <a:lstStyle/>
            <a:p>
              <a:pPr>
                <a:lnSpc>
                  <a:spcPct val="150000"/>
                </a:lnSpc>
              </a:pPr>
              <a:r>
                <a:rPr lang="en-US" altLang="zh-TW" sz="1600" b="1" dirty="0"/>
                <a:t>【</a:t>
              </a:r>
              <a:r>
                <a:rPr lang="zh-TW" altLang="en-US" sz="1600" b="1" dirty="0">
                  <a:solidFill>
                    <a:srgbClr val="0000FF"/>
                  </a:solidFill>
                  <a:highlight>
                    <a:srgbClr val="FFFF00"/>
                  </a:highlight>
                </a:rPr>
                <a:t>客戶</a:t>
              </a:r>
              <a:r>
                <a:rPr lang="en-US" altLang="zh-TW" sz="1600" b="1" dirty="0">
                  <a:solidFill>
                    <a:srgbClr val="0000FF"/>
                  </a:solidFill>
                  <a:highlight>
                    <a:srgbClr val="FFFF00"/>
                  </a:highlight>
                </a:rPr>
                <a:t>IT</a:t>
              </a:r>
              <a:r>
                <a:rPr lang="en-US" altLang="zh-TW" sz="1600" b="1" dirty="0"/>
                <a:t>】</a:t>
              </a:r>
              <a:r>
                <a:rPr lang="zh-TW" altLang="en-US" sz="1600" b="1" dirty="0"/>
                <a:t>準備系統建置環境</a:t>
              </a:r>
              <a:endParaRPr lang="en-US" altLang="zh-TW" sz="1200" dirty="0">
                <a:ln/>
                <a:latin typeface="微軟正黑體" panose="020B0604030504040204" pitchFamily="34" charset="-120"/>
                <a:ea typeface="微軟正黑體" panose="020B0604030504040204" pitchFamily="34" charset="-120"/>
              </a:endParaRPr>
            </a:p>
            <a:p>
              <a:r>
                <a:rPr lang="zh-TW" altLang="en-US" sz="1200" b="1" dirty="0">
                  <a:ln/>
                  <a:solidFill>
                    <a:srgbClr val="FF3399"/>
                  </a:solidFill>
                  <a:latin typeface="微軟正黑體" panose="020B0604030504040204" pitchFamily="34" charset="-120"/>
                  <a:ea typeface="微軟正黑體" panose="020B0604030504040204" pitchFamily="34" charset="-120"/>
                </a:rPr>
                <a:t>客戶負責處理以下工作：</a:t>
              </a:r>
              <a:endParaRPr lang="en-US" altLang="zh-TW" sz="1200" b="1" dirty="0">
                <a:ln/>
                <a:solidFill>
                  <a:srgbClr val="FF3399"/>
                </a:solidFill>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準備正式機</a:t>
              </a:r>
              <a:r>
                <a:rPr lang="en-US" altLang="zh-TW" sz="1200" dirty="0">
                  <a:ln/>
                  <a:latin typeface="微軟正黑體" panose="020B0604030504040204" pitchFamily="34" charset="-120"/>
                  <a:ea typeface="微軟正黑體" panose="020B0604030504040204" pitchFamily="34" charset="-120"/>
                </a:rPr>
                <a:t>/</a:t>
              </a:r>
              <a:r>
                <a:rPr lang="zh-TW" altLang="en-US" sz="1200" dirty="0">
                  <a:ln/>
                  <a:latin typeface="微軟正黑體" panose="020B0604030504040204" pitchFamily="34" charset="-120"/>
                  <a:ea typeface="微軟正黑體" panose="020B0604030504040204" pitchFamily="34" charset="-120"/>
                </a:rPr>
                <a:t>測試機環境</a:t>
              </a:r>
              <a:endParaRPr lang="en-US" altLang="zh-TW" sz="1200" dirty="0">
                <a:ln/>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申請正式</a:t>
              </a:r>
              <a:r>
                <a:rPr lang="en-US" altLang="zh-TW" sz="1200" dirty="0">
                  <a:ln/>
                  <a:latin typeface="微軟正黑體" panose="020B0604030504040204" pitchFamily="34" charset="-120"/>
                  <a:ea typeface="微軟正黑體" panose="020B0604030504040204" pitchFamily="34" charset="-120"/>
                </a:rPr>
                <a:t>&amp;</a:t>
              </a:r>
              <a:r>
                <a:rPr lang="zh-TW" altLang="en-US" sz="1200" dirty="0">
                  <a:ln/>
                  <a:latin typeface="微軟正黑體" panose="020B0604030504040204" pitchFamily="34" charset="-120"/>
                  <a:ea typeface="微軟正黑體" panose="020B0604030504040204" pitchFamily="34" charset="-120"/>
                </a:rPr>
                <a:t>測試機的</a:t>
              </a:r>
              <a:r>
                <a:rPr lang="en-US" altLang="zh-TW" sz="1200" dirty="0">
                  <a:ln/>
                  <a:latin typeface="微軟正黑體" panose="020B0604030504040204" pitchFamily="34" charset="-120"/>
                  <a:ea typeface="微軟正黑體" panose="020B0604030504040204" pitchFamily="34" charset="-120"/>
                </a:rPr>
                <a:t>domain</a:t>
              </a:r>
            </a:p>
            <a:p>
              <a:pPr marL="171450" indent="-171450">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申請</a:t>
              </a:r>
              <a:r>
                <a:rPr lang="en-US" altLang="zh-TW" sz="1200" dirty="0">
                  <a:ln/>
                  <a:latin typeface="微軟正黑體" panose="020B0604030504040204" pitchFamily="34" charset="-120"/>
                  <a:ea typeface="微軟正黑體" panose="020B0604030504040204" pitchFamily="34" charset="-120"/>
                </a:rPr>
                <a:t>SSL</a:t>
              </a:r>
              <a:r>
                <a:rPr lang="zh-TW" altLang="en-US" sz="1200" dirty="0">
                  <a:ln/>
                  <a:latin typeface="微軟正黑體" panose="020B0604030504040204" pitchFamily="34" charset="-120"/>
                  <a:ea typeface="微軟正黑體" panose="020B0604030504040204" pitchFamily="34" charset="-120"/>
                </a:rPr>
                <a:t>憑證</a:t>
              </a:r>
              <a:endParaRPr lang="en-US" altLang="zh-TW" sz="1200" dirty="0">
                <a:ln/>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準備每日匯入至合約管理系統的</a:t>
              </a:r>
              <a:br>
                <a:rPr lang="en-US" altLang="zh-TW" sz="1200" dirty="0">
                  <a:ln/>
                  <a:latin typeface="微軟正黑體" panose="020B0604030504040204" pitchFamily="34" charset="-120"/>
                  <a:ea typeface="微軟正黑體" panose="020B0604030504040204" pitchFamily="34" charset="-120"/>
                </a:rPr>
              </a:br>
              <a:r>
                <a:rPr lang="zh-TW" altLang="en-US" sz="1200" dirty="0">
                  <a:ln/>
                  <a:latin typeface="微軟正黑體" panose="020B0604030504040204" pitchFamily="34" charset="-120"/>
                  <a:ea typeface="微軟正黑體" panose="020B0604030504040204" pitchFamily="34" charset="-120"/>
                </a:rPr>
                <a:t>人事與組織資料</a:t>
              </a:r>
              <a:endParaRPr lang="en-US" altLang="zh-TW" sz="1200" dirty="0">
                <a:ln/>
                <a:latin typeface="微軟正黑體" panose="020B0604030504040204" pitchFamily="34" charset="-120"/>
                <a:ea typeface="微軟正黑體" panose="020B0604030504040204" pitchFamily="34" charset="-120"/>
              </a:endParaRPr>
            </a:p>
            <a:p>
              <a:endParaRPr lang="en-US" altLang="zh-TW" sz="1200" dirty="0">
                <a:ln/>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endParaRPr lang="en-US" altLang="zh-TW" sz="1200" dirty="0">
                <a:ln/>
                <a:latin typeface="微軟正黑體" panose="020B0604030504040204" pitchFamily="34" charset="-120"/>
                <a:ea typeface="微軟正黑體" panose="020B0604030504040204" pitchFamily="34" charset="-120"/>
              </a:endParaRPr>
            </a:p>
          </p:txBody>
        </p:sp>
        <p:sp>
          <p:nvSpPr>
            <p:cNvPr id="90" name="箭號: 向右 89">
              <a:extLst>
                <a:ext uri="{FF2B5EF4-FFF2-40B4-BE49-F238E27FC236}">
                  <a16:creationId xmlns:a16="http://schemas.microsoft.com/office/drawing/2014/main" id="{32568EFB-72D8-972A-3F11-6FAC08A0CE22}"/>
                </a:ext>
              </a:extLst>
            </p:cNvPr>
            <p:cNvSpPr/>
            <p:nvPr/>
          </p:nvSpPr>
          <p:spPr bwMode="gray">
            <a:xfrm>
              <a:off x="3429930" y="1475638"/>
              <a:ext cx="254000" cy="298660"/>
            </a:xfrm>
            <a:prstGeom prst="rightArrow">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91" name="矩形: 圓角 90">
              <a:extLst>
                <a:ext uri="{FF2B5EF4-FFF2-40B4-BE49-F238E27FC236}">
                  <a16:creationId xmlns:a16="http://schemas.microsoft.com/office/drawing/2014/main" id="{A40F3A41-BE24-95D5-6476-A3815F7FB22D}"/>
                </a:ext>
              </a:extLst>
            </p:cNvPr>
            <p:cNvSpPr/>
            <p:nvPr/>
          </p:nvSpPr>
          <p:spPr bwMode="gray">
            <a:xfrm>
              <a:off x="6752541" y="1422424"/>
              <a:ext cx="2553384" cy="1853435"/>
            </a:xfrm>
            <a:prstGeom prst="roundRect">
              <a:avLst>
                <a:gd name="adj" fmla="val 7971"/>
              </a:avLst>
            </a:prstGeom>
            <a:solidFill>
              <a:schemeClr val="bg1">
                <a:lumMod val="95000"/>
              </a:schemeClr>
            </a:solidFill>
            <a:ln w="19050" algn="ctr">
              <a:noFill/>
              <a:miter lim="800000"/>
              <a:headEnd/>
              <a:tailEnd/>
            </a:ln>
          </p:spPr>
          <p:txBody>
            <a:bodyPr wrap="square" lIns="88900" tIns="88900" rIns="88900" bIns="88900" rtlCol="0" anchor="ctr"/>
            <a:lstStyle/>
            <a:p>
              <a:pPr>
                <a:lnSpc>
                  <a:spcPct val="150000"/>
                </a:lnSpc>
              </a:pPr>
              <a:r>
                <a:rPr lang="en-US" altLang="zh-TW" sz="1600" b="1" dirty="0"/>
                <a:t>【</a:t>
              </a:r>
              <a:r>
                <a:rPr lang="zh-TW" altLang="en-US" sz="1600" b="1" dirty="0">
                  <a:solidFill>
                    <a:srgbClr val="0000FF"/>
                  </a:solidFill>
                  <a:highlight>
                    <a:srgbClr val="FFFF00"/>
                  </a:highlight>
                </a:rPr>
                <a:t>客戶</a:t>
              </a:r>
              <a:r>
                <a:rPr lang="en-US" altLang="zh-TW" sz="1600" b="1" dirty="0">
                  <a:solidFill>
                    <a:srgbClr val="0000FF"/>
                  </a:solidFill>
                  <a:highlight>
                    <a:srgbClr val="FFFF00"/>
                  </a:highlight>
                </a:rPr>
                <a:t>IT</a:t>
              </a:r>
              <a:r>
                <a:rPr lang="en-US" altLang="zh-TW" sz="1600" b="1" dirty="0"/>
                <a:t>】</a:t>
              </a:r>
              <a:r>
                <a:rPr lang="zh-TW" altLang="en-US" sz="1600" b="1" dirty="0"/>
                <a:t>提供環境資訊</a:t>
              </a:r>
              <a:endParaRPr lang="en-US" altLang="zh-TW" sz="1200" dirty="0">
                <a:ln/>
                <a:latin typeface="微軟正黑體" panose="020B0604030504040204" pitchFamily="34" charset="-120"/>
                <a:ea typeface="微軟正黑體" panose="020B0604030504040204" pitchFamily="34" charset="-120"/>
              </a:endParaRPr>
            </a:p>
            <a:p>
              <a:r>
                <a:rPr lang="zh-TW" altLang="en-US" sz="1200" b="1" dirty="0">
                  <a:ln/>
                  <a:solidFill>
                    <a:srgbClr val="FF3399"/>
                  </a:solidFill>
                  <a:latin typeface="微軟正黑體" panose="020B0604030504040204" pitchFamily="34" charset="-120"/>
                  <a:ea typeface="微軟正黑體" panose="020B0604030504040204" pitchFamily="34" charset="-120"/>
                </a:rPr>
                <a:t>客戶負責提供以下資訊給宏思：</a:t>
              </a:r>
              <a:endParaRPr lang="en-US" altLang="zh-TW" sz="1200" b="1" dirty="0">
                <a:ln/>
                <a:solidFill>
                  <a:srgbClr val="FF3399"/>
                </a:solidFill>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遠端連線資訊</a:t>
              </a:r>
              <a:endParaRPr lang="en-US" altLang="zh-TW" sz="1200" dirty="0">
                <a:ln/>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en-US" altLang="zh-TW" sz="1200" dirty="0">
                  <a:ln/>
                  <a:latin typeface="微軟正黑體" panose="020B0604030504040204" pitchFamily="34" charset="-120"/>
                  <a:ea typeface="微軟正黑體" panose="020B0604030504040204" pitchFamily="34" charset="-120"/>
                </a:rPr>
                <a:t>AP Server</a:t>
              </a:r>
              <a:r>
                <a:rPr lang="zh-TW" altLang="en-US" sz="1200" dirty="0">
                  <a:ln/>
                  <a:latin typeface="微軟正黑體" panose="020B0604030504040204" pitchFamily="34" charset="-120"/>
                  <a:ea typeface="微軟正黑體" panose="020B0604030504040204" pitchFamily="34" charset="-120"/>
                </a:rPr>
                <a:t>的帳密</a:t>
              </a:r>
              <a:endParaRPr lang="en-US" altLang="zh-TW" sz="1200" dirty="0">
                <a:ln/>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en-US" altLang="zh-TW" sz="1200" dirty="0">
                  <a:ln/>
                  <a:latin typeface="微軟正黑體" panose="020B0604030504040204" pitchFamily="34" charset="-120"/>
                  <a:ea typeface="微軟正黑體" panose="020B0604030504040204" pitchFamily="34" charset="-120"/>
                </a:rPr>
                <a:t>DB Server</a:t>
              </a:r>
              <a:r>
                <a:rPr lang="zh-TW" altLang="en-US" sz="1200" dirty="0">
                  <a:ln/>
                  <a:latin typeface="微軟正黑體" panose="020B0604030504040204" pitchFamily="34" charset="-120"/>
                  <a:ea typeface="微軟正黑體" panose="020B0604030504040204" pitchFamily="34" charset="-120"/>
                </a:rPr>
                <a:t>的帳密</a:t>
              </a:r>
              <a:endParaRPr lang="en-US" altLang="zh-TW" sz="1200" dirty="0">
                <a:ln/>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寄信伺服器資訊</a:t>
              </a:r>
              <a:endParaRPr lang="en-US" altLang="zh-TW" sz="1200" dirty="0">
                <a:ln/>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網站網址</a:t>
              </a:r>
              <a:endParaRPr lang="en-US" altLang="zh-TW" sz="1200" dirty="0">
                <a:ln/>
                <a:latin typeface="微軟正黑體" panose="020B0604030504040204" pitchFamily="34" charset="-120"/>
                <a:ea typeface="微軟正黑體" panose="020B0604030504040204" pitchFamily="34" charset="-120"/>
              </a:endParaRPr>
            </a:p>
            <a:p>
              <a:endParaRPr lang="en-US" altLang="zh-TW" sz="1200" dirty="0">
                <a:ln/>
                <a:latin typeface="微軟正黑體" panose="020B0604030504040204" pitchFamily="34" charset="-120"/>
                <a:ea typeface="微軟正黑體" panose="020B0604030504040204" pitchFamily="34" charset="-120"/>
              </a:endParaRPr>
            </a:p>
            <a:p>
              <a:endParaRPr lang="en-US" altLang="zh-TW" sz="1200" dirty="0">
                <a:ln/>
                <a:latin typeface="微軟正黑體" panose="020B0604030504040204" pitchFamily="34" charset="-120"/>
                <a:ea typeface="微軟正黑體" panose="020B0604030504040204" pitchFamily="34" charset="-120"/>
              </a:endParaRPr>
            </a:p>
          </p:txBody>
        </p:sp>
        <p:sp>
          <p:nvSpPr>
            <p:cNvPr id="92" name="箭號: 向右 91">
              <a:extLst>
                <a:ext uri="{FF2B5EF4-FFF2-40B4-BE49-F238E27FC236}">
                  <a16:creationId xmlns:a16="http://schemas.microsoft.com/office/drawing/2014/main" id="{68BCF288-C19C-FCFA-F439-0E2D69248500}"/>
                </a:ext>
              </a:extLst>
            </p:cNvPr>
            <p:cNvSpPr/>
            <p:nvPr/>
          </p:nvSpPr>
          <p:spPr bwMode="gray">
            <a:xfrm>
              <a:off x="6498541" y="1498072"/>
              <a:ext cx="254000" cy="305713"/>
            </a:xfrm>
            <a:prstGeom prst="rightArrow">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95" name="矩形: 圓角 94">
              <a:extLst>
                <a:ext uri="{FF2B5EF4-FFF2-40B4-BE49-F238E27FC236}">
                  <a16:creationId xmlns:a16="http://schemas.microsoft.com/office/drawing/2014/main" id="{7B79F08B-1800-F235-5A2B-A805B47B3C4D}"/>
                </a:ext>
              </a:extLst>
            </p:cNvPr>
            <p:cNvSpPr/>
            <p:nvPr/>
          </p:nvSpPr>
          <p:spPr bwMode="gray">
            <a:xfrm>
              <a:off x="9494370" y="1422424"/>
              <a:ext cx="2505758" cy="1853435"/>
            </a:xfrm>
            <a:prstGeom prst="roundRect">
              <a:avLst>
                <a:gd name="adj" fmla="val 7971"/>
              </a:avLst>
            </a:prstGeom>
            <a:solidFill>
              <a:schemeClr val="bg1">
                <a:lumMod val="95000"/>
              </a:schemeClr>
            </a:solidFill>
            <a:ln w="19050" algn="ctr">
              <a:noFill/>
              <a:miter lim="800000"/>
              <a:headEnd/>
              <a:tailEnd/>
            </a:ln>
          </p:spPr>
          <p:txBody>
            <a:bodyPr wrap="square" lIns="88900" tIns="88900" rIns="88900" bIns="88900" rtlCol="0" anchor="ctr"/>
            <a:lstStyle/>
            <a:p>
              <a:pPr>
                <a:lnSpc>
                  <a:spcPct val="150000"/>
                </a:lnSpc>
              </a:pPr>
              <a:r>
                <a:rPr lang="zh-TW" altLang="en-US" sz="1600" b="1" dirty="0">
                  <a:ln/>
                  <a:latin typeface="微軟正黑體" panose="020B0604030504040204" pitchFamily="34" charset="-120"/>
                  <a:ea typeface="微軟正黑體" panose="020B0604030504040204" pitchFamily="34" charset="-120"/>
                </a:rPr>
                <a:t>宏思驗證客戶準備的環境</a:t>
              </a:r>
              <a:endParaRPr lang="en-US" altLang="zh-TW" sz="1200" b="1" dirty="0">
                <a:ln/>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驗證客戶提供的以下資訊：</a:t>
              </a:r>
              <a:endParaRPr lang="en-US" altLang="zh-TW" sz="1200" dirty="0">
                <a:ln/>
                <a:latin typeface="微軟正黑體" panose="020B0604030504040204" pitchFamily="34" charset="-120"/>
                <a:ea typeface="微軟正黑體" panose="020B0604030504040204" pitchFamily="34" charset="-120"/>
              </a:endParaRPr>
            </a:p>
            <a:p>
              <a:r>
                <a:rPr lang="zh-TW" altLang="en-US" sz="1200" dirty="0">
                  <a:ln/>
                  <a:latin typeface="微軟正黑體" panose="020B0604030504040204" pitchFamily="34" charset="-120"/>
                  <a:ea typeface="微軟正黑體" panose="020B0604030504040204" pitchFamily="34" charset="-120"/>
                </a:rPr>
                <a:t>    遠端連線資訊、</a:t>
              </a:r>
              <a:r>
                <a:rPr lang="en-US" altLang="zh-TW" sz="1200" dirty="0">
                  <a:ln/>
                  <a:latin typeface="微軟正黑體" panose="020B0604030504040204" pitchFamily="34" charset="-120"/>
                  <a:ea typeface="微軟正黑體" panose="020B0604030504040204" pitchFamily="34" charset="-120"/>
                </a:rPr>
                <a:t> AP Server</a:t>
              </a:r>
              <a:r>
                <a:rPr lang="zh-TW" altLang="en-US" sz="1200" dirty="0">
                  <a:ln/>
                  <a:latin typeface="微軟正黑體" panose="020B0604030504040204" pitchFamily="34" charset="-120"/>
                  <a:ea typeface="微軟正黑體" panose="020B0604030504040204" pitchFamily="34" charset="-120"/>
                </a:rPr>
                <a:t>的</a:t>
              </a:r>
              <a:br>
                <a:rPr lang="en-US" altLang="zh-TW" sz="1200" dirty="0">
                  <a:ln/>
                  <a:latin typeface="微軟正黑體" panose="020B0604030504040204" pitchFamily="34" charset="-120"/>
                  <a:ea typeface="微軟正黑體" panose="020B0604030504040204" pitchFamily="34" charset="-120"/>
                </a:rPr>
              </a:br>
              <a:r>
                <a:rPr lang="zh-TW" altLang="en-US" sz="1200" dirty="0">
                  <a:ln/>
                  <a:latin typeface="微軟正黑體" panose="020B0604030504040204" pitchFamily="34" charset="-120"/>
                  <a:ea typeface="微軟正黑體" panose="020B0604030504040204" pitchFamily="34" charset="-120"/>
                </a:rPr>
                <a:t>    帳密、</a:t>
              </a:r>
              <a:r>
                <a:rPr lang="en-US" altLang="zh-TW" sz="1200" dirty="0">
                  <a:ln/>
                  <a:latin typeface="微軟正黑體" panose="020B0604030504040204" pitchFamily="34" charset="-120"/>
                  <a:ea typeface="微軟正黑體" panose="020B0604030504040204" pitchFamily="34" charset="-120"/>
                </a:rPr>
                <a:t> DB Server</a:t>
              </a:r>
              <a:r>
                <a:rPr lang="zh-TW" altLang="en-US" sz="1200" dirty="0">
                  <a:ln/>
                  <a:latin typeface="微軟正黑體" panose="020B0604030504040204" pitchFamily="34" charset="-120"/>
                  <a:ea typeface="微軟正黑體" panose="020B0604030504040204" pitchFamily="34" charset="-120"/>
                </a:rPr>
                <a:t>的帳密</a:t>
              </a:r>
              <a:endParaRPr lang="en-US" altLang="zh-TW" sz="1200" dirty="0">
                <a:ln/>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系統建置</a:t>
              </a:r>
              <a:r>
                <a:rPr lang="en-US" altLang="zh-TW" sz="1200" dirty="0">
                  <a:ln/>
                  <a:latin typeface="微軟正黑體" panose="020B0604030504040204" pitchFamily="34" charset="-120"/>
                  <a:ea typeface="微軟正黑體" panose="020B0604030504040204" pitchFamily="34" charset="-120"/>
                </a:rPr>
                <a:t>(</a:t>
              </a:r>
              <a:r>
                <a:rPr lang="zh-TW" altLang="en-US" sz="1200" dirty="0">
                  <a:ln/>
                  <a:latin typeface="微軟正黑體" panose="020B0604030504040204" pitchFamily="34" charset="-120"/>
                  <a:ea typeface="微軟正黑體" panose="020B0604030504040204" pitchFamily="34" charset="-120"/>
                </a:rPr>
                <a:t>正式</a:t>
              </a:r>
              <a:r>
                <a:rPr lang="en-US" altLang="zh-TW" sz="1200" dirty="0">
                  <a:ln/>
                  <a:latin typeface="微軟正黑體" panose="020B0604030504040204" pitchFamily="34" charset="-120"/>
                  <a:ea typeface="微軟正黑體" panose="020B0604030504040204" pitchFamily="34" charset="-120"/>
                </a:rPr>
                <a:t>/</a:t>
              </a:r>
              <a:r>
                <a:rPr lang="zh-TW" altLang="en-US" sz="1200" dirty="0">
                  <a:ln/>
                  <a:latin typeface="微軟正黑體" panose="020B0604030504040204" pitchFamily="34" charset="-120"/>
                  <a:ea typeface="微軟正黑體" panose="020B0604030504040204" pitchFamily="34" charset="-120"/>
                </a:rPr>
                <a:t>測試環境</a:t>
              </a:r>
              <a:r>
                <a:rPr lang="en-US" altLang="zh-TW" sz="1200" dirty="0">
                  <a:ln/>
                  <a:latin typeface="微軟正黑體" panose="020B0604030504040204" pitchFamily="34" charset="-120"/>
                  <a:ea typeface="微軟正黑體" panose="020B0604030504040204" pitchFamily="34" charset="-120"/>
                </a:rPr>
                <a:t>)</a:t>
              </a:r>
              <a:r>
                <a:rPr lang="zh-TW" altLang="en-US" sz="1200" dirty="0">
                  <a:ln/>
                  <a:latin typeface="微軟正黑體" panose="020B0604030504040204" pitchFamily="34" charset="-120"/>
                  <a:ea typeface="微軟正黑體" panose="020B0604030504040204" pitchFamily="34" charset="-120"/>
                </a:rPr>
                <a:t>：</a:t>
              </a:r>
              <a:endParaRPr lang="en-US" altLang="zh-TW" sz="1200" dirty="0">
                <a:ln/>
                <a:latin typeface="微軟正黑體" panose="020B0604030504040204" pitchFamily="34" charset="-120"/>
                <a:ea typeface="微軟正黑體" panose="020B0604030504040204" pitchFamily="34" charset="-120"/>
              </a:endParaRPr>
            </a:p>
            <a:p>
              <a:r>
                <a:rPr lang="zh-TW" altLang="en-US" sz="1200" dirty="0">
                  <a:ln/>
                  <a:latin typeface="微軟正黑體" panose="020B0604030504040204" pitchFamily="34" charset="-120"/>
                  <a:ea typeface="微軟正黑體" panose="020B0604030504040204" pitchFamily="34" charset="-120"/>
                </a:rPr>
                <a:t>     建置網站、資料庫、排程系統</a:t>
              </a:r>
              <a:endParaRPr lang="en-US" altLang="zh-TW" sz="1200" dirty="0">
                <a:ln/>
                <a:latin typeface="微軟正黑體" panose="020B0604030504040204" pitchFamily="34" charset="-120"/>
                <a:ea typeface="微軟正黑體" panose="020B0604030504040204" pitchFamily="34" charset="-120"/>
              </a:endParaRPr>
            </a:p>
            <a:p>
              <a:endParaRPr lang="en-US" altLang="zh-TW" sz="1200" dirty="0">
                <a:ln/>
                <a:latin typeface="微軟正黑體" panose="020B0604030504040204" pitchFamily="34" charset="-120"/>
                <a:ea typeface="微軟正黑體" panose="020B0604030504040204" pitchFamily="34" charset="-120"/>
              </a:endParaRPr>
            </a:p>
            <a:p>
              <a:endParaRPr lang="en-US" altLang="zh-TW" sz="1200" dirty="0">
                <a:ln/>
                <a:latin typeface="微軟正黑體" panose="020B0604030504040204" pitchFamily="34" charset="-120"/>
                <a:ea typeface="微軟正黑體" panose="020B0604030504040204" pitchFamily="34" charset="-120"/>
              </a:endParaRPr>
            </a:p>
          </p:txBody>
        </p:sp>
        <p:sp>
          <p:nvSpPr>
            <p:cNvPr id="96" name="箭號: 向右 95">
              <a:extLst>
                <a:ext uri="{FF2B5EF4-FFF2-40B4-BE49-F238E27FC236}">
                  <a16:creationId xmlns:a16="http://schemas.microsoft.com/office/drawing/2014/main" id="{0BC5D766-7E69-9A4B-949A-688B22E9D0E5}"/>
                </a:ext>
              </a:extLst>
            </p:cNvPr>
            <p:cNvSpPr/>
            <p:nvPr/>
          </p:nvSpPr>
          <p:spPr bwMode="gray">
            <a:xfrm>
              <a:off x="9240370" y="1502985"/>
              <a:ext cx="254000" cy="300800"/>
            </a:xfrm>
            <a:prstGeom prst="rightArrow">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100" name="矩形: 圓角 99">
              <a:extLst>
                <a:ext uri="{FF2B5EF4-FFF2-40B4-BE49-F238E27FC236}">
                  <a16:creationId xmlns:a16="http://schemas.microsoft.com/office/drawing/2014/main" id="{9D86C95A-9A84-521E-5598-B03F70FC3EC5}"/>
                </a:ext>
              </a:extLst>
            </p:cNvPr>
            <p:cNvSpPr/>
            <p:nvPr/>
          </p:nvSpPr>
          <p:spPr bwMode="gray">
            <a:xfrm>
              <a:off x="9468970" y="3427052"/>
              <a:ext cx="2505759" cy="1470686"/>
            </a:xfrm>
            <a:prstGeom prst="roundRect">
              <a:avLst>
                <a:gd name="adj" fmla="val 7971"/>
              </a:avLst>
            </a:prstGeom>
            <a:solidFill>
              <a:schemeClr val="bg1">
                <a:lumMod val="95000"/>
              </a:schemeClr>
            </a:solidFill>
            <a:ln w="19050" algn="ctr">
              <a:noFill/>
              <a:miter lim="800000"/>
              <a:headEnd/>
              <a:tailEnd/>
            </a:ln>
          </p:spPr>
          <p:txBody>
            <a:bodyPr wrap="square" lIns="88900" tIns="88900" rIns="88900" bIns="88900" rtlCol="0" anchor="ctr"/>
            <a:lstStyle/>
            <a:p>
              <a:pPr>
                <a:lnSpc>
                  <a:spcPct val="150000"/>
                </a:lnSpc>
              </a:pPr>
              <a:r>
                <a:rPr lang="en-US" altLang="zh-TW" sz="1600" b="1" dirty="0"/>
                <a:t>【</a:t>
              </a:r>
              <a:r>
                <a:rPr lang="zh-TW" altLang="en-US" sz="1600" b="1" dirty="0">
                  <a:solidFill>
                    <a:srgbClr val="0000FF"/>
                  </a:solidFill>
                  <a:highlight>
                    <a:srgbClr val="FFFF00"/>
                  </a:highlight>
                </a:rPr>
                <a:t>客戶</a:t>
              </a:r>
              <a:r>
                <a:rPr lang="en-US" altLang="zh-TW" sz="1600" b="1" dirty="0">
                  <a:solidFill>
                    <a:srgbClr val="0000FF"/>
                  </a:solidFill>
                  <a:highlight>
                    <a:srgbClr val="FFFF00"/>
                  </a:highlight>
                </a:rPr>
                <a:t>IT</a:t>
              </a:r>
              <a:r>
                <a:rPr lang="en-US" altLang="zh-TW" sz="1600" b="1" dirty="0">
                  <a:ln/>
                  <a:latin typeface="微軟正黑體" panose="020B0604030504040204" pitchFamily="34" charset="-120"/>
                  <a:ea typeface="微軟正黑體" panose="020B0604030504040204" pitchFamily="34" charset="-120"/>
                </a:rPr>
                <a:t>】</a:t>
              </a:r>
              <a:r>
                <a:rPr lang="zh-TW" altLang="en-US" sz="1600" b="1" dirty="0"/>
                <a:t>匯入作業處理</a:t>
              </a:r>
              <a:r>
                <a:rPr lang="en-US" altLang="zh-TW" sz="1600" b="1" dirty="0"/>
                <a:t> </a:t>
              </a:r>
            </a:p>
            <a:p>
              <a:pPr>
                <a:lnSpc>
                  <a:spcPct val="150000"/>
                </a:lnSpc>
              </a:pPr>
              <a:r>
                <a:rPr lang="zh-TW" altLang="en-US" sz="1200" b="1" dirty="0">
                  <a:ln/>
                  <a:solidFill>
                    <a:srgbClr val="FF3399"/>
                  </a:solidFill>
                  <a:latin typeface="微軟正黑體" panose="020B0604030504040204" pitchFamily="34" charset="-120"/>
                  <a:ea typeface="微軟正黑體" panose="020B0604030504040204" pitchFamily="34" charset="-120"/>
                </a:rPr>
                <a:t>客戶負責完成以下工作：</a:t>
              </a:r>
              <a:endParaRPr lang="en-US" altLang="zh-TW" sz="1200" b="1" dirty="0">
                <a:ln/>
                <a:solidFill>
                  <a:srgbClr val="FF3399"/>
                </a:solidFill>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確保</a:t>
              </a:r>
              <a:r>
                <a:rPr lang="en-US" altLang="zh-TW" sz="1200" dirty="0">
                  <a:ln/>
                  <a:latin typeface="微軟正黑體" panose="020B0604030504040204" pitchFamily="34" charset="-120"/>
                  <a:ea typeface="微軟正黑體" panose="020B0604030504040204" pitchFamily="34" charset="-120"/>
                </a:rPr>
                <a:t>[</a:t>
              </a:r>
              <a:r>
                <a:rPr lang="zh-TW" altLang="en-US" sz="1200" dirty="0">
                  <a:ln/>
                  <a:latin typeface="微軟正黑體" panose="020B0604030504040204" pitchFamily="34" charset="-120"/>
                  <a:ea typeface="微軟正黑體" panose="020B0604030504040204" pitchFamily="34" charset="-120"/>
                </a:rPr>
                <a:t>人事與組織資料</a:t>
              </a:r>
              <a:r>
                <a:rPr lang="en-US" altLang="zh-TW" sz="1200" dirty="0">
                  <a:ln/>
                  <a:latin typeface="微軟正黑體" panose="020B0604030504040204" pitchFamily="34" charset="-120"/>
                  <a:ea typeface="微軟正黑體" panose="020B0604030504040204" pitchFamily="34" charset="-120"/>
                </a:rPr>
                <a:t>]</a:t>
              </a:r>
              <a:r>
                <a:rPr lang="zh-TW" altLang="en-US" sz="1200" dirty="0">
                  <a:ln/>
                  <a:latin typeface="微軟正黑體" panose="020B0604030504040204" pitchFamily="34" charset="-120"/>
                  <a:ea typeface="微軟正黑體" panose="020B0604030504040204" pitchFamily="34" charset="-120"/>
                </a:rPr>
                <a:t> 可每天定時更新至合約管理系統的</a:t>
              </a:r>
              <a:r>
                <a:rPr lang="en-US" altLang="zh-TW" sz="1200" dirty="0">
                  <a:ln/>
                  <a:latin typeface="微軟正黑體" panose="020B0604030504040204" pitchFamily="34" charset="-120"/>
                  <a:ea typeface="微軟正黑體" panose="020B0604030504040204" pitchFamily="34" charset="-120"/>
                </a:rPr>
                <a:t>【</a:t>
              </a:r>
              <a:r>
                <a:rPr lang="zh-TW" altLang="en-US" sz="1200" dirty="0">
                  <a:ln/>
                  <a:latin typeface="微軟正黑體" panose="020B0604030504040204" pitchFamily="34" charset="-120"/>
                  <a:ea typeface="微軟正黑體" panose="020B0604030504040204" pitchFamily="34" charset="-120"/>
                </a:rPr>
                <a:t>人事與組織暫存資料表</a:t>
              </a:r>
              <a:r>
                <a:rPr lang="en-US" altLang="zh-TW" sz="1200" dirty="0">
                  <a:ln/>
                  <a:latin typeface="微軟正黑體" panose="020B0604030504040204" pitchFamily="34" charset="-120"/>
                  <a:ea typeface="微軟正黑體" panose="020B0604030504040204" pitchFamily="34" charset="-120"/>
                </a:rPr>
                <a:t>】</a:t>
              </a:r>
            </a:p>
            <a:p>
              <a:pPr marL="171450" indent="-171450">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匯入</a:t>
              </a:r>
              <a:r>
                <a:rPr lang="en-US" altLang="zh-TW" sz="1200" dirty="0">
                  <a:ln/>
                  <a:latin typeface="微軟正黑體" panose="020B0604030504040204" pitchFamily="34" charset="-120"/>
                  <a:ea typeface="微軟正黑體" panose="020B0604030504040204" pitchFamily="34" charset="-120"/>
                </a:rPr>
                <a:t>SSL</a:t>
              </a:r>
              <a:r>
                <a:rPr lang="zh-TW" altLang="en-US" sz="1200" dirty="0">
                  <a:ln/>
                  <a:latin typeface="微軟正黑體" panose="020B0604030504040204" pitchFamily="34" charset="-120"/>
                  <a:ea typeface="微軟正黑體" panose="020B0604030504040204" pitchFamily="34" charset="-120"/>
                </a:rPr>
                <a:t>憑證</a:t>
              </a:r>
              <a:endParaRPr lang="en-US" altLang="zh-TW" sz="1200" dirty="0">
                <a:ln/>
                <a:latin typeface="微軟正黑體" panose="020B0604030504040204" pitchFamily="34" charset="-120"/>
                <a:ea typeface="微軟正黑體" panose="020B0604030504040204" pitchFamily="34" charset="-120"/>
              </a:endParaRPr>
            </a:p>
          </p:txBody>
        </p:sp>
        <p:sp>
          <p:nvSpPr>
            <p:cNvPr id="102" name="箭號: 向右 101">
              <a:extLst>
                <a:ext uri="{FF2B5EF4-FFF2-40B4-BE49-F238E27FC236}">
                  <a16:creationId xmlns:a16="http://schemas.microsoft.com/office/drawing/2014/main" id="{1499DBE7-56F5-F46E-239A-AC7A9EA1734B}"/>
                </a:ext>
              </a:extLst>
            </p:cNvPr>
            <p:cNvSpPr/>
            <p:nvPr/>
          </p:nvSpPr>
          <p:spPr bwMode="gray">
            <a:xfrm rot="5400000">
              <a:off x="9559543" y="3120120"/>
              <a:ext cx="305564" cy="304800"/>
            </a:xfrm>
            <a:prstGeom prst="rightArrow">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2" name="矩形: 圓角 1">
              <a:extLst>
                <a:ext uri="{FF2B5EF4-FFF2-40B4-BE49-F238E27FC236}">
                  <a16:creationId xmlns:a16="http://schemas.microsoft.com/office/drawing/2014/main" id="{0148542B-7E13-5051-A1A0-0B0B9A46FB37}"/>
                </a:ext>
              </a:extLst>
            </p:cNvPr>
            <p:cNvSpPr/>
            <p:nvPr/>
          </p:nvSpPr>
          <p:spPr bwMode="gray">
            <a:xfrm>
              <a:off x="328830" y="3404138"/>
              <a:ext cx="3160061" cy="1429528"/>
            </a:xfrm>
            <a:prstGeom prst="roundRect">
              <a:avLst>
                <a:gd name="adj" fmla="val 7971"/>
              </a:avLst>
            </a:prstGeom>
            <a:solidFill>
              <a:schemeClr val="bg1">
                <a:lumMod val="95000"/>
              </a:schemeClr>
            </a:solidFill>
            <a:ln w="19050" algn="ctr">
              <a:noFill/>
              <a:miter lim="800000"/>
              <a:headEnd/>
              <a:tailEnd/>
            </a:ln>
          </p:spPr>
          <p:txBody>
            <a:bodyPr wrap="square" lIns="88900" tIns="88900" rIns="88900" bIns="88900" rtlCol="0" anchor="ctr"/>
            <a:lstStyle/>
            <a:p>
              <a:r>
                <a:rPr lang="zh-TW" altLang="en-US" sz="1600" b="1" dirty="0"/>
                <a:t>客戶端測試與正式環境</a:t>
              </a:r>
              <a:r>
                <a:rPr lang="en-US" altLang="zh-TW" sz="1600" b="1" dirty="0"/>
                <a:t>-</a:t>
              </a:r>
              <a:r>
                <a:rPr lang="zh-TW" altLang="en-US" sz="1600" b="1" dirty="0"/>
                <a:t>系統部署</a:t>
              </a:r>
              <a:endParaRPr lang="en-US" altLang="zh-TW" sz="1600" b="1" dirty="0"/>
            </a:p>
            <a:p>
              <a:pPr marL="171450" indent="-171450">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系統部署計畫準備</a:t>
              </a:r>
              <a:endParaRPr lang="en-US" altLang="zh-TW" sz="1200" dirty="0">
                <a:ln/>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系統部署計畫</a:t>
              </a:r>
              <a:r>
                <a:rPr lang="en-US" altLang="zh-TW" sz="1200" dirty="0">
                  <a:ln/>
                  <a:latin typeface="微軟正黑體" panose="020B0604030504040204" pitchFamily="34" charset="-120"/>
                  <a:ea typeface="微軟正黑體" panose="020B0604030504040204" pitchFamily="34" charset="-120"/>
                </a:rPr>
                <a:t>-</a:t>
              </a:r>
              <a:r>
                <a:rPr lang="zh-TW" altLang="en-US" sz="1200" dirty="0">
                  <a:ln/>
                  <a:latin typeface="微軟正黑體" panose="020B0604030504040204" pitchFamily="34" charset="-120"/>
                  <a:ea typeface="微軟正黑體" panose="020B0604030504040204" pitchFamily="34" charset="-120"/>
                </a:rPr>
                <a:t>說明會議</a:t>
              </a:r>
              <a:endParaRPr lang="en-US" altLang="zh-TW" sz="1200" dirty="0">
                <a:ln/>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執行系統部署計畫</a:t>
              </a:r>
              <a:endParaRPr lang="en-US" altLang="zh-TW" sz="1200" dirty="0">
                <a:ln/>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準備系統部署要使用的程式和資料庫</a:t>
              </a:r>
              <a:endParaRPr lang="en-US" altLang="zh-TW" sz="1200" dirty="0">
                <a:ln/>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系統建置</a:t>
              </a:r>
              <a:r>
                <a:rPr lang="en-US" altLang="zh-TW" sz="1200" dirty="0">
                  <a:ln/>
                  <a:latin typeface="微軟正黑體" panose="020B0604030504040204" pitchFamily="34" charset="-120"/>
                  <a:ea typeface="微軟正黑體" panose="020B0604030504040204" pitchFamily="34" charset="-120"/>
                </a:rPr>
                <a:t>(</a:t>
              </a:r>
              <a:r>
                <a:rPr lang="zh-TW" altLang="zh-TW" sz="1200" dirty="0">
                  <a:ln/>
                  <a:latin typeface="微軟正黑體" panose="020B0604030504040204" pitchFamily="34" charset="-120"/>
                  <a:ea typeface="微軟正黑體" panose="020B0604030504040204" pitchFamily="34" charset="-120"/>
                </a:rPr>
                <a:t>網站系統</a:t>
              </a:r>
              <a:r>
                <a:rPr lang="zh-TW" altLang="en-US" sz="1200" dirty="0">
                  <a:ln/>
                  <a:latin typeface="微軟正黑體" panose="020B0604030504040204" pitchFamily="34" charset="-120"/>
                  <a:ea typeface="微軟正黑體" panose="020B0604030504040204" pitchFamily="34" charset="-120"/>
                </a:rPr>
                <a:t>、資料庫、背景程式</a:t>
              </a:r>
              <a:r>
                <a:rPr lang="en-US" altLang="zh-TW" sz="1200" dirty="0">
                  <a:ln/>
                  <a:latin typeface="微軟正黑體" panose="020B0604030504040204" pitchFamily="34" charset="-120"/>
                  <a:ea typeface="微軟正黑體" panose="020B0604030504040204" pitchFamily="34" charset="-120"/>
                </a:rPr>
                <a:t>)</a:t>
              </a:r>
            </a:p>
          </p:txBody>
        </p:sp>
        <p:sp>
          <p:nvSpPr>
            <p:cNvPr id="7" name="箭號: 向右 6">
              <a:extLst>
                <a:ext uri="{FF2B5EF4-FFF2-40B4-BE49-F238E27FC236}">
                  <a16:creationId xmlns:a16="http://schemas.microsoft.com/office/drawing/2014/main" id="{12126058-F664-2D3A-3620-FCCA229C7382}"/>
                </a:ext>
              </a:extLst>
            </p:cNvPr>
            <p:cNvSpPr/>
            <p:nvPr/>
          </p:nvSpPr>
          <p:spPr bwMode="gray">
            <a:xfrm rot="10800000">
              <a:off x="3397152" y="3482968"/>
              <a:ext cx="286778" cy="304800"/>
            </a:xfrm>
            <a:prstGeom prst="rightArrow">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8" name="箭號: 向右 7">
              <a:extLst>
                <a:ext uri="{FF2B5EF4-FFF2-40B4-BE49-F238E27FC236}">
                  <a16:creationId xmlns:a16="http://schemas.microsoft.com/office/drawing/2014/main" id="{DBC20E46-B61D-4430-6334-6D049373D696}"/>
                </a:ext>
              </a:extLst>
            </p:cNvPr>
            <p:cNvSpPr/>
            <p:nvPr/>
          </p:nvSpPr>
          <p:spPr bwMode="gray">
            <a:xfrm rot="5400000">
              <a:off x="356032" y="4769385"/>
              <a:ext cx="320881" cy="304800"/>
            </a:xfrm>
            <a:prstGeom prst="rightArrow">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9" name="矩形: 圓角 8">
              <a:extLst>
                <a:ext uri="{FF2B5EF4-FFF2-40B4-BE49-F238E27FC236}">
                  <a16:creationId xmlns:a16="http://schemas.microsoft.com/office/drawing/2014/main" id="{E71BF2A8-9450-CD7F-A1ED-1B38A7862E02}"/>
                </a:ext>
              </a:extLst>
            </p:cNvPr>
            <p:cNvSpPr/>
            <p:nvPr/>
          </p:nvSpPr>
          <p:spPr bwMode="gray">
            <a:xfrm>
              <a:off x="3111294" y="5043266"/>
              <a:ext cx="2737572" cy="1233968"/>
            </a:xfrm>
            <a:prstGeom prst="roundRect">
              <a:avLst>
                <a:gd name="adj" fmla="val 7971"/>
              </a:avLst>
            </a:prstGeom>
            <a:solidFill>
              <a:schemeClr val="bg1">
                <a:lumMod val="95000"/>
              </a:schemeClr>
            </a:solidFill>
            <a:ln w="19050" algn="ctr">
              <a:noFill/>
              <a:miter lim="800000"/>
              <a:headEnd/>
              <a:tailEnd/>
            </a:ln>
          </p:spPr>
          <p:txBody>
            <a:bodyPr wrap="square" lIns="88900" tIns="88900" rIns="88900" bIns="88900" rtlCol="0" anchor="t"/>
            <a:lstStyle/>
            <a:p>
              <a:r>
                <a:rPr lang="zh-TW" altLang="en-US" sz="1600" b="1" dirty="0"/>
                <a:t>進行系統基本驗證</a:t>
              </a:r>
              <a:endParaRPr lang="en-US" altLang="zh-TW" sz="1600" b="1" dirty="0"/>
            </a:p>
            <a:p>
              <a:pPr marL="171450" indent="-171450">
                <a:lnSpc>
                  <a:spcPct val="150000"/>
                </a:lnSpc>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網站、背景程式是否正常</a:t>
              </a:r>
              <a:endParaRPr lang="en-US" altLang="zh-TW" sz="1200" dirty="0">
                <a:ln/>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en-US" altLang="zh-TW" sz="1200" dirty="0">
                  <a:ln/>
                  <a:latin typeface="微軟正黑體" panose="020B0604030504040204" pitchFamily="34" charset="-120"/>
                  <a:ea typeface="微軟正黑體" panose="020B0604030504040204" pitchFamily="34" charset="-120"/>
                </a:rPr>
                <a:t>SSO</a:t>
              </a:r>
              <a:r>
                <a:rPr lang="zh-TW" altLang="en-US" sz="1200" dirty="0">
                  <a:ln/>
                  <a:latin typeface="微軟正黑體" panose="020B0604030504040204" pitchFamily="34" charset="-120"/>
                  <a:ea typeface="微軟正黑體" panose="020B0604030504040204" pitchFamily="34" charset="-120"/>
                </a:rPr>
                <a:t>登入</a:t>
              </a:r>
              <a:endParaRPr lang="en-US" altLang="zh-TW" sz="1200" dirty="0">
                <a:ln/>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zh-TW" altLang="en-US" sz="1200" dirty="0">
                  <a:ln/>
                  <a:latin typeface="微軟正黑體" panose="020B0604030504040204" pitchFamily="34" charset="-120"/>
                  <a:ea typeface="微軟正黑體" panose="020B0604030504040204" pitchFamily="34" charset="-120"/>
                </a:rPr>
                <a:t>人事與組織資料每日是否定時匯入</a:t>
              </a:r>
              <a:endParaRPr lang="en-US" altLang="zh-TW" sz="1200" dirty="0">
                <a:ln/>
                <a:latin typeface="微軟正黑體" panose="020B0604030504040204" pitchFamily="34" charset="-120"/>
                <a:ea typeface="微軟正黑體" panose="020B0604030504040204" pitchFamily="34" charset="-120"/>
              </a:endParaRPr>
            </a:p>
            <a:p>
              <a:endParaRPr lang="en-US" altLang="zh-TW" sz="1200" dirty="0">
                <a:ln/>
                <a:latin typeface="微軟正黑體" panose="020B0604030504040204" pitchFamily="34" charset="-120"/>
                <a:ea typeface="微軟正黑體" panose="020B0604030504040204" pitchFamily="34" charset="-120"/>
              </a:endParaRPr>
            </a:p>
            <a:p>
              <a:endParaRPr lang="en-US" altLang="zh-TW" sz="1200" dirty="0">
                <a:ln/>
                <a:latin typeface="微軟正黑體" panose="020B0604030504040204" pitchFamily="34" charset="-120"/>
                <a:ea typeface="微軟正黑體" panose="020B0604030504040204" pitchFamily="34" charset="-120"/>
              </a:endParaRPr>
            </a:p>
            <a:p>
              <a:endParaRPr lang="en-US" altLang="zh-TW" sz="1200" dirty="0">
                <a:ln/>
                <a:latin typeface="微軟正黑體" panose="020B0604030504040204" pitchFamily="34" charset="-120"/>
                <a:ea typeface="微軟正黑體" panose="020B0604030504040204" pitchFamily="34" charset="-120"/>
              </a:endParaRPr>
            </a:p>
          </p:txBody>
        </p:sp>
        <p:sp>
          <p:nvSpPr>
            <p:cNvPr id="10" name="箭號: 向右 9">
              <a:extLst>
                <a:ext uri="{FF2B5EF4-FFF2-40B4-BE49-F238E27FC236}">
                  <a16:creationId xmlns:a16="http://schemas.microsoft.com/office/drawing/2014/main" id="{958A0160-DFD9-61C8-E709-F6E44AD864C7}"/>
                </a:ext>
              </a:extLst>
            </p:cNvPr>
            <p:cNvSpPr/>
            <p:nvPr/>
          </p:nvSpPr>
          <p:spPr bwMode="gray">
            <a:xfrm rot="10800000">
              <a:off x="6492783" y="3479677"/>
              <a:ext cx="286778" cy="304800"/>
            </a:xfrm>
            <a:prstGeom prst="rightArrow">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11" name="箭號: 向右 10">
              <a:extLst>
                <a:ext uri="{FF2B5EF4-FFF2-40B4-BE49-F238E27FC236}">
                  <a16:creationId xmlns:a16="http://schemas.microsoft.com/office/drawing/2014/main" id="{8EFDD0A0-602E-35B4-57C7-36A6B4E86914}"/>
                </a:ext>
              </a:extLst>
            </p:cNvPr>
            <p:cNvSpPr/>
            <p:nvPr/>
          </p:nvSpPr>
          <p:spPr bwMode="gray">
            <a:xfrm rot="10800000">
              <a:off x="9207592" y="3482987"/>
              <a:ext cx="286778" cy="304800"/>
            </a:xfrm>
            <a:prstGeom prst="rightArrow">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13" name="箭號: 向右 12">
              <a:extLst>
                <a:ext uri="{FF2B5EF4-FFF2-40B4-BE49-F238E27FC236}">
                  <a16:creationId xmlns:a16="http://schemas.microsoft.com/office/drawing/2014/main" id="{845017DD-85CD-76F5-7308-2E4EFBF0D548}"/>
                </a:ext>
              </a:extLst>
            </p:cNvPr>
            <p:cNvSpPr/>
            <p:nvPr/>
          </p:nvSpPr>
          <p:spPr bwMode="gray">
            <a:xfrm>
              <a:off x="2835325" y="5105035"/>
              <a:ext cx="275968" cy="304800"/>
            </a:xfrm>
            <a:prstGeom prst="rightArrow">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15" name="箭號: 向右 14">
              <a:extLst>
                <a:ext uri="{FF2B5EF4-FFF2-40B4-BE49-F238E27FC236}">
                  <a16:creationId xmlns:a16="http://schemas.microsoft.com/office/drawing/2014/main" id="{3C169BBE-47E1-94A9-0FB3-FC94B9453DB1}"/>
                </a:ext>
              </a:extLst>
            </p:cNvPr>
            <p:cNvSpPr/>
            <p:nvPr/>
          </p:nvSpPr>
          <p:spPr bwMode="gray">
            <a:xfrm>
              <a:off x="5811825" y="5118913"/>
              <a:ext cx="275968" cy="304800"/>
            </a:xfrm>
            <a:prstGeom prst="rightArrow">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16" name="矩形: 圓角 15">
              <a:extLst>
                <a:ext uri="{FF2B5EF4-FFF2-40B4-BE49-F238E27FC236}">
                  <a16:creationId xmlns:a16="http://schemas.microsoft.com/office/drawing/2014/main" id="{468A95DB-16FF-D28C-E616-A97FC2209987}"/>
                </a:ext>
              </a:extLst>
            </p:cNvPr>
            <p:cNvSpPr/>
            <p:nvPr/>
          </p:nvSpPr>
          <p:spPr bwMode="gray">
            <a:xfrm>
              <a:off x="8589935" y="5022138"/>
              <a:ext cx="2437541" cy="1302273"/>
            </a:xfrm>
            <a:prstGeom prst="roundRect">
              <a:avLst>
                <a:gd name="adj" fmla="val 7971"/>
              </a:avLst>
            </a:prstGeom>
            <a:solidFill>
              <a:srgbClr val="0000FF"/>
            </a:solidFill>
            <a:ln w="19050" algn="ctr">
              <a:noFill/>
              <a:miter lim="800000"/>
              <a:headEnd/>
              <a:tailEnd/>
            </a:ln>
          </p:spPr>
          <p:txBody>
            <a:bodyPr wrap="square" lIns="88900" tIns="88900" rIns="88900" bIns="88900" rtlCol="0" anchor="ctr"/>
            <a:lstStyle/>
            <a:p>
              <a:pPr>
                <a:lnSpc>
                  <a:spcPct val="150000"/>
                </a:lnSpc>
              </a:pPr>
              <a:r>
                <a:rPr lang="zh-TW" altLang="en-US" sz="1600" b="1" dirty="0">
                  <a:solidFill>
                    <a:schemeClr val="bg1"/>
                  </a:solidFill>
                </a:rPr>
                <a:t>宏思完成系統交付</a:t>
              </a:r>
              <a:endParaRPr lang="en-US" altLang="zh-TW" sz="1600" b="1" dirty="0">
                <a:solidFill>
                  <a:schemeClr val="bg1"/>
                </a:solidFill>
              </a:endParaRPr>
            </a:p>
            <a:p>
              <a:pPr marL="171450" indent="-171450">
                <a:buFont typeface="Arial" panose="020B0604020202020204" pitchFamily="34" charset="0"/>
                <a:buChar char="•"/>
              </a:pPr>
              <a:r>
                <a:rPr lang="en-US" altLang="zh-TW" sz="1200" b="1" dirty="0">
                  <a:ln/>
                  <a:solidFill>
                    <a:schemeClr val="bg1"/>
                  </a:solidFill>
                  <a:latin typeface="微軟正黑體" panose="020B0604030504040204" pitchFamily="34" charset="-120"/>
                  <a:ea typeface="微軟正黑體" panose="020B0604030504040204" pitchFamily="34" charset="-120"/>
                </a:rPr>
                <a:t>[</a:t>
              </a:r>
              <a:r>
                <a:rPr lang="zh-TW" altLang="en-US" sz="1200" b="1" dirty="0">
                  <a:ln/>
                  <a:solidFill>
                    <a:schemeClr val="bg1"/>
                  </a:solidFill>
                  <a:latin typeface="微軟正黑體" panose="020B0604030504040204" pitchFamily="34" charset="-120"/>
                  <a:ea typeface="微軟正黑體" panose="020B0604030504040204" pitchFamily="34" charset="-120"/>
                </a:rPr>
                <a:t>宏思</a:t>
              </a:r>
              <a:r>
                <a:rPr lang="en-US" altLang="zh-TW" sz="1200" b="1" dirty="0">
                  <a:ln/>
                  <a:solidFill>
                    <a:schemeClr val="bg1"/>
                  </a:solidFill>
                  <a:latin typeface="微軟正黑體" panose="020B0604030504040204" pitchFamily="34" charset="-120"/>
                  <a:ea typeface="微軟正黑體" panose="020B0604030504040204" pitchFamily="34" charset="-120"/>
                </a:rPr>
                <a:t>]</a:t>
              </a:r>
              <a:r>
                <a:rPr lang="zh-TW" altLang="en-US" sz="1200" b="1" dirty="0">
                  <a:ln/>
                  <a:solidFill>
                    <a:schemeClr val="bg1"/>
                  </a:solidFill>
                  <a:latin typeface="微軟正黑體" panose="020B0604030504040204" pitchFamily="34" charset="-120"/>
                  <a:ea typeface="微軟正黑體" panose="020B0604030504040204" pitchFamily="34" charset="-120"/>
                </a:rPr>
                <a:t> 交付系統操作手冊</a:t>
              </a:r>
              <a:endParaRPr lang="en-US" altLang="zh-TW" sz="1200" b="1" dirty="0">
                <a:ln/>
                <a:solidFill>
                  <a:schemeClr val="bg1"/>
                </a:solidFill>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en-US" altLang="zh-TW" sz="1200" b="1" dirty="0">
                  <a:ln/>
                  <a:solidFill>
                    <a:schemeClr val="bg1"/>
                  </a:solidFill>
                  <a:latin typeface="微軟正黑體" panose="020B0604030504040204" pitchFamily="34" charset="-120"/>
                  <a:ea typeface="微軟正黑體" panose="020B0604030504040204" pitchFamily="34" charset="-120"/>
                </a:rPr>
                <a:t>[</a:t>
              </a:r>
              <a:r>
                <a:rPr lang="zh-TW" altLang="en-US" sz="1200" b="1" dirty="0">
                  <a:ln/>
                  <a:solidFill>
                    <a:schemeClr val="bg1"/>
                  </a:solidFill>
                  <a:latin typeface="微軟正黑體" panose="020B0604030504040204" pitchFamily="34" charset="-120"/>
                  <a:ea typeface="微軟正黑體" panose="020B0604030504040204" pitchFamily="34" charset="-120"/>
                </a:rPr>
                <a:t>宏思</a:t>
              </a:r>
              <a:r>
                <a:rPr lang="en-US" altLang="zh-TW" sz="1200" b="1" dirty="0">
                  <a:ln/>
                  <a:solidFill>
                    <a:schemeClr val="bg1"/>
                  </a:solidFill>
                  <a:latin typeface="微軟正黑體" panose="020B0604030504040204" pitchFamily="34" charset="-120"/>
                  <a:ea typeface="微軟正黑體" panose="020B0604030504040204" pitchFamily="34" charset="-120"/>
                </a:rPr>
                <a:t>]</a:t>
              </a:r>
              <a:r>
                <a:rPr lang="zh-TW" altLang="en-US" sz="1200" b="1" dirty="0">
                  <a:ln/>
                  <a:solidFill>
                    <a:schemeClr val="bg1"/>
                  </a:solidFill>
                  <a:latin typeface="微軟正黑體" panose="020B0604030504040204" pitchFamily="34" charset="-120"/>
                  <a:ea typeface="微軟正黑體" panose="020B0604030504040204" pitchFamily="34" charset="-120"/>
                </a:rPr>
                <a:t> 提供產品功能驗收單</a:t>
              </a:r>
              <a:endParaRPr lang="en-US" altLang="zh-TW" sz="1200" b="1" dirty="0">
                <a:ln/>
                <a:solidFill>
                  <a:schemeClr val="bg1"/>
                </a:solidFill>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en-US" altLang="zh-TW" sz="1200" b="1" dirty="0">
                  <a:ln/>
                  <a:solidFill>
                    <a:srgbClr val="FFFF00"/>
                  </a:solidFill>
                  <a:latin typeface="微軟正黑體" panose="020B0604030504040204" pitchFamily="34" charset="-120"/>
                  <a:ea typeface="微軟正黑體" panose="020B0604030504040204" pitchFamily="34" charset="-120"/>
                </a:rPr>
                <a:t>[</a:t>
              </a:r>
              <a:r>
                <a:rPr lang="zh-TW" altLang="en-US" sz="1200" b="1" dirty="0">
                  <a:ln/>
                  <a:solidFill>
                    <a:srgbClr val="FFFF00"/>
                  </a:solidFill>
                  <a:latin typeface="微軟正黑體" panose="020B0604030504040204" pitchFamily="34" charset="-120"/>
                  <a:ea typeface="微軟正黑體" panose="020B0604030504040204" pitchFamily="34" charset="-120"/>
                </a:rPr>
                <a:t>客戶</a:t>
              </a:r>
              <a:r>
                <a:rPr lang="en-US" altLang="zh-TW" sz="1200" b="1" dirty="0">
                  <a:ln/>
                  <a:solidFill>
                    <a:srgbClr val="FFFF00"/>
                  </a:solidFill>
                  <a:latin typeface="微軟正黑體" panose="020B0604030504040204" pitchFamily="34" charset="-120"/>
                  <a:ea typeface="微軟正黑體" panose="020B0604030504040204" pitchFamily="34" charset="-120"/>
                </a:rPr>
                <a:t>]</a:t>
              </a:r>
              <a:r>
                <a:rPr lang="zh-TW" altLang="en-US" sz="1200" b="1" dirty="0">
                  <a:ln/>
                  <a:solidFill>
                    <a:srgbClr val="FFFF00"/>
                  </a:solidFill>
                  <a:latin typeface="微軟正黑體" panose="020B0604030504040204" pitchFamily="34" charset="-120"/>
                  <a:ea typeface="微軟正黑體" panose="020B0604030504040204" pitchFamily="34" charset="-120"/>
                </a:rPr>
                <a:t> 進行產品功能驗收</a:t>
              </a:r>
              <a:endParaRPr lang="en-US" altLang="zh-TW" sz="1200" b="1" dirty="0">
                <a:ln/>
                <a:solidFill>
                  <a:srgbClr val="FFFF00"/>
                </a:solidFill>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en-US" altLang="zh-TW" sz="1200" b="1" dirty="0">
                  <a:ln/>
                  <a:solidFill>
                    <a:srgbClr val="FFFF00"/>
                  </a:solidFill>
                  <a:latin typeface="微軟正黑體" panose="020B0604030504040204" pitchFamily="34" charset="-120"/>
                  <a:ea typeface="微軟正黑體" panose="020B0604030504040204" pitchFamily="34" charset="-120"/>
                </a:rPr>
                <a:t>[</a:t>
              </a:r>
              <a:r>
                <a:rPr lang="zh-TW" altLang="en-US" sz="1200" b="1" dirty="0">
                  <a:ln/>
                  <a:solidFill>
                    <a:srgbClr val="FFFF00"/>
                  </a:solidFill>
                  <a:latin typeface="微軟正黑體" panose="020B0604030504040204" pitchFamily="34" charset="-120"/>
                  <a:ea typeface="微軟正黑體" panose="020B0604030504040204" pitchFamily="34" charset="-120"/>
                </a:rPr>
                <a:t>客戶</a:t>
              </a:r>
              <a:r>
                <a:rPr lang="en-US" altLang="zh-TW" sz="1200" b="1" dirty="0">
                  <a:ln/>
                  <a:solidFill>
                    <a:srgbClr val="FFFF00"/>
                  </a:solidFill>
                  <a:latin typeface="微軟正黑體" panose="020B0604030504040204" pitchFamily="34" charset="-120"/>
                  <a:ea typeface="微軟正黑體" panose="020B0604030504040204" pitchFamily="34" charset="-120"/>
                </a:rPr>
                <a:t>]</a:t>
              </a:r>
              <a:r>
                <a:rPr lang="zh-TW" altLang="en-US" sz="1200" b="1" dirty="0">
                  <a:ln/>
                  <a:solidFill>
                    <a:srgbClr val="FFFF00"/>
                  </a:solidFill>
                  <a:latin typeface="微軟正黑體" panose="020B0604030504040204" pitchFamily="34" charset="-120"/>
                  <a:ea typeface="微軟正黑體" panose="020B0604030504040204" pitchFamily="34" charset="-120"/>
                </a:rPr>
                <a:t> 簽署產品功能驗收單</a:t>
              </a:r>
              <a:endParaRPr lang="en-US" altLang="zh-TW" sz="1200" b="1" dirty="0">
                <a:ln/>
                <a:solidFill>
                  <a:schemeClr val="bg1"/>
                </a:solidFill>
                <a:latin typeface="微軟正黑體" panose="020B0604030504040204" pitchFamily="34" charset="-120"/>
                <a:ea typeface="微軟正黑體" panose="020B0604030504040204" pitchFamily="34" charset="-120"/>
              </a:endParaRPr>
            </a:p>
          </p:txBody>
        </p:sp>
        <p:sp>
          <p:nvSpPr>
            <p:cNvPr id="18" name="文字方塊 17">
              <a:extLst>
                <a:ext uri="{FF2B5EF4-FFF2-40B4-BE49-F238E27FC236}">
                  <a16:creationId xmlns:a16="http://schemas.microsoft.com/office/drawing/2014/main" id="{CDBF0A22-FC68-E842-FB7C-9B74922AACCD}"/>
                </a:ext>
              </a:extLst>
            </p:cNvPr>
            <p:cNvSpPr txBox="1"/>
            <p:nvPr/>
          </p:nvSpPr>
          <p:spPr>
            <a:xfrm>
              <a:off x="1878227" y="6396736"/>
              <a:ext cx="9053384" cy="369332"/>
            </a:xfrm>
            <a:prstGeom prst="rect">
              <a:avLst/>
            </a:prstGeom>
            <a:noFill/>
          </p:spPr>
          <p:txBody>
            <a:bodyPr wrap="square" lIns="0" tIns="0" rIns="0" bIns="0" rtlCol="0">
              <a:spAutoFit/>
            </a:bodyPr>
            <a:lstStyle/>
            <a:p>
              <a:r>
                <a:rPr lang="en-US" altLang="zh-TW" sz="1200" dirty="0">
                  <a:ln/>
                  <a:solidFill>
                    <a:srgbClr val="C00000"/>
                  </a:solidFill>
                  <a:latin typeface="微軟正黑體" panose="020B0604030504040204" pitchFamily="34" charset="-120"/>
                  <a:ea typeface="微軟正黑體" panose="020B0604030504040204" pitchFamily="34" charset="-120"/>
                </a:rPr>
                <a:t>(</a:t>
              </a:r>
              <a:r>
                <a:rPr lang="zh-TW" altLang="en-US" sz="1200" dirty="0">
                  <a:ln/>
                  <a:solidFill>
                    <a:srgbClr val="C00000"/>
                  </a:solidFill>
                  <a:latin typeface="微軟正黑體" panose="020B0604030504040204" pitchFamily="34" charset="-120"/>
                  <a:ea typeface="微軟正黑體" panose="020B0604030504040204" pitchFamily="34" charset="-120"/>
                </a:rPr>
                <a:t>註</a:t>
              </a:r>
              <a:r>
                <a:rPr lang="en-US" altLang="zh-TW" sz="1200" dirty="0">
                  <a:ln/>
                  <a:solidFill>
                    <a:srgbClr val="C00000"/>
                  </a:solidFill>
                  <a:latin typeface="微軟正黑體" panose="020B0604030504040204" pitchFamily="34" charset="-120"/>
                  <a:ea typeface="微軟正黑體" panose="020B0604030504040204" pitchFamily="34" charset="-120"/>
                </a:rPr>
                <a:t>)</a:t>
              </a:r>
              <a:r>
                <a:rPr lang="zh-TW" altLang="en-US" sz="1200" dirty="0">
                  <a:ln/>
                  <a:solidFill>
                    <a:srgbClr val="C00000"/>
                  </a:solidFill>
                  <a:latin typeface="微軟正黑體" panose="020B0604030504040204" pitchFamily="34" charset="-120"/>
                  <a:ea typeface="微軟正黑體" panose="020B0604030504040204" pitchFamily="34" charset="-120"/>
                </a:rPr>
                <a:t>「標準導入」，需由客戶自行處理系統啟用前必要完成的資料設定。所以宏思於完成系統交付後，即已完成本專案的所有工作。</a:t>
              </a:r>
              <a:endParaRPr lang="en-US" altLang="zh-TW" sz="1200" dirty="0">
                <a:ln/>
                <a:solidFill>
                  <a:srgbClr val="C00000"/>
                </a:solidFill>
                <a:latin typeface="微軟正黑體" panose="020B0604030504040204" pitchFamily="34" charset="-120"/>
                <a:ea typeface="微軟正黑體" panose="020B0604030504040204" pitchFamily="34" charset="-120"/>
              </a:endParaRPr>
            </a:p>
            <a:p>
              <a:r>
                <a:rPr lang="zh-TW" altLang="en-US" sz="1200" dirty="0">
                  <a:ln/>
                  <a:solidFill>
                    <a:srgbClr val="C00000"/>
                  </a:solidFill>
                  <a:latin typeface="微軟正黑體" panose="020B0604030504040204" pitchFamily="34" charset="-120"/>
                  <a:ea typeface="微軟正黑體" panose="020B0604030504040204" pitchFamily="34" charset="-120"/>
                </a:rPr>
                <a:t>        後續，若客戶在資料設定上需要諮詢宏思顧問，則可使用已購買的顧問時數，向宏思提出顧問服務申請，來預約顧問服務的時間。</a:t>
              </a:r>
              <a:endParaRPr lang="zh-TW" altLang="en-US" sz="1200" dirty="0">
                <a:solidFill>
                  <a:srgbClr val="C00000"/>
                </a:solidFill>
              </a:endParaRPr>
            </a:p>
          </p:txBody>
        </p:sp>
        <p:grpSp>
          <p:nvGrpSpPr>
            <p:cNvPr id="28" name="群組 27">
              <a:extLst>
                <a:ext uri="{FF2B5EF4-FFF2-40B4-BE49-F238E27FC236}">
                  <a16:creationId xmlns:a16="http://schemas.microsoft.com/office/drawing/2014/main" id="{A73B221D-AB50-3FD0-B294-389E6FAD1D8E}"/>
                </a:ext>
              </a:extLst>
            </p:cNvPr>
            <p:cNvGrpSpPr/>
            <p:nvPr/>
          </p:nvGrpSpPr>
          <p:grpSpPr>
            <a:xfrm>
              <a:off x="10955674" y="5344953"/>
              <a:ext cx="1199766" cy="696922"/>
              <a:chOff x="10931611" y="5279613"/>
              <a:chExt cx="1199766" cy="696922"/>
            </a:xfrm>
          </p:grpSpPr>
          <p:sp>
            <p:nvSpPr>
              <p:cNvPr id="21" name="箭號: 向右 20">
                <a:extLst>
                  <a:ext uri="{FF2B5EF4-FFF2-40B4-BE49-F238E27FC236}">
                    <a16:creationId xmlns:a16="http://schemas.microsoft.com/office/drawing/2014/main" id="{3A9F0A0A-93B9-3C94-E130-C01148336DBA}"/>
                  </a:ext>
                </a:extLst>
              </p:cNvPr>
              <p:cNvSpPr/>
              <p:nvPr/>
            </p:nvSpPr>
            <p:spPr bwMode="gray">
              <a:xfrm>
                <a:off x="10931611" y="5510502"/>
                <a:ext cx="334793" cy="304800"/>
              </a:xfrm>
              <a:prstGeom prst="rightArrow">
                <a:avLst/>
              </a:prstGeom>
              <a:solidFill>
                <a:srgbClr val="FF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sp>
            <p:nvSpPr>
              <p:cNvPr id="27" name="橢圓 26">
                <a:extLst>
                  <a:ext uri="{FF2B5EF4-FFF2-40B4-BE49-F238E27FC236}">
                    <a16:creationId xmlns:a16="http://schemas.microsoft.com/office/drawing/2014/main" id="{608515F8-5C0D-AD88-7C82-4E526942E058}"/>
                  </a:ext>
                </a:extLst>
              </p:cNvPr>
              <p:cNvSpPr/>
              <p:nvPr/>
            </p:nvSpPr>
            <p:spPr bwMode="gray">
              <a:xfrm>
                <a:off x="11266404" y="5279613"/>
                <a:ext cx="864973" cy="696922"/>
              </a:xfrm>
              <a:prstGeom prst="ellipse">
                <a:avLst/>
              </a:prstGeom>
              <a:solidFill>
                <a:srgbClr val="C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zh-TW" altLang="en-US" sz="1600" b="1" dirty="0">
                    <a:solidFill>
                      <a:schemeClr val="bg1"/>
                    </a:solidFill>
                  </a:rPr>
                  <a:t>結束</a:t>
                </a:r>
              </a:p>
            </p:txBody>
          </p:sp>
        </p:grpSp>
        <p:sp>
          <p:nvSpPr>
            <p:cNvPr id="29" name="箭號: 向右 28">
              <a:extLst>
                <a:ext uri="{FF2B5EF4-FFF2-40B4-BE49-F238E27FC236}">
                  <a16:creationId xmlns:a16="http://schemas.microsoft.com/office/drawing/2014/main" id="{E38A01E0-14A6-6BA1-9099-A9198751BFDE}"/>
                </a:ext>
              </a:extLst>
            </p:cNvPr>
            <p:cNvSpPr/>
            <p:nvPr/>
          </p:nvSpPr>
          <p:spPr bwMode="gray">
            <a:xfrm>
              <a:off x="8218102" y="5105035"/>
              <a:ext cx="371834" cy="304800"/>
            </a:xfrm>
            <a:prstGeom prst="rightArrow">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grpSp>
    </p:spTree>
    <p:extLst>
      <p:ext uri="{BB962C8B-B14F-4D97-AF65-F5344CB8AC3E}">
        <p14:creationId xmlns:p14="http://schemas.microsoft.com/office/powerpoint/2010/main" val="4285681019"/>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C91F4-483B-CA26-D9B2-51574CCC3F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3D6D8-E09B-1061-E899-3C059A21EE81}"/>
              </a:ext>
            </a:extLst>
          </p:cNvPr>
          <p:cNvSpPr>
            <a:spLocks noGrp="1"/>
          </p:cNvSpPr>
          <p:nvPr>
            <p:ph type="title"/>
          </p:nvPr>
        </p:nvSpPr>
        <p:spPr>
          <a:xfrm>
            <a:off x="0" y="2840792"/>
            <a:ext cx="12122870" cy="1592403"/>
          </a:xfrm>
        </p:spPr>
        <p:txBody>
          <a:bodyPr/>
          <a:lstStyle/>
          <a:p>
            <a:r>
              <a:rPr lang="zh-TW" altLang="en-US" sz="4800" dirty="0">
                <a:latin typeface="Calibri" panose="020F0502020204030204" pitchFamily="34" charset="0"/>
                <a:cs typeface="Calibri" panose="020F0502020204030204" pitchFamily="34" charset="0"/>
              </a:rPr>
              <a:t>   </a:t>
            </a:r>
            <a:r>
              <a:rPr lang="en-US" altLang="zh-TW" sz="4800" dirty="0">
                <a:latin typeface="Calibri" panose="020F0502020204030204" pitchFamily="34" charset="0"/>
                <a:cs typeface="Calibri" panose="020F0502020204030204" pitchFamily="34" charset="0"/>
              </a:rPr>
              <a:t>3.</a:t>
            </a:r>
            <a:r>
              <a:rPr lang="zh-TW" altLang="en-US" sz="4800" dirty="0">
                <a:latin typeface="Calibri" panose="020F0502020204030204" pitchFamily="34" charset="0"/>
                <a:cs typeface="Calibri" panose="020F0502020204030204" pitchFamily="34" charset="0"/>
              </a:rPr>
              <a:t>「標準導入 」方案 </a:t>
            </a:r>
            <a:r>
              <a:rPr lang="en-US" altLang="zh-TW" sz="4800" dirty="0">
                <a:latin typeface="Calibri" panose="020F0502020204030204" pitchFamily="34" charset="0"/>
                <a:cs typeface="Calibri" panose="020F0502020204030204" pitchFamily="34" charset="0"/>
              </a:rPr>
              <a:t>–</a:t>
            </a:r>
            <a:r>
              <a:rPr lang="zh-TW" altLang="en-US" sz="4800" dirty="0">
                <a:latin typeface="Calibri" panose="020F0502020204030204" pitchFamily="34" charset="0"/>
                <a:cs typeface="Calibri" panose="020F0502020204030204" pitchFamily="34" charset="0"/>
              </a:rPr>
              <a:t> </a:t>
            </a:r>
            <a:r>
              <a:rPr lang="zh-TW" altLang="en-US" sz="4800" dirty="0">
                <a:solidFill>
                  <a:srgbClr val="FFFF00"/>
                </a:solidFill>
                <a:latin typeface="Calibri" panose="020F0502020204030204" pitchFamily="34" charset="0"/>
                <a:cs typeface="Calibri" panose="020F0502020204030204" pitchFamily="34" charset="0"/>
              </a:rPr>
              <a:t>客戶需自行設定項目</a:t>
            </a:r>
          </a:p>
        </p:txBody>
      </p:sp>
    </p:spTree>
    <p:extLst>
      <p:ext uri="{BB962C8B-B14F-4D97-AF65-F5344CB8AC3E}">
        <p14:creationId xmlns:p14="http://schemas.microsoft.com/office/powerpoint/2010/main" val="214344274"/>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3CA06-A92C-AA5D-A884-531AF46C1AA6}"/>
            </a:ext>
          </a:extLst>
        </p:cNvPr>
        <p:cNvGrpSpPr/>
        <p:nvPr/>
      </p:nvGrpSpPr>
      <p:grpSpPr>
        <a:xfrm>
          <a:off x="0" y="0"/>
          <a:ext cx="0" cy="0"/>
          <a:chOff x="0" y="0"/>
          <a:chExt cx="0" cy="0"/>
        </a:xfrm>
      </p:grpSpPr>
      <p:sp>
        <p:nvSpPr>
          <p:cNvPr id="179" name="標題 4">
            <a:extLst>
              <a:ext uri="{FF2B5EF4-FFF2-40B4-BE49-F238E27FC236}">
                <a16:creationId xmlns:a16="http://schemas.microsoft.com/office/drawing/2014/main" id="{51EE056E-E86C-4D7A-0343-132F4F17B6B9}"/>
              </a:ext>
            </a:extLst>
          </p:cNvPr>
          <p:cNvSpPr txBox="1">
            <a:spLocks/>
          </p:cNvSpPr>
          <p:nvPr/>
        </p:nvSpPr>
        <p:spPr bwMode="gray">
          <a:xfrm>
            <a:off x="344533" y="300138"/>
            <a:ext cx="11252200" cy="334102"/>
          </a:xfrm>
          <a:prstGeom prst="rect">
            <a:avLst/>
          </a:prstGeom>
        </p:spPr>
        <p:txBody>
          <a:bodyPr vert="horz" lIns="0" tIns="0" rIns="0" bIns="0" rtlCol="0" anchor="t" anchorCtr="0">
            <a:noAutofit/>
          </a:bodyPr>
          <a:lstStyle>
            <a:lvl1pPr algn="l" defTabSz="1219110" rtl="0" eaLnBrk="1" latinLnBrk="0" hangingPunct="1">
              <a:spcBef>
                <a:spcPct val="0"/>
              </a:spcBef>
              <a:buNone/>
              <a:defRPr sz="2100" kern="1200">
                <a:solidFill>
                  <a:schemeClr val="tx1"/>
                </a:solidFill>
                <a:latin typeface="+mj-lt"/>
                <a:ea typeface="微軟正黑體" panose="020B0604030504040204" pitchFamily="34" charset="-120"/>
                <a:cs typeface="+mj-cs"/>
              </a:defRPr>
            </a:lvl1pPr>
          </a:lstStyle>
          <a:p>
            <a:r>
              <a:rPr lang="zh-TW" altLang="en-US" sz="2800" b="1" dirty="0"/>
              <a:t>客戶需要自行設定項目清單</a:t>
            </a:r>
          </a:p>
        </p:txBody>
      </p:sp>
      <p:sp>
        <p:nvSpPr>
          <p:cNvPr id="4" name="矩形: 圓角 9">
            <a:extLst>
              <a:ext uri="{FF2B5EF4-FFF2-40B4-BE49-F238E27FC236}">
                <a16:creationId xmlns:a16="http://schemas.microsoft.com/office/drawing/2014/main" id="{45951A63-3FF4-1436-9152-8709153D0389}"/>
              </a:ext>
            </a:extLst>
          </p:cNvPr>
          <p:cNvSpPr/>
          <p:nvPr/>
        </p:nvSpPr>
        <p:spPr>
          <a:xfrm>
            <a:off x="344533" y="830480"/>
            <a:ext cx="10679067" cy="417623"/>
          </a:xfrm>
          <a:prstGeom prst="round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defTabSz="914400">
              <a:defRPr/>
            </a:pPr>
            <a:r>
              <a:rPr lang="zh-TW" altLang="en-US" sz="2000" b="1" kern="0" dirty="0">
                <a:solidFill>
                  <a:schemeClr val="accent1">
                    <a:lumMod val="75000"/>
                  </a:schemeClr>
                </a:solidFill>
                <a:latin typeface="微軟正黑體" panose="020B0604030504040204" pitchFamily="34" charset="-120"/>
                <a:ea typeface="微軟正黑體" panose="020B0604030504040204" pitchFamily="34" charset="-120"/>
              </a:rPr>
              <a:t>客戶自行完成系統正式啟用前 </a:t>
            </a:r>
            <a:r>
              <a:rPr lang="en-US" altLang="zh-TW" sz="2000" b="1" kern="0" dirty="0">
                <a:solidFill>
                  <a:schemeClr val="accent1">
                    <a:lumMod val="75000"/>
                  </a:schemeClr>
                </a:solidFill>
                <a:latin typeface="微軟正黑體" panose="020B0604030504040204" pitchFamily="34" charset="-120"/>
                <a:ea typeface="微軟正黑體" panose="020B0604030504040204" pitchFamily="34" charset="-120"/>
              </a:rPr>
              <a:t>-</a:t>
            </a:r>
            <a:r>
              <a:rPr lang="zh-TW" altLang="en-US" sz="2000" b="1" kern="0" dirty="0">
                <a:solidFill>
                  <a:schemeClr val="accent1">
                    <a:lumMod val="75000"/>
                  </a:schemeClr>
                </a:solidFill>
                <a:latin typeface="微軟正黑體" panose="020B0604030504040204" pitchFamily="34" charset="-120"/>
                <a:ea typeface="微軟正黑體" panose="020B0604030504040204" pitchFamily="34" charset="-120"/>
              </a:rPr>
              <a:t> 必要完成的資料設定</a:t>
            </a:r>
            <a:r>
              <a:rPr lang="en-US" altLang="zh-TW" sz="2000" b="1" kern="0" dirty="0">
                <a:solidFill>
                  <a:schemeClr val="accent1">
                    <a:lumMod val="75000"/>
                  </a:schemeClr>
                </a:solidFill>
                <a:latin typeface="微軟正黑體" panose="020B0604030504040204" pitchFamily="34" charset="-120"/>
                <a:ea typeface="微軟正黑體" panose="020B0604030504040204" pitchFamily="34" charset="-120"/>
              </a:rPr>
              <a:t>/</a:t>
            </a:r>
            <a:r>
              <a:rPr lang="zh-TW" altLang="en-US" sz="2000" b="1" kern="0" dirty="0">
                <a:solidFill>
                  <a:schemeClr val="accent1">
                    <a:lumMod val="75000"/>
                  </a:schemeClr>
                </a:solidFill>
                <a:latin typeface="微軟正黑體" panose="020B0604030504040204" pitchFamily="34" charset="-120"/>
                <a:ea typeface="微軟正黑體" panose="020B0604030504040204" pitchFamily="34" charset="-120"/>
              </a:rPr>
              <a:t>輸入</a:t>
            </a:r>
            <a:endParaRPr lang="zh-CN" altLang="en-US" sz="2000" b="1" kern="0" dirty="0">
              <a:solidFill>
                <a:schemeClr val="accent1">
                  <a:lumMod val="75000"/>
                </a:schemeClr>
              </a:solidFill>
              <a:latin typeface="微軟正黑體" panose="020B0604030504040204" pitchFamily="34" charset="-120"/>
              <a:ea typeface="微軟正黑體" panose="020B0604030504040204" pitchFamily="34" charset="-120"/>
            </a:endParaRPr>
          </a:p>
        </p:txBody>
      </p:sp>
      <p:grpSp>
        <p:nvGrpSpPr>
          <p:cNvPr id="6" name="群組 5">
            <a:extLst>
              <a:ext uri="{FF2B5EF4-FFF2-40B4-BE49-F238E27FC236}">
                <a16:creationId xmlns:a16="http://schemas.microsoft.com/office/drawing/2014/main" id="{E59CABCD-804E-AE90-11DF-701BCEEB8A99}"/>
              </a:ext>
            </a:extLst>
          </p:cNvPr>
          <p:cNvGrpSpPr/>
          <p:nvPr/>
        </p:nvGrpSpPr>
        <p:grpSpPr>
          <a:xfrm>
            <a:off x="1412913" y="1418943"/>
            <a:ext cx="9366174" cy="5330029"/>
            <a:chOff x="1400772" y="1329294"/>
            <a:chExt cx="9366174" cy="5330029"/>
          </a:xfrm>
        </p:grpSpPr>
        <p:pic>
          <p:nvPicPr>
            <p:cNvPr id="3" name="圖片 2">
              <a:extLst>
                <a:ext uri="{FF2B5EF4-FFF2-40B4-BE49-F238E27FC236}">
                  <a16:creationId xmlns:a16="http://schemas.microsoft.com/office/drawing/2014/main" id="{5C24E6CC-0473-5D14-E57A-27E756574993}"/>
                </a:ext>
              </a:extLst>
            </p:cNvPr>
            <p:cNvPicPr>
              <a:picLocks noChangeAspect="1"/>
            </p:cNvPicPr>
            <p:nvPr/>
          </p:nvPicPr>
          <p:blipFill>
            <a:blip r:embed="rId3"/>
            <a:stretch>
              <a:fillRect/>
            </a:stretch>
          </p:blipFill>
          <p:spPr>
            <a:xfrm>
              <a:off x="1400772" y="1329294"/>
              <a:ext cx="9366174" cy="5330029"/>
            </a:xfrm>
            <a:prstGeom prst="rect">
              <a:avLst/>
            </a:prstGeom>
          </p:spPr>
        </p:pic>
        <p:sp>
          <p:nvSpPr>
            <p:cNvPr id="5" name="矩形 4">
              <a:extLst>
                <a:ext uri="{FF2B5EF4-FFF2-40B4-BE49-F238E27FC236}">
                  <a16:creationId xmlns:a16="http://schemas.microsoft.com/office/drawing/2014/main" id="{91270E47-DE25-BA96-ACB6-9EB238F242C8}"/>
                </a:ext>
              </a:extLst>
            </p:cNvPr>
            <p:cNvSpPr/>
            <p:nvPr/>
          </p:nvSpPr>
          <p:spPr bwMode="gray">
            <a:xfrm>
              <a:off x="1400772" y="1329294"/>
              <a:ext cx="9366174" cy="5330029"/>
            </a:xfrm>
            <a:prstGeom prst="rect">
              <a:avLst/>
            </a:prstGeom>
            <a:no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zh-TW" altLang="en-US" sz="1600" b="1" dirty="0">
                <a:solidFill>
                  <a:schemeClr val="bg1"/>
                </a:solidFill>
              </a:endParaRPr>
            </a:p>
          </p:txBody>
        </p:sp>
      </p:grpSp>
    </p:spTree>
    <p:extLst>
      <p:ext uri="{BB962C8B-B14F-4D97-AF65-F5344CB8AC3E}">
        <p14:creationId xmlns:p14="http://schemas.microsoft.com/office/powerpoint/2010/main" val="3847877676"/>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565064"/>
            <a:ext cx="10693400" cy="1592403"/>
          </a:xfrm>
        </p:spPr>
        <p:txBody>
          <a:bodyPr/>
          <a:lstStyle/>
          <a:p>
            <a:pPr algn="ctr"/>
            <a:r>
              <a:rPr lang="en-US" altLang="zh-TW" sz="6600" dirty="0">
                <a:solidFill>
                  <a:srgbClr val="DDEFE8"/>
                </a:solidFill>
                <a:latin typeface="Calibri" panose="020F0502020204030204" pitchFamily="34" charset="0"/>
                <a:cs typeface="Calibri" panose="020F0502020204030204" pitchFamily="34" charset="0"/>
              </a:rPr>
              <a:t>THANK YOU</a:t>
            </a:r>
            <a:endParaRPr lang="zh-TW" altLang="en-US" sz="6600" dirty="0">
              <a:solidFill>
                <a:srgbClr val="DDEFE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10842964"/>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NUM" val="8"/>
</p:tagLst>
</file>

<file path=ppt/theme/theme1.xml><?xml version="1.0" encoding="utf-8"?>
<a:theme xmlns:a="http://schemas.openxmlformats.org/drawingml/2006/main" name="blank">
  <a:themeElements>
    <a:clrScheme name="藍綠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自訂 60">
      <a:majorFont>
        <a:latin typeface="Calibri"/>
        <a:ea typeface="微軟正黑體"/>
        <a:cs typeface=""/>
      </a:majorFont>
      <a:minorFont>
        <a:latin typeface="Calibri"/>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簡報1" id="{3A76CA7C-6AE3-4A3B-9338-D1D1C1093EDE}" vid="{E520128C-F172-4777-B070-9E9B8C0630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Legal</Template>
  <TotalTime>51336</TotalTime>
  <Words>2202</Words>
  <Application>Microsoft Office PowerPoint</Application>
  <PresentationFormat>寬螢幕</PresentationFormat>
  <Paragraphs>256</Paragraphs>
  <Slides>48</Slides>
  <Notes>25</Notes>
  <HiddenSlides>0</HiddenSlides>
  <MMClips>0</MMClips>
  <ScaleCrop>false</ScaleCrop>
  <HeadingPairs>
    <vt:vector size="8" baseType="variant">
      <vt:variant>
        <vt:lpstr>使用字型</vt:lpstr>
      </vt:variant>
      <vt:variant>
        <vt:i4>6</vt:i4>
      </vt:variant>
      <vt:variant>
        <vt:lpstr>佈景主題</vt:lpstr>
      </vt:variant>
      <vt:variant>
        <vt:i4>1</vt:i4>
      </vt:variant>
      <vt:variant>
        <vt:lpstr>內嵌 OLE 伺服程式</vt:lpstr>
      </vt:variant>
      <vt:variant>
        <vt:i4>1</vt:i4>
      </vt:variant>
      <vt:variant>
        <vt:lpstr>投影片標題</vt:lpstr>
      </vt:variant>
      <vt:variant>
        <vt:i4>48</vt:i4>
      </vt:variant>
    </vt:vector>
  </HeadingPairs>
  <TitlesOfParts>
    <vt:vector size="56" baseType="lpstr">
      <vt:lpstr>微軟正黑體</vt:lpstr>
      <vt:lpstr>Arial</vt:lpstr>
      <vt:lpstr>Calibri</vt:lpstr>
      <vt:lpstr>Verdana</vt:lpstr>
      <vt:lpstr>Wingdings</vt:lpstr>
      <vt:lpstr>Wingdings 2</vt:lpstr>
      <vt:lpstr>blank</vt:lpstr>
      <vt:lpstr>think-cell Slide</vt:lpstr>
      <vt:lpstr>PowerPoint 簡報</vt:lpstr>
      <vt:lpstr>PowerPoint 簡報</vt:lpstr>
      <vt:lpstr>PowerPoint 簡報</vt:lpstr>
      <vt:lpstr>   1.「標準導入 」方案 – 產品支援規格說明</vt:lpstr>
      <vt:lpstr>PowerPoint 簡報</vt:lpstr>
      <vt:lpstr>PowerPoint 簡報</vt:lpstr>
      <vt:lpstr>   1. 「合約審閱申請單 」 固定欄位</vt:lpstr>
      <vt:lpstr>「合約審閱申請單 」 – 固定欄位</vt:lpstr>
      <vt:lpstr>「合約審閱申請單 」 – [申請單暨合約基本資訊]區 (呈現固定欄位)</vt:lpstr>
      <vt:lpstr>   2. 「合約審閱申請單 」 自訂欄位 - 可支援的欄位類型</vt:lpstr>
      <vt:lpstr>PowerPoint 簡報</vt:lpstr>
      <vt:lpstr>PowerPoint 簡報</vt:lpstr>
      <vt:lpstr>PowerPoint 簡報</vt:lpstr>
      <vt:lpstr> 3. 「合約審閱申請單 」、「合約紙本借閱申請」、「合約電子檔閱覽申請」- 審核流程條件</vt:lpstr>
      <vt:lpstr>PowerPoint 簡報</vt:lpstr>
      <vt:lpstr>PowerPoint 簡報</vt:lpstr>
      <vt:lpstr>PowerPoint 簡報</vt:lpstr>
      <vt:lpstr>PowerPoint 簡報</vt:lpstr>
      <vt:lpstr> 4. 「合約審閱申請單 」、「合約紙本借閱申請」「合約電子檔閱覽申請」- 支援簽核功能</vt:lpstr>
      <vt:lpstr>支援簽核功能 -「合約審閱申請單」  </vt:lpstr>
      <vt:lpstr>支援簽核功能 -「紙本合約借閱申請單」、「合約電子檔閱覽申請單」</vt:lpstr>
      <vt:lpstr>「合約審閱申請單」 – 支援簽核功能</vt:lpstr>
      <vt:lpstr>「合約審閱申請單」 – 支援簽核功能</vt:lpstr>
      <vt:lpstr> 5. 「合約審閱申請單 」、「合約紙本借閱申請」、「合約電子檔閱覽申請」- 審核者角色</vt:lpstr>
      <vt:lpstr>審核者角色</vt:lpstr>
      <vt:lpstr>審核者角色</vt:lpstr>
      <vt:lpstr>審核者角色</vt:lpstr>
      <vt:lpstr>審核者角色</vt:lpstr>
      <vt:lpstr>審核者角色 – 成員設定 </vt:lpstr>
      <vt:lpstr>審核者角色 – 成員設定 </vt:lpstr>
      <vt:lpstr>審核者角色 – 成員設定 </vt:lpstr>
      <vt:lpstr>   6. 「合約審閱進度查詢 」、 「已歸檔合約查詢 」 - 資料閱覽權限</vt:lpstr>
      <vt:lpstr>資料閱覽權限- 『合約審閱進度查詢』功能</vt:lpstr>
      <vt:lpstr>資料閱覽權限- 『合約審閱進度查詢』功能</vt:lpstr>
      <vt:lpstr>資料閱覽權限- 『已歸檔合約查詢』功能</vt:lpstr>
      <vt:lpstr>資料閱覽權限- 『已歸檔合約查詢』功能</vt:lpstr>
      <vt:lpstr>   7. 帳號認證機制 - AD整合方式</vt:lpstr>
      <vt:lpstr>帳號認證機制 – AD整合方式</vt:lpstr>
      <vt:lpstr> 方式一：有登入微軟網域無須再次輸入帳密【AD】  </vt:lpstr>
      <vt:lpstr> 方式二：每次進入系統需要輸入帳密 【LDAP】</vt:lpstr>
      <vt:lpstr>   8. 人事和組織資料整合 - 匯入方式</vt:lpstr>
      <vt:lpstr>將員工基本資料及組織資料轉至宏思提供的暫存人事及組織的資料表</vt:lpstr>
      <vt:lpstr>將員工基本資料及組織資料轉至宏思提供的暫存人事及組織的資料表</vt:lpstr>
      <vt:lpstr>   2.「標準導入 」方案 – 系統導入流程說明</vt:lpstr>
      <vt:lpstr>PowerPoint 簡報</vt:lpstr>
      <vt:lpstr>   3.「標準導入 」方案 – 客戶需自行設定項目</vt:lpstr>
      <vt:lpstr>PowerPoint 簡報</vt:lpstr>
      <vt:lpstr>THANK YOU</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Jeffry Chang</dc:creator>
  <cp:lastModifiedBy>Jie Lin</cp:lastModifiedBy>
  <cp:revision>836</cp:revision>
  <cp:lastPrinted>2024-12-13T01:02:55Z</cp:lastPrinted>
  <dcterms:created xsi:type="dcterms:W3CDTF">2021-01-29T10:05:21Z</dcterms:created>
  <dcterms:modified xsi:type="dcterms:W3CDTF">2025-10-07T10:41:19Z</dcterms:modified>
</cp:coreProperties>
</file>